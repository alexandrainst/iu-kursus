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5" r:id="rId4"/>
  </p:sldMasterIdLst>
  <p:notesMasterIdLst>
    <p:notesMasterId r:id="rId29"/>
  </p:notesMasterIdLst>
  <p:sldIdLst>
    <p:sldId id="1892" r:id="rId5"/>
    <p:sldId id="1902" r:id="rId6"/>
    <p:sldId id="1898" r:id="rId7"/>
    <p:sldId id="1895" r:id="rId8"/>
    <p:sldId id="1917" r:id="rId9"/>
    <p:sldId id="2134806471" r:id="rId10"/>
    <p:sldId id="1896" r:id="rId11"/>
    <p:sldId id="2134806483" r:id="rId12"/>
    <p:sldId id="2134806466" r:id="rId13"/>
    <p:sldId id="2134806480" r:id="rId14"/>
    <p:sldId id="2134806481" r:id="rId15"/>
    <p:sldId id="2134806484" r:id="rId16"/>
    <p:sldId id="2134806476" r:id="rId17"/>
    <p:sldId id="2134806463" r:id="rId18"/>
    <p:sldId id="2134806468" r:id="rId19"/>
    <p:sldId id="2134806469" r:id="rId20"/>
    <p:sldId id="2134806470" r:id="rId21"/>
    <p:sldId id="2134806477" r:id="rId22"/>
    <p:sldId id="2134806464" r:id="rId23"/>
    <p:sldId id="2134806474" r:id="rId24"/>
    <p:sldId id="2134806475" r:id="rId25"/>
    <p:sldId id="2134806482" r:id="rId26"/>
    <p:sldId id="2134806478" r:id="rId27"/>
    <p:sldId id="2134806465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BD9B63F-778D-4D9D-DB16-17A170F388A9}" name="Michael Bladt Stausholm" initials="MS" userId="S::michael.stausholm@alexandra.dk::aa5f8758-c00f-4915-8c94-9445905eb56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4371"/>
    <a:srgbClr val="D4B000"/>
    <a:srgbClr val="003843"/>
    <a:srgbClr val="798690"/>
    <a:srgbClr val="D7D8D7"/>
    <a:srgbClr val="F6C821"/>
    <a:srgbClr val="C5A3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020742-68C9-7643-9687-34786DA53348}" v="16" dt="2026-05-11T23:37:28.0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44"/>
    <p:restoredTop sz="92718"/>
  </p:normalViewPr>
  <p:slideViewPr>
    <p:cSldViewPr snapToGrid="0">
      <p:cViewPr varScale="1">
        <p:scale>
          <a:sx n="125" d="100"/>
          <a:sy n="125" d="100"/>
        </p:scale>
        <p:origin x="176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in Salling Hvass" userId="S::benjamin.hvass@alexandra.dk::7f701290-7113-44e4-8483-3cbeee116501" providerId="AD" clId="Web-{85F406B2-D060-1DCF-5BCF-6615721B54E9}"/>
    <pc:docChg chg="delSld modSld">
      <pc:chgData name="Benjamin Salling Hvass" userId="S::benjamin.hvass@alexandra.dk::7f701290-7113-44e4-8483-3cbeee116501" providerId="AD" clId="Web-{85F406B2-D060-1DCF-5BCF-6615721B54E9}" dt="2026-05-06T09:13:40.509" v="100"/>
      <pc:docMkLst>
        <pc:docMk/>
      </pc:docMkLst>
      <pc:sldChg chg="modSp">
        <pc:chgData name="Benjamin Salling Hvass" userId="S::benjamin.hvass@alexandra.dk::7f701290-7113-44e4-8483-3cbeee116501" providerId="AD" clId="Web-{85F406B2-D060-1DCF-5BCF-6615721B54E9}" dt="2026-05-06T09:13:27.462" v="94" actId="20577"/>
        <pc:sldMkLst>
          <pc:docMk/>
          <pc:sldMk cId="3543825503" sldId="1898"/>
        </pc:sldMkLst>
        <pc:spChg chg="mod">
          <ac:chgData name="Benjamin Salling Hvass" userId="S::benjamin.hvass@alexandra.dk::7f701290-7113-44e4-8483-3cbeee116501" providerId="AD" clId="Web-{85F406B2-D060-1DCF-5BCF-6615721B54E9}" dt="2026-05-06T09:02:24.828" v="32" actId="20577"/>
          <ac:spMkLst>
            <pc:docMk/>
            <pc:sldMk cId="3543825503" sldId="1898"/>
            <ac:spMk id="2" creationId="{FD19A794-FFE0-C860-278E-0BF01E8CBFBB}"/>
          </ac:spMkLst>
        </pc:spChg>
        <pc:spChg chg="mod">
          <ac:chgData name="Benjamin Salling Hvass" userId="S::benjamin.hvass@alexandra.dk::7f701290-7113-44e4-8483-3cbeee116501" providerId="AD" clId="Web-{85F406B2-D060-1DCF-5BCF-6615721B54E9}" dt="2026-05-06T09:13:27.462" v="94" actId="20577"/>
          <ac:spMkLst>
            <pc:docMk/>
            <pc:sldMk cId="3543825503" sldId="1898"/>
            <ac:spMk id="3" creationId="{CF4D71B8-6380-BEA3-45E6-F2EF1D7D204B}"/>
          </ac:spMkLst>
        </pc:spChg>
      </pc:sldChg>
      <pc:sldChg chg="modSp">
        <pc:chgData name="Benjamin Salling Hvass" userId="S::benjamin.hvass@alexandra.dk::7f701290-7113-44e4-8483-3cbeee116501" providerId="AD" clId="Web-{85F406B2-D060-1DCF-5BCF-6615721B54E9}" dt="2026-05-06T09:03:09.703" v="62" actId="20577"/>
        <pc:sldMkLst>
          <pc:docMk/>
          <pc:sldMk cId="15117428" sldId="1902"/>
        </pc:sldMkLst>
        <pc:spChg chg="mod">
          <ac:chgData name="Benjamin Salling Hvass" userId="S::benjamin.hvass@alexandra.dk::7f701290-7113-44e4-8483-3cbeee116501" providerId="AD" clId="Web-{85F406B2-D060-1DCF-5BCF-6615721B54E9}" dt="2026-05-06T09:03:09.703" v="62" actId="20577"/>
          <ac:spMkLst>
            <pc:docMk/>
            <pc:sldMk cId="15117428" sldId="1902"/>
            <ac:spMk id="2" creationId="{84A36B0B-49EF-0BDB-7FE9-6C939B0316A4}"/>
          </ac:spMkLst>
        </pc:spChg>
      </pc:sldChg>
    </pc:docChg>
  </pc:docChgLst>
  <pc:docChgLst>
    <pc:chgData name="Benjamin Salling Hvass" userId="7f701290-7113-44e4-8483-3cbeee116501" providerId="ADAL" clId="{5CFDDF4D-4CCA-50B7-A29E-A0C3AD0A79D7}"/>
    <pc:docChg chg="undo custSel addSld delSld modSld sldOrd">
      <pc:chgData name="Benjamin Salling Hvass" userId="7f701290-7113-44e4-8483-3cbeee116501" providerId="ADAL" clId="{5CFDDF4D-4CCA-50B7-A29E-A0C3AD0A79D7}" dt="2026-05-12T02:14:03.025" v="1012" actId="20577"/>
      <pc:docMkLst>
        <pc:docMk/>
      </pc:docMkLst>
      <pc:sldChg chg="modSp mod">
        <pc:chgData name="Benjamin Salling Hvass" userId="7f701290-7113-44e4-8483-3cbeee116501" providerId="ADAL" clId="{5CFDDF4D-4CCA-50B7-A29E-A0C3AD0A79D7}" dt="2026-04-15T08:11:44.456" v="287" actId="1076"/>
        <pc:sldMkLst>
          <pc:docMk/>
          <pc:sldMk cId="2268625030" sldId="1892"/>
        </pc:sldMkLst>
      </pc:sldChg>
      <pc:sldChg chg="add">
        <pc:chgData name="Benjamin Salling Hvass" userId="7f701290-7113-44e4-8483-3cbeee116501" providerId="ADAL" clId="{5CFDDF4D-4CCA-50B7-A29E-A0C3AD0A79D7}" dt="2026-05-10T21:58:35.688" v="601"/>
        <pc:sldMkLst>
          <pc:docMk/>
          <pc:sldMk cId="906522727" sldId="1895"/>
        </pc:sldMkLst>
      </pc:sldChg>
      <pc:sldChg chg="modSp mod">
        <pc:chgData name="Benjamin Salling Hvass" userId="7f701290-7113-44e4-8483-3cbeee116501" providerId="ADAL" clId="{5CFDDF4D-4CCA-50B7-A29E-A0C3AD0A79D7}" dt="2026-05-10T22:28:27.851" v="685" actId="20577"/>
        <pc:sldMkLst>
          <pc:docMk/>
          <pc:sldMk cId="1394081621" sldId="1896"/>
        </pc:sldMkLst>
        <pc:spChg chg="mod">
          <ac:chgData name="Benjamin Salling Hvass" userId="7f701290-7113-44e4-8483-3cbeee116501" providerId="ADAL" clId="{5CFDDF4D-4CCA-50B7-A29E-A0C3AD0A79D7}" dt="2026-05-10T22:28:27.851" v="685" actId="20577"/>
          <ac:spMkLst>
            <pc:docMk/>
            <pc:sldMk cId="1394081621" sldId="1896"/>
            <ac:spMk id="2" creationId="{EEBC60BE-3CF9-FE4E-F98E-D870D6C68859}"/>
          </ac:spMkLst>
        </pc:spChg>
      </pc:sldChg>
      <pc:sldChg chg="modSp add mod">
        <pc:chgData name="Benjamin Salling Hvass" userId="7f701290-7113-44e4-8483-3cbeee116501" providerId="ADAL" clId="{5CFDDF4D-4CCA-50B7-A29E-A0C3AD0A79D7}" dt="2026-05-11T05:56:47.483" v="884" actId="20577"/>
        <pc:sldMkLst>
          <pc:docMk/>
          <pc:sldMk cId="991087220" sldId="1917"/>
        </pc:sldMkLst>
        <pc:spChg chg="mod">
          <ac:chgData name="Benjamin Salling Hvass" userId="7f701290-7113-44e4-8483-3cbeee116501" providerId="ADAL" clId="{5CFDDF4D-4CCA-50B7-A29E-A0C3AD0A79D7}" dt="2026-05-11T05:56:47.483" v="884" actId="20577"/>
          <ac:spMkLst>
            <pc:docMk/>
            <pc:sldMk cId="991087220" sldId="1917"/>
            <ac:spMk id="3" creationId="{109F1FDD-FCCD-40DF-B211-9DD4A8A8B0BF}"/>
          </ac:spMkLst>
        </pc:spChg>
      </pc:sldChg>
      <pc:sldChg chg="modSp add mod">
        <pc:chgData name="Benjamin Salling Hvass" userId="7f701290-7113-44e4-8483-3cbeee116501" providerId="ADAL" clId="{5CFDDF4D-4CCA-50B7-A29E-A0C3AD0A79D7}" dt="2026-05-10T22:28:32.583" v="693" actId="20577"/>
        <pc:sldMkLst>
          <pc:docMk/>
          <pc:sldMk cId="2919299124" sldId="2134806463"/>
        </pc:sldMkLst>
        <pc:spChg chg="mod">
          <ac:chgData name="Benjamin Salling Hvass" userId="7f701290-7113-44e4-8483-3cbeee116501" providerId="ADAL" clId="{5CFDDF4D-4CCA-50B7-A29E-A0C3AD0A79D7}" dt="2026-05-10T22:28:32.583" v="693" actId="20577"/>
          <ac:spMkLst>
            <pc:docMk/>
            <pc:sldMk cId="2919299124" sldId="2134806463"/>
            <ac:spMk id="2" creationId="{07744E4B-58AB-D386-A056-80850D07EBD9}"/>
          </ac:spMkLst>
        </pc:spChg>
      </pc:sldChg>
      <pc:sldChg chg="modSp add mod">
        <pc:chgData name="Benjamin Salling Hvass" userId="7f701290-7113-44e4-8483-3cbeee116501" providerId="ADAL" clId="{5CFDDF4D-4CCA-50B7-A29E-A0C3AD0A79D7}" dt="2026-05-10T13:29:33.592" v="542" actId="20577"/>
        <pc:sldMkLst>
          <pc:docMk/>
          <pc:sldMk cId="4204700266" sldId="2134806464"/>
        </pc:sldMkLst>
        <pc:spChg chg="mod">
          <ac:chgData name="Benjamin Salling Hvass" userId="7f701290-7113-44e4-8483-3cbeee116501" providerId="ADAL" clId="{5CFDDF4D-4CCA-50B7-A29E-A0C3AD0A79D7}" dt="2026-05-10T13:29:33.592" v="542" actId="20577"/>
          <ac:spMkLst>
            <pc:docMk/>
            <pc:sldMk cId="4204700266" sldId="2134806464"/>
            <ac:spMk id="2" creationId="{5948091C-6B69-7712-E08A-A089545B0473}"/>
          </ac:spMkLst>
        </pc:spChg>
      </pc:sldChg>
      <pc:sldChg chg="modSp add mod">
        <pc:chgData name="Benjamin Salling Hvass" userId="7f701290-7113-44e4-8483-3cbeee116501" providerId="ADAL" clId="{5CFDDF4D-4CCA-50B7-A29E-A0C3AD0A79D7}" dt="2026-05-08T07:58:43.465" v="360" actId="20577"/>
        <pc:sldMkLst>
          <pc:docMk/>
          <pc:sldMk cId="2387468880" sldId="2134806465"/>
        </pc:sldMkLst>
        <pc:spChg chg="mod">
          <ac:chgData name="Benjamin Salling Hvass" userId="7f701290-7113-44e4-8483-3cbeee116501" providerId="ADAL" clId="{5CFDDF4D-4CCA-50B7-A29E-A0C3AD0A79D7}" dt="2026-05-08T07:58:43.465" v="360" actId="20577"/>
          <ac:spMkLst>
            <pc:docMk/>
            <pc:sldMk cId="2387468880" sldId="2134806465"/>
            <ac:spMk id="2" creationId="{072FE8DA-F997-8F17-E859-1493BB084BAC}"/>
          </ac:spMkLst>
        </pc:spChg>
      </pc:sldChg>
      <pc:sldChg chg="addSp delSp modSp new mod modClrScheme chgLayout">
        <pc:chgData name="Benjamin Salling Hvass" userId="7f701290-7113-44e4-8483-3cbeee116501" providerId="ADAL" clId="{5CFDDF4D-4CCA-50B7-A29E-A0C3AD0A79D7}" dt="2026-05-10T23:35:38.088" v="781" actId="14100"/>
        <pc:sldMkLst>
          <pc:docMk/>
          <pc:sldMk cId="265400535" sldId="2134806466"/>
        </pc:sldMkLst>
        <pc:spChg chg="add mod ord">
          <ac:chgData name="Benjamin Salling Hvass" userId="7f701290-7113-44e4-8483-3cbeee116501" providerId="ADAL" clId="{5CFDDF4D-4CCA-50B7-A29E-A0C3AD0A79D7}" dt="2026-05-10T22:27:59.773" v="675" actId="20577"/>
          <ac:spMkLst>
            <pc:docMk/>
            <pc:sldMk cId="265400535" sldId="2134806466"/>
            <ac:spMk id="8" creationId="{3CE01688-CC5A-A8EB-FC6A-E3722AD5BF0C}"/>
          </ac:spMkLst>
        </pc:spChg>
        <pc:spChg chg="add mod ord">
          <ac:chgData name="Benjamin Salling Hvass" userId="7f701290-7113-44e4-8483-3cbeee116501" providerId="ADAL" clId="{5CFDDF4D-4CCA-50B7-A29E-A0C3AD0A79D7}" dt="2026-05-10T22:27:54.003" v="651" actId="700"/>
          <ac:spMkLst>
            <pc:docMk/>
            <pc:sldMk cId="265400535" sldId="2134806466"/>
            <ac:spMk id="9" creationId="{AF3ED350-A233-A6C2-85DF-D87EBA21E470}"/>
          </ac:spMkLst>
        </pc:spChg>
        <pc:picChg chg="add mod">
          <ac:chgData name="Benjamin Salling Hvass" userId="7f701290-7113-44e4-8483-3cbeee116501" providerId="ADAL" clId="{5CFDDF4D-4CCA-50B7-A29E-A0C3AD0A79D7}" dt="2026-05-10T23:35:38.088" v="781" actId="14100"/>
          <ac:picMkLst>
            <pc:docMk/>
            <pc:sldMk cId="265400535" sldId="2134806466"/>
            <ac:picMk id="7" creationId="{2B7C1DB9-EAF3-F4D4-7ABD-02187C681D27}"/>
          </ac:picMkLst>
        </pc:picChg>
      </pc:sldChg>
      <pc:sldChg chg="modSp new mod">
        <pc:chgData name="Benjamin Salling Hvass" userId="7f701290-7113-44e4-8483-3cbeee116501" providerId="ADAL" clId="{5CFDDF4D-4CCA-50B7-A29E-A0C3AD0A79D7}" dt="2026-05-10T11:23:01.522" v="393" actId="20577"/>
        <pc:sldMkLst>
          <pc:docMk/>
          <pc:sldMk cId="4039813987" sldId="2134806468"/>
        </pc:sldMkLst>
        <pc:spChg chg="mod">
          <ac:chgData name="Benjamin Salling Hvass" userId="7f701290-7113-44e4-8483-3cbeee116501" providerId="ADAL" clId="{5CFDDF4D-4CCA-50B7-A29E-A0C3AD0A79D7}" dt="2026-05-10T11:23:01.522" v="393" actId="20577"/>
          <ac:spMkLst>
            <pc:docMk/>
            <pc:sldMk cId="4039813987" sldId="2134806468"/>
            <ac:spMk id="2" creationId="{791171A6-7798-FE06-ED17-81376FFBDA46}"/>
          </ac:spMkLst>
        </pc:spChg>
      </pc:sldChg>
      <pc:sldChg chg="modSp new mod">
        <pc:chgData name="Benjamin Salling Hvass" userId="7f701290-7113-44e4-8483-3cbeee116501" providerId="ADAL" clId="{5CFDDF4D-4CCA-50B7-A29E-A0C3AD0A79D7}" dt="2026-05-10T11:23:10.311" v="424" actId="20577"/>
        <pc:sldMkLst>
          <pc:docMk/>
          <pc:sldMk cId="2028907955" sldId="2134806469"/>
        </pc:sldMkLst>
        <pc:spChg chg="mod">
          <ac:chgData name="Benjamin Salling Hvass" userId="7f701290-7113-44e4-8483-3cbeee116501" providerId="ADAL" clId="{5CFDDF4D-4CCA-50B7-A29E-A0C3AD0A79D7}" dt="2026-05-10T11:23:10.311" v="424" actId="20577"/>
          <ac:spMkLst>
            <pc:docMk/>
            <pc:sldMk cId="2028907955" sldId="2134806469"/>
            <ac:spMk id="2" creationId="{2E95B38C-ADC3-9656-4EAB-9BC873471AEA}"/>
          </ac:spMkLst>
        </pc:spChg>
      </pc:sldChg>
      <pc:sldChg chg="modSp add mod">
        <pc:chgData name="Benjamin Salling Hvass" userId="7f701290-7113-44e4-8483-3cbeee116501" providerId="ADAL" clId="{5CFDDF4D-4CCA-50B7-A29E-A0C3AD0A79D7}" dt="2026-05-12T01:32:18.324" v="982" actId="20577"/>
        <pc:sldMkLst>
          <pc:docMk/>
          <pc:sldMk cId="205854381" sldId="2134806470"/>
        </pc:sldMkLst>
        <pc:spChg chg="mod">
          <ac:chgData name="Benjamin Salling Hvass" userId="7f701290-7113-44e4-8483-3cbeee116501" providerId="ADAL" clId="{5CFDDF4D-4CCA-50B7-A29E-A0C3AD0A79D7}" dt="2026-05-10T11:23:30.567" v="443" actId="20577"/>
          <ac:spMkLst>
            <pc:docMk/>
            <pc:sldMk cId="205854381" sldId="2134806470"/>
            <ac:spMk id="2" creationId="{D086A1FB-233E-1EEA-F4C5-A5C580348A34}"/>
          </ac:spMkLst>
        </pc:spChg>
        <pc:spChg chg="mod">
          <ac:chgData name="Benjamin Salling Hvass" userId="7f701290-7113-44e4-8483-3cbeee116501" providerId="ADAL" clId="{5CFDDF4D-4CCA-50B7-A29E-A0C3AD0A79D7}" dt="2026-05-12T01:32:18.324" v="982" actId="20577"/>
          <ac:spMkLst>
            <pc:docMk/>
            <pc:sldMk cId="205854381" sldId="2134806470"/>
            <ac:spMk id="3" creationId="{93686D9D-5BA3-D902-B260-754D0FD68944}"/>
          </ac:spMkLst>
        </pc:spChg>
      </pc:sldChg>
      <pc:sldChg chg="modSp new mod">
        <pc:chgData name="Benjamin Salling Hvass" userId="7f701290-7113-44e4-8483-3cbeee116501" providerId="ADAL" clId="{5CFDDF4D-4CCA-50B7-A29E-A0C3AD0A79D7}" dt="2026-05-11T23:32:31.308" v="928" actId="20577"/>
        <pc:sldMkLst>
          <pc:docMk/>
          <pc:sldMk cId="11066478" sldId="2134806471"/>
        </pc:sldMkLst>
        <pc:spChg chg="mod">
          <ac:chgData name="Benjamin Salling Hvass" userId="7f701290-7113-44e4-8483-3cbeee116501" providerId="ADAL" clId="{5CFDDF4D-4CCA-50B7-A29E-A0C3AD0A79D7}" dt="2026-05-11T23:32:14.818" v="918" actId="20577"/>
          <ac:spMkLst>
            <pc:docMk/>
            <pc:sldMk cId="11066478" sldId="2134806471"/>
            <ac:spMk id="2" creationId="{CFC5B459-14F1-1E6B-4C24-E83280EF4B44}"/>
          </ac:spMkLst>
        </pc:spChg>
        <pc:spChg chg="mod">
          <ac:chgData name="Benjamin Salling Hvass" userId="7f701290-7113-44e4-8483-3cbeee116501" providerId="ADAL" clId="{5CFDDF4D-4CCA-50B7-A29E-A0C3AD0A79D7}" dt="2026-05-11T23:32:31.308" v="928" actId="20577"/>
          <ac:spMkLst>
            <pc:docMk/>
            <pc:sldMk cId="11066478" sldId="2134806471"/>
            <ac:spMk id="3" creationId="{9A08972A-6114-D33C-BCD7-3B757AE5859C}"/>
          </ac:spMkLst>
        </pc:spChg>
      </pc:sldChg>
      <pc:sldChg chg="modSp new del mod">
        <pc:chgData name="Benjamin Salling Hvass" userId="7f701290-7113-44e4-8483-3cbeee116501" providerId="ADAL" clId="{5CFDDF4D-4CCA-50B7-A29E-A0C3AD0A79D7}" dt="2026-05-11T23:32:32.831" v="929" actId="2696"/>
        <pc:sldMkLst>
          <pc:docMk/>
          <pc:sldMk cId="276860928" sldId="2134806472"/>
        </pc:sldMkLst>
        <pc:spChg chg="mod">
          <ac:chgData name="Benjamin Salling Hvass" userId="7f701290-7113-44e4-8483-3cbeee116501" providerId="ADAL" clId="{5CFDDF4D-4CCA-50B7-A29E-A0C3AD0A79D7}" dt="2026-05-11T23:32:17.461" v="919" actId="21"/>
          <ac:spMkLst>
            <pc:docMk/>
            <pc:sldMk cId="276860928" sldId="2134806472"/>
            <ac:spMk id="2" creationId="{BB317FFF-1963-2912-08E4-CD7943D48862}"/>
          </ac:spMkLst>
        </pc:spChg>
      </pc:sldChg>
      <pc:sldChg chg="modSp new del mod">
        <pc:chgData name="Benjamin Salling Hvass" userId="7f701290-7113-44e4-8483-3cbeee116501" providerId="ADAL" clId="{5CFDDF4D-4CCA-50B7-A29E-A0C3AD0A79D7}" dt="2026-05-11T23:32:33.672" v="930" actId="2696"/>
        <pc:sldMkLst>
          <pc:docMk/>
          <pc:sldMk cId="740338068" sldId="2134806473"/>
        </pc:sldMkLst>
        <pc:spChg chg="mod">
          <ac:chgData name="Benjamin Salling Hvass" userId="7f701290-7113-44e4-8483-3cbeee116501" providerId="ADAL" clId="{5CFDDF4D-4CCA-50B7-A29E-A0C3AD0A79D7}" dt="2026-05-11T23:32:26.249" v="924" actId="21"/>
          <ac:spMkLst>
            <pc:docMk/>
            <pc:sldMk cId="740338068" sldId="2134806473"/>
            <ac:spMk id="2" creationId="{C9B122E9-66AE-E3C4-F1B4-F1A14E49C894}"/>
          </ac:spMkLst>
        </pc:spChg>
      </pc:sldChg>
      <pc:sldChg chg="modSp new mod">
        <pc:chgData name="Benjamin Salling Hvass" userId="7f701290-7113-44e4-8483-3cbeee116501" providerId="ADAL" clId="{5CFDDF4D-4CCA-50B7-A29E-A0C3AD0A79D7}" dt="2026-05-10T14:46:44.443" v="578" actId="20577"/>
        <pc:sldMkLst>
          <pc:docMk/>
          <pc:sldMk cId="3904751166" sldId="2134806474"/>
        </pc:sldMkLst>
        <pc:spChg chg="mod">
          <ac:chgData name="Benjamin Salling Hvass" userId="7f701290-7113-44e4-8483-3cbeee116501" providerId="ADAL" clId="{5CFDDF4D-4CCA-50B7-A29E-A0C3AD0A79D7}" dt="2026-05-10T14:46:44.443" v="578" actId="20577"/>
          <ac:spMkLst>
            <pc:docMk/>
            <pc:sldMk cId="3904751166" sldId="2134806474"/>
            <ac:spMk id="2" creationId="{DF7B7533-4F9D-8A69-ED63-3CB02DA1B054}"/>
          </ac:spMkLst>
        </pc:spChg>
      </pc:sldChg>
      <pc:sldChg chg="modSp new mod">
        <pc:chgData name="Benjamin Salling Hvass" userId="7f701290-7113-44e4-8483-3cbeee116501" providerId="ADAL" clId="{5CFDDF4D-4CCA-50B7-A29E-A0C3AD0A79D7}" dt="2026-05-10T14:51:06.350" v="598" actId="20577"/>
        <pc:sldMkLst>
          <pc:docMk/>
          <pc:sldMk cId="117720494" sldId="2134806475"/>
        </pc:sldMkLst>
        <pc:spChg chg="mod">
          <ac:chgData name="Benjamin Salling Hvass" userId="7f701290-7113-44e4-8483-3cbeee116501" providerId="ADAL" clId="{5CFDDF4D-4CCA-50B7-A29E-A0C3AD0A79D7}" dt="2026-05-10T14:51:06.350" v="598" actId="20577"/>
          <ac:spMkLst>
            <pc:docMk/>
            <pc:sldMk cId="117720494" sldId="2134806475"/>
            <ac:spMk id="2" creationId="{AB981172-DFC3-0F18-9FA9-F3A895244E11}"/>
          </ac:spMkLst>
        </pc:spChg>
      </pc:sldChg>
      <pc:sldChg chg="modSp new mod">
        <pc:chgData name="Benjamin Salling Hvass" userId="7f701290-7113-44e4-8483-3cbeee116501" providerId="ADAL" clId="{5CFDDF4D-4CCA-50B7-A29E-A0C3AD0A79D7}" dt="2026-05-10T22:28:49.871" v="701" actId="20577"/>
        <pc:sldMkLst>
          <pc:docMk/>
          <pc:sldMk cId="2352774475" sldId="2134806476"/>
        </pc:sldMkLst>
        <pc:spChg chg="mod">
          <ac:chgData name="Benjamin Salling Hvass" userId="7f701290-7113-44e4-8483-3cbeee116501" providerId="ADAL" clId="{5CFDDF4D-4CCA-50B7-A29E-A0C3AD0A79D7}" dt="2026-05-10T22:28:49.871" v="701" actId="20577"/>
          <ac:spMkLst>
            <pc:docMk/>
            <pc:sldMk cId="2352774475" sldId="2134806476"/>
            <ac:spMk id="2" creationId="{12309CDF-51BA-E473-20CC-36C543533595}"/>
          </ac:spMkLst>
        </pc:spChg>
      </pc:sldChg>
      <pc:sldChg chg="add">
        <pc:chgData name="Benjamin Salling Hvass" userId="7f701290-7113-44e4-8483-3cbeee116501" providerId="ADAL" clId="{5CFDDF4D-4CCA-50B7-A29E-A0C3AD0A79D7}" dt="2026-05-10T22:28:53.013" v="702"/>
        <pc:sldMkLst>
          <pc:docMk/>
          <pc:sldMk cId="251790360" sldId="2134806477"/>
        </pc:sldMkLst>
      </pc:sldChg>
      <pc:sldChg chg="add">
        <pc:chgData name="Benjamin Salling Hvass" userId="7f701290-7113-44e4-8483-3cbeee116501" providerId="ADAL" clId="{5CFDDF4D-4CCA-50B7-A29E-A0C3AD0A79D7}" dt="2026-05-10T22:28:56.443" v="703"/>
        <pc:sldMkLst>
          <pc:docMk/>
          <pc:sldMk cId="5193267" sldId="2134806478"/>
        </pc:sldMkLst>
      </pc:sldChg>
      <pc:sldChg chg="modSp add del mod">
        <pc:chgData name="Benjamin Salling Hvass" userId="7f701290-7113-44e4-8483-3cbeee116501" providerId="ADAL" clId="{5CFDDF4D-4CCA-50B7-A29E-A0C3AD0A79D7}" dt="2026-05-11T23:32:56.104" v="942" actId="2696"/>
        <pc:sldMkLst>
          <pc:docMk/>
          <pc:sldMk cId="2379244980" sldId="2134806479"/>
        </pc:sldMkLst>
      </pc:sldChg>
      <pc:sldChg chg="addSp modSp new mod">
        <pc:chgData name="Benjamin Salling Hvass" userId="7f701290-7113-44e4-8483-3cbeee116501" providerId="ADAL" clId="{5CFDDF4D-4CCA-50B7-A29E-A0C3AD0A79D7}" dt="2026-05-11T05:56:57.908" v="885" actId="1076"/>
        <pc:sldMkLst>
          <pc:docMk/>
          <pc:sldMk cId="1831573491" sldId="2134806480"/>
        </pc:sldMkLst>
        <pc:spChg chg="mod">
          <ac:chgData name="Benjamin Salling Hvass" userId="7f701290-7113-44e4-8483-3cbeee116501" providerId="ADAL" clId="{5CFDDF4D-4CCA-50B7-A29E-A0C3AD0A79D7}" dt="2026-05-10T23:34:45.231" v="769" actId="20577"/>
          <ac:spMkLst>
            <pc:docMk/>
            <pc:sldMk cId="1831573491" sldId="2134806480"/>
            <ac:spMk id="2" creationId="{FD604E6C-C0AB-C946-CE7C-731DC8A20C06}"/>
          </ac:spMkLst>
        </pc:spChg>
        <pc:picChg chg="add mod">
          <ac:chgData name="Benjamin Salling Hvass" userId="7f701290-7113-44e4-8483-3cbeee116501" providerId="ADAL" clId="{5CFDDF4D-4CCA-50B7-A29E-A0C3AD0A79D7}" dt="2026-05-11T05:56:57.908" v="885" actId="1076"/>
          <ac:picMkLst>
            <pc:docMk/>
            <pc:sldMk cId="1831573491" sldId="2134806480"/>
            <ac:picMk id="8" creationId="{6107DCEA-5FC6-56F7-E496-4C516DECE678}"/>
          </ac:picMkLst>
        </pc:picChg>
      </pc:sldChg>
      <pc:sldChg chg="addSp modSp new mod">
        <pc:chgData name="Benjamin Salling Hvass" userId="7f701290-7113-44e4-8483-3cbeee116501" providerId="ADAL" clId="{5CFDDF4D-4CCA-50B7-A29E-A0C3AD0A79D7}" dt="2026-05-10T23:35:31.382" v="779" actId="1076"/>
        <pc:sldMkLst>
          <pc:docMk/>
          <pc:sldMk cId="4260500123" sldId="2134806481"/>
        </pc:sldMkLst>
        <pc:spChg chg="mod">
          <ac:chgData name="Benjamin Salling Hvass" userId="7f701290-7113-44e4-8483-3cbeee116501" providerId="ADAL" clId="{5CFDDF4D-4CCA-50B7-A29E-A0C3AD0A79D7}" dt="2026-05-10T22:39:30.629" v="748" actId="20577"/>
          <ac:spMkLst>
            <pc:docMk/>
            <pc:sldMk cId="4260500123" sldId="2134806481"/>
            <ac:spMk id="2" creationId="{490C0F92-33FB-46A4-C61F-412B407F0904}"/>
          </ac:spMkLst>
        </pc:spChg>
        <pc:picChg chg="add mod">
          <ac:chgData name="Benjamin Salling Hvass" userId="7f701290-7113-44e4-8483-3cbeee116501" providerId="ADAL" clId="{5CFDDF4D-4CCA-50B7-A29E-A0C3AD0A79D7}" dt="2026-05-10T23:35:31.382" v="779" actId="1076"/>
          <ac:picMkLst>
            <pc:docMk/>
            <pc:sldMk cId="4260500123" sldId="2134806481"/>
            <ac:picMk id="8" creationId="{5439C724-37EE-C6CB-25D3-FEDD6505B3F5}"/>
          </ac:picMkLst>
        </pc:picChg>
      </pc:sldChg>
      <pc:sldChg chg="modSp add mod">
        <pc:chgData name="Benjamin Salling Hvass" userId="7f701290-7113-44e4-8483-3cbeee116501" providerId="ADAL" clId="{5CFDDF4D-4CCA-50B7-A29E-A0C3AD0A79D7}" dt="2026-05-10T22:44:36.197" v="761" actId="20577"/>
        <pc:sldMkLst>
          <pc:docMk/>
          <pc:sldMk cId="1874518167" sldId="2134806482"/>
        </pc:sldMkLst>
        <pc:spChg chg="mod">
          <ac:chgData name="Benjamin Salling Hvass" userId="7f701290-7113-44e4-8483-3cbeee116501" providerId="ADAL" clId="{5CFDDF4D-4CCA-50B7-A29E-A0C3AD0A79D7}" dt="2026-05-10T22:44:36.197" v="761" actId="20577"/>
          <ac:spMkLst>
            <pc:docMk/>
            <pc:sldMk cId="1874518167" sldId="2134806482"/>
            <ac:spMk id="2" creationId="{E6A47E16-47FA-5C7E-78B6-E85D3406E12B}"/>
          </ac:spMkLst>
        </pc:spChg>
      </pc:sldChg>
      <pc:sldChg chg="addSp delSp modSp new mod modClrScheme chgLayout">
        <pc:chgData name="Benjamin Salling Hvass" userId="7f701290-7113-44e4-8483-3cbeee116501" providerId="ADAL" clId="{5CFDDF4D-4CCA-50B7-A29E-A0C3AD0A79D7}" dt="2026-05-12T02:14:03.025" v="1012" actId="20577"/>
        <pc:sldMkLst>
          <pc:docMk/>
          <pc:sldMk cId="1696718481" sldId="2134806483"/>
        </pc:sldMkLst>
        <pc:spChg chg="add mod ord">
          <ac:chgData name="Benjamin Salling Hvass" userId="7f701290-7113-44e4-8483-3cbeee116501" providerId="ADAL" clId="{5CFDDF4D-4CCA-50B7-A29E-A0C3AD0A79D7}" dt="2026-05-10T23:36:08.703" v="788" actId="20577"/>
          <ac:spMkLst>
            <pc:docMk/>
            <pc:sldMk cId="1696718481" sldId="2134806483"/>
            <ac:spMk id="6" creationId="{89D76238-888D-FE1A-50DD-955C92FE0CA8}"/>
          </ac:spMkLst>
        </pc:spChg>
        <pc:spChg chg="add mod ord">
          <ac:chgData name="Benjamin Salling Hvass" userId="7f701290-7113-44e4-8483-3cbeee116501" providerId="ADAL" clId="{5CFDDF4D-4CCA-50B7-A29E-A0C3AD0A79D7}" dt="2026-05-12T02:14:03.025" v="1012" actId="20577"/>
          <ac:spMkLst>
            <pc:docMk/>
            <pc:sldMk cId="1696718481" sldId="2134806483"/>
            <ac:spMk id="7" creationId="{A8F8612D-07D4-A2F9-AD29-0EB9F6FD9E32}"/>
          </ac:spMkLst>
        </pc:spChg>
      </pc:sldChg>
      <pc:sldChg chg="addSp delSp modSp new mod">
        <pc:chgData name="Benjamin Salling Hvass" userId="7f701290-7113-44e4-8483-3cbeee116501" providerId="ADAL" clId="{5CFDDF4D-4CCA-50B7-A29E-A0C3AD0A79D7}" dt="2026-05-11T23:37:49.137" v="953" actId="1076"/>
        <pc:sldMkLst>
          <pc:docMk/>
          <pc:sldMk cId="3669604264" sldId="2134806484"/>
        </pc:sldMkLst>
        <pc:spChg chg="mod">
          <ac:chgData name="Benjamin Salling Hvass" userId="7f701290-7113-44e4-8483-3cbeee116501" providerId="ADAL" clId="{5CFDDF4D-4CCA-50B7-A29E-A0C3AD0A79D7}" dt="2026-05-11T23:32:53.976" v="941" actId="20577"/>
          <ac:spMkLst>
            <pc:docMk/>
            <pc:sldMk cId="3669604264" sldId="2134806484"/>
            <ac:spMk id="2" creationId="{CF403BC6-D37D-8611-F752-99E31C494300}"/>
          </ac:spMkLst>
        </pc:spChg>
        <pc:spChg chg="del">
          <ac:chgData name="Benjamin Salling Hvass" userId="7f701290-7113-44e4-8483-3cbeee116501" providerId="ADAL" clId="{5CFDDF4D-4CCA-50B7-A29E-A0C3AD0A79D7}" dt="2026-05-11T23:36:55.617" v="943" actId="478"/>
          <ac:spMkLst>
            <pc:docMk/>
            <pc:sldMk cId="3669604264" sldId="2134806484"/>
            <ac:spMk id="3" creationId="{08BC117E-8BA3-B06D-C881-7120D3651EC1}"/>
          </ac:spMkLst>
        </pc:spChg>
        <pc:picChg chg="add mod">
          <ac:chgData name="Benjamin Salling Hvass" userId="7f701290-7113-44e4-8483-3cbeee116501" providerId="ADAL" clId="{5CFDDF4D-4CCA-50B7-A29E-A0C3AD0A79D7}" dt="2026-05-11T23:37:45.938" v="952" actId="1076"/>
          <ac:picMkLst>
            <pc:docMk/>
            <pc:sldMk cId="3669604264" sldId="2134806484"/>
            <ac:picMk id="8" creationId="{1FD005D5-6627-523C-9C2B-7E6DC82D1840}"/>
          </ac:picMkLst>
        </pc:picChg>
        <pc:picChg chg="add mod">
          <ac:chgData name="Benjamin Salling Hvass" userId="7f701290-7113-44e4-8483-3cbeee116501" providerId="ADAL" clId="{5CFDDF4D-4CCA-50B7-A29E-A0C3AD0A79D7}" dt="2026-05-11T23:37:49.137" v="953" actId="1076"/>
          <ac:picMkLst>
            <pc:docMk/>
            <pc:sldMk cId="3669604264" sldId="2134806484"/>
            <ac:picMk id="10" creationId="{C9692203-486B-12AA-E5EE-374C25EA49B5}"/>
          </ac:picMkLst>
        </pc:picChg>
        <pc:picChg chg="add mod">
          <ac:chgData name="Benjamin Salling Hvass" userId="7f701290-7113-44e4-8483-3cbeee116501" providerId="ADAL" clId="{5CFDDF4D-4CCA-50B7-A29E-A0C3AD0A79D7}" dt="2026-05-11T23:37:42.912" v="951" actId="1076"/>
          <ac:picMkLst>
            <pc:docMk/>
            <pc:sldMk cId="3669604264" sldId="2134806484"/>
            <ac:picMk id="12" creationId="{0EA22676-2AEC-2AB4-B77C-51EF3933EECA}"/>
          </ac:picMkLst>
        </pc:picChg>
      </pc:sldChg>
    </pc:docChg>
  </pc:docChgLst>
  <pc:docChgLst>
    <pc:chgData name="Benjamin Salling Hvass" userId="S::benjamin.hvass@alexandra.dk::7f701290-7113-44e4-8483-3cbeee116501" providerId="AD" clId="Web-{7DA43C38-709D-BCA5-EE5B-7FA6C554D123}"/>
    <pc:docChg chg="modSld">
      <pc:chgData name="Benjamin Salling Hvass" userId="S::benjamin.hvass@alexandra.dk::7f701290-7113-44e4-8483-3cbeee116501" providerId="AD" clId="Web-{7DA43C38-709D-BCA5-EE5B-7FA6C554D123}" dt="2026-05-07T13:47:05.147" v="28" actId="20577"/>
      <pc:docMkLst>
        <pc:docMk/>
      </pc:docMkLst>
      <pc:sldChg chg="addSp delSp modSp">
        <pc:chgData name="Benjamin Salling Hvass" userId="S::benjamin.hvass@alexandra.dk::7f701290-7113-44e4-8483-3cbeee116501" providerId="AD" clId="Web-{7DA43C38-709D-BCA5-EE5B-7FA6C554D123}" dt="2026-05-07T13:46:37.615" v="12"/>
        <pc:sldMkLst>
          <pc:docMk/>
          <pc:sldMk cId="2268625030" sldId="1892"/>
        </pc:sldMkLst>
        <pc:graphicFrameChg chg="add mod modGraphic">
          <ac:chgData name="Benjamin Salling Hvass" userId="S::benjamin.hvass@alexandra.dk::7f701290-7113-44e4-8483-3cbeee116501" providerId="AD" clId="Web-{7DA43C38-709D-BCA5-EE5B-7FA6C554D123}" dt="2026-05-07T13:46:34.146" v="11" actId="1076"/>
          <ac:graphicFrameMkLst>
            <pc:docMk/>
            <pc:sldMk cId="2268625030" sldId="1892"/>
            <ac:graphicFrameMk id="3" creationId="{D167D595-DDB8-DA72-C84E-90882A5E5D90}"/>
          </ac:graphicFrameMkLst>
        </pc:graphicFrameChg>
      </pc:sldChg>
      <pc:sldChg chg="modSp">
        <pc:chgData name="Benjamin Salling Hvass" userId="S::benjamin.hvass@alexandra.dk::7f701290-7113-44e4-8483-3cbeee116501" providerId="AD" clId="Web-{7DA43C38-709D-BCA5-EE5B-7FA6C554D123}" dt="2026-05-07T13:47:05.147" v="28" actId="20577"/>
        <pc:sldMkLst>
          <pc:docMk/>
          <pc:sldMk cId="1394081621" sldId="1896"/>
        </pc:sldMkLst>
        <pc:spChg chg="mod">
          <ac:chgData name="Benjamin Salling Hvass" userId="S::benjamin.hvass@alexandra.dk::7f701290-7113-44e4-8483-3cbeee116501" providerId="AD" clId="Web-{7DA43C38-709D-BCA5-EE5B-7FA6C554D123}" dt="2026-05-07T13:47:05.147" v="28" actId="20577"/>
          <ac:spMkLst>
            <pc:docMk/>
            <pc:sldMk cId="1394081621" sldId="1896"/>
            <ac:spMk id="2" creationId="{EEBC60BE-3CF9-FE4E-F98E-D870D6C6885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8A8B2-9967-5C4C-B793-6C24CF068DE2}" type="datetimeFigureOut">
              <a:rPr lang="da-DK" smtClean="0"/>
              <a:t>12.05.2026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BF29A2-4FD5-4341-8EB7-C2CDDFE66A5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1671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5D2EF-0906-39E8-7143-065D282AF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945A49-7783-3A8B-F225-6B90AF1895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EA19E7-6A83-E0A6-5911-3A7AA97AD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BA0AA-B1EB-4884-8CFE-72932A451D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F29A2-4FD5-4341-8EB7-C2CDDFE66A51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92471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LX GENERI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 descr="Et billede, der indeholder kaffekop, krus, bord, bordservice&#10;&#10;AI-genereret indhold kan være ukorrekt.">
            <a:extLst>
              <a:ext uri="{FF2B5EF4-FFF2-40B4-BE49-F238E27FC236}">
                <a16:creationId xmlns:a16="http://schemas.microsoft.com/office/drawing/2014/main" id="{C121535F-D843-EA03-AF0E-364245AE2B7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4258" b="-23475"/>
          <a:stretch>
            <a:fillRect/>
          </a:stretch>
        </p:blipFill>
        <p:spPr>
          <a:xfrm>
            <a:off x="2266094" y="0"/>
            <a:ext cx="9925906" cy="5554075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da-DK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4541233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LX SIKKERH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 descr="Et billede, der indeholder kredsløb, elektronik, Elektronisk komponent, Elektroteknik&#10;&#10;AI-genereret indhold kan være ukorrekt.">
            <a:extLst>
              <a:ext uri="{FF2B5EF4-FFF2-40B4-BE49-F238E27FC236}">
                <a16:creationId xmlns:a16="http://schemas.microsoft.com/office/drawing/2014/main" id="{B083C026-0090-3194-76FE-2AB9675B52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411" r="21876"/>
          <a:stretch>
            <a:fillRect/>
          </a:stretch>
        </p:blipFill>
        <p:spPr>
          <a:xfrm>
            <a:off x="2667157" y="-1"/>
            <a:ext cx="9524843" cy="4498123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da-DK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2972861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LX BÆREDYG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lede 10" descr="Et billede, der indeholder træ, person, udendørs, tøj&#10;&#10;AI-genereret indhold kan være ukorrekt.">
            <a:extLst>
              <a:ext uri="{FF2B5EF4-FFF2-40B4-BE49-F238E27FC236}">
                <a16:creationId xmlns:a16="http://schemas.microsoft.com/office/drawing/2014/main" id="{1D5533EA-34A2-1C3E-82C4-F40F51E17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485" y="0"/>
            <a:ext cx="8051515" cy="4528977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200185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LX 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 descr="Et billede, der indeholder person, fyrværkeri, lys/lygte&#10;&#10;AI-genereret indhold kan være ukorrekt.">
            <a:extLst>
              <a:ext uri="{FF2B5EF4-FFF2-40B4-BE49-F238E27FC236}">
                <a16:creationId xmlns:a16="http://schemas.microsoft.com/office/drawing/2014/main" id="{5D29AC76-5194-A073-E319-3DA1BCEAF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357" y="0"/>
            <a:ext cx="8164530" cy="4592548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7540411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I Sprogteknolog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 descr="Et billede, der indeholder person, indendørs, tøj, Ansigt&#10;&#10;AI-genereret indhold kan være ukorrekt.">
            <a:extLst>
              <a:ext uri="{FF2B5EF4-FFF2-40B4-BE49-F238E27FC236}">
                <a16:creationId xmlns:a16="http://schemas.microsoft.com/office/drawing/2014/main" id="{869A67AF-8795-6ADF-B0C8-64901637480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>
            <a:fillRect/>
          </a:stretch>
        </p:blipFill>
        <p:spPr>
          <a:xfrm>
            <a:off x="4265662" y="0"/>
            <a:ext cx="7926338" cy="4687743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8179987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LX SUNDH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illede 16" descr="Et billede, der indeholder skærmbillede, elektronik, musik&#10;&#10;AI-genereret indhold kan være ukorrekt.">
            <a:extLst>
              <a:ext uri="{FF2B5EF4-FFF2-40B4-BE49-F238E27FC236}">
                <a16:creationId xmlns:a16="http://schemas.microsoft.com/office/drawing/2014/main" id="{0C704087-8C8C-A1EB-7981-3819ABE47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365" y="0"/>
            <a:ext cx="8018635" cy="4510482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9131753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id side - 1 tekstb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F550DC7-A416-CF41-A483-9ADA70B39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000" y="1620000"/>
            <a:ext cx="10440000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60000" indent="-360000"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 indent="-358775">
              <a:spcBef>
                <a:spcPts val="600"/>
              </a:spcBef>
              <a:buClrTx/>
              <a:tabLst/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 indent="-360000">
              <a:spcBef>
                <a:spcPts val="600"/>
              </a:spcBef>
              <a:buClrTx/>
              <a:tabLst/>
              <a:defRPr sz="180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80000" indent="-360000">
              <a:defRPr>
                <a:latin typeface="Montserrat" pitchFamily="2" charset="77"/>
                <a:cs typeface="Arial" panose="020B060402020202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itle Placeholder 4">
            <a:extLst>
              <a:ext uri="{FF2B5EF4-FFF2-40B4-BE49-F238E27FC236}">
                <a16:creationId xmlns:a16="http://schemas.microsoft.com/office/drawing/2014/main" id="{428A49A8-7DC3-9A4F-9771-3C7CD6044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540000"/>
            <a:ext cx="1044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b="0"/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10" name="Pladsholder til dato 9">
            <a:extLst>
              <a:ext uri="{FF2B5EF4-FFF2-40B4-BE49-F238E27FC236}">
                <a16:creationId xmlns:a16="http://schemas.microsoft.com/office/drawing/2014/main" id="{1BB2F60C-788E-9A59-EF13-80326069F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12.05.2026</a:t>
            </a:fld>
            <a:endParaRPr lang="da-DK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C715199F-1D98-9548-D278-C6709A1D5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2" name="Pladsholder til slidenummer 11">
            <a:extLst>
              <a:ext uri="{FF2B5EF4-FFF2-40B4-BE49-F238E27FC236}">
                <a16:creationId xmlns:a16="http://schemas.microsoft.com/office/drawing/2014/main" id="{1842143F-A33C-07B8-623A-3A8B9C79E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01522963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vid side - 1 tekstb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F550DC7-A416-CF41-A483-9ADA70B39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999" y="1620000"/>
            <a:ext cx="5040000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60000" indent="-360000"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 indent="-358775">
              <a:spcBef>
                <a:spcPts val="600"/>
              </a:spcBef>
              <a:buClrTx/>
              <a:tabLst/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 indent="-360000">
              <a:spcBef>
                <a:spcPts val="600"/>
              </a:spcBef>
              <a:buClrTx/>
              <a:tabLst/>
              <a:defRPr sz="180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80000" indent="-360000">
              <a:defRPr>
                <a:latin typeface="Montserrat" pitchFamily="2" charset="77"/>
                <a:cs typeface="Arial" panose="020B060402020202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itle Placeholder 4">
            <a:extLst>
              <a:ext uri="{FF2B5EF4-FFF2-40B4-BE49-F238E27FC236}">
                <a16:creationId xmlns:a16="http://schemas.microsoft.com/office/drawing/2014/main" id="{428A49A8-7DC3-9A4F-9771-3C7CD6044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540000"/>
            <a:ext cx="1044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b="0"/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10" name="Pladsholder til dato 9">
            <a:extLst>
              <a:ext uri="{FF2B5EF4-FFF2-40B4-BE49-F238E27FC236}">
                <a16:creationId xmlns:a16="http://schemas.microsoft.com/office/drawing/2014/main" id="{1BB2F60C-788E-9A59-EF13-80326069F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12.05.2026</a:t>
            </a:fld>
            <a:endParaRPr lang="da-DK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C715199F-1D98-9548-D278-C6709A1D5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2" name="Pladsholder til slidenummer 11">
            <a:extLst>
              <a:ext uri="{FF2B5EF4-FFF2-40B4-BE49-F238E27FC236}">
                <a16:creationId xmlns:a16="http://schemas.microsoft.com/office/drawing/2014/main" id="{1842143F-A33C-07B8-623A-3A8B9C79E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0D059A8-DCE4-A46D-60D3-F398DD48FA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620000"/>
            <a:ext cx="5040000" cy="4337050"/>
          </a:xfrm>
        </p:spPr>
        <p:txBody>
          <a:bodyPr/>
          <a:lstStyle>
            <a:lvl2pPr>
              <a:defRPr lang="da-DK" sz="2000" kern="1200" noProof="0" dirty="0" smtClean="0">
                <a:solidFill>
                  <a:srgbClr val="34343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da-DK" sz="1800" kern="1200" dirty="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3394536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id side 2 tekstbok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e 3">
            <a:extLst>
              <a:ext uri="{FF2B5EF4-FFF2-40B4-BE49-F238E27FC236}">
                <a16:creationId xmlns:a16="http://schemas.microsoft.com/office/drawing/2014/main" id="{64C8BE60-2B52-C474-A2CB-1F64FF30550F}"/>
              </a:ext>
            </a:extLst>
          </p:cNvPr>
          <p:cNvGrpSpPr>
            <a:grpSpLocks/>
          </p:cNvGrpSpPr>
          <p:nvPr/>
        </p:nvGrpSpPr>
        <p:grpSpPr>
          <a:xfrm>
            <a:off x="6168866" y="0"/>
            <a:ext cx="6023133" cy="6875719"/>
            <a:chOff x="6168866" y="0"/>
            <a:chExt cx="6023133" cy="6875719"/>
          </a:xfrm>
        </p:grpSpPr>
        <p:sp>
          <p:nvSpPr>
            <p:cNvPr id="2" name="Right Triangle 5">
              <a:extLst>
                <a:ext uri="{FF2B5EF4-FFF2-40B4-BE49-F238E27FC236}">
                  <a16:creationId xmlns:a16="http://schemas.microsoft.com/office/drawing/2014/main" id="{BDA80A67-9751-09B1-DB0C-8281D5DF6CC4}"/>
                </a:ext>
              </a:extLst>
            </p:cNvPr>
            <p:cNvSpPr>
              <a:spLocks/>
            </p:cNvSpPr>
            <p:nvPr userDrawn="1"/>
          </p:nvSpPr>
          <p:spPr>
            <a:xfrm rot="16200000">
              <a:off x="3876182" y="2292684"/>
              <a:ext cx="6875719" cy="2290351"/>
            </a:xfrm>
            <a:prstGeom prst="rtTriangle">
              <a:avLst/>
            </a:prstGeom>
            <a:solidFill>
              <a:srgbClr val="F2F2F2">
                <a:alpha val="760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" name="Rectangle 6">
              <a:extLst>
                <a:ext uri="{FF2B5EF4-FFF2-40B4-BE49-F238E27FC236}">
                  <a16:creationId xmlns:a16="http://schemas.microsoft.com/office/drawing/2014/main" id="{D1B89683-95FC-5F47-3B48-A48206CDFC66}"/>
                </a:ext>
              </a:extLst>
            </p:cNvPr>
            <p:cNvSpPr>
              <a:spLocks/>
            </p:cNvSpPr>
            <p:nvPr userDrawn="1"/>
          </p:nvSpPr>
          <p:spPr>
            <a:xfrm>
              <a:off x="8459216" y="0"/>
              <a:ext cx="3732783" cy="6858000"/>
            </a:xfrm>
            <a:prstGeom prst="rect">
              <a:avLst/>
            </a:prstGeom>
            <a:solidFill>
              <a:srgbClr val="F2F2F2">
                <a:alpha val="760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9" name="Title Placeholder 4">
            <a:extLst>
              <a:ext uri="{FF2B5EF4-FFF2-40B4-BE49-F238E27FC236}">
                <a16:creationId xmlns:a16="http://schemas.microsoft.com/office/drawing/2014/main" id="{428A49A8-7DC3-9A4F-9771-3C7CD6044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540000"/>
            <a:ext cx="1044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BFFC66B-5AED-2744-BFAE-4D029775E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999" y="1620000"/>
            <a:ext cx="6513171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600"/>
              </a:spcBef>
              <a:defRPr sz="240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>
              <a:spcBef>
                <a:spcPts val="600"/>
              </a:spcBef>
              <a:buClr>
                <a:schemeClr val="tx1"/>
              </a:buClr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>
              <a:spcBef>
                <a:spcPts val="600"/>
              </a:spcBef>
              <a:defRPr sz="180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8" name="Pladsholder til dato 7">
            <a:extLst>
              <a:ext uri="{FF2B5EF4-FFF2-40B4-BE49-F238E27FC236}">
                <a16:creationId xmlns:a16="http://schemas.microsoft.com/office/drawing/2014/main" id="{2E08A753-BCB9-AF7C-B2E7-E96AE441A1E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12.05.2026</a:t>
            </a:fld>
            <a:endParaRPr lang="da-DK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A29B5240-8D55-E294-932C-E33FA9A3B5A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3" name="Pladsholder til slidenummer 12">
            <a:extLst>
              <a:ext uri="{FF2B5EF4-FFF2-40B4-BE49-F238E27FC236}">
                <a16:creationId xmlns:a16="http://schemas.microsoft.com/office/drawing/2014/main" id="{5E4341C0-49C3-7B86-12E9-938EE4813FD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90686426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id side venstre 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e 6">
            <a:extLst>
              <a:ext uri="{FF2B5EF4-FFF2-40B4-BE49-F238E27FC236}">
                <a16:creationId xmlns:a16="http://schemas.microsoft.com/office/drawing/2014/main" id="{007A8533-68AB-378D-1647-CF2D23CCC072}"/>
              </a:ext>
            </a:extLst>
          </p:cNvPr>
          <p:cNvGrpSpPr>
            <a:grpSpLocks/>
          </p:cNvGrpSpPr>
          <p:nvPr/>
        </p:nvGrpSpPr>
        <p:grpSpPr>
          <a:xfrm flipH="1" flipV="1">
            <a:off x="0" y="0"/>
            <a:ext cx="6023133" cy="6875719"/>
            <a:chOff x="6168866" y="0"/>
            <a:chExt cx="6023133" cy="6875719"/>
          </a:xfrm>
        </p:grpSpPr>
        <p:sp>
          <p:nvSpPr>
            <p:cNvPr id="8" name="Right Triangle 5">
              <a:extLst>
                <a:ext uri="{FF2B5EF4-FFF2-40B4-BE49-F238E27FC236}">
                  <a16:creationId xmlns:a16="http://schemas.microsoft.com/office/drawing/2014/main" id="{628F85BA-B21F-AE7E-9011-A1B5DB2B7A88}"/>
                </a:ext>
              </a:extLst>
            </p:cNvPr>
            <p:cNvSpPr>
              <a:spLocks/>
            </p:cNvSpPr>
            <p:nvPr userDrawn="1"/>
          </p:nvSpPr>
          <p:spPr>
            <a:xfrm rot="16200000">
              <a:off x="3876182" y="2292684"/>
              <a:ext cx="6875719" cy="2290351"/>
            </a:xfrm>
            <a:prstGeom prst="rtTriangle">
              <a:avLst/>
            </a:prstGeom>
            <a:solidFill>
              <a:srgbClr val="F2F2F2">
                <a:alpha val="760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0B2FE402-7804-C57F-6F02-4FB1DEEF5C47}"/>
                </a:ext>
              </a:extLst>
            </p:cNvPr>
            <p:cNvSpPr>
              <a:spLocks/>
            </p:cNvSpPr>
            <p:nvPr userDrawn="1"/>
          </p:nvSpPr>
          <p:spPr>
            <a:xfrm>
              <a:off x="8459216" y="0"/>
              <a:ext cx="3732783" cy="6858000"/>
            </a:xfrm>
            <a:prstGeom prst="rect">
              <a:avLst/>
            </a:prstGeom>
            <a:solidFill>
              <a:srgbClr val="F2F2F2">
                <a:alpha val="760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5" name="Titel 1">
            <a:extLst>
              <a:ext uri="{FF2B5EF4-FFF2-40B4-BE49-F238E27FC236}">
                <a16:creationId xmlns:a16="http://schemas.microsoft.com/office/drawing/2014/main" id="{14DFB6E2-64E7-8142-9C16-FF850D4F8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553998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34343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3" name="Pladsholder til tekst 3">
            <a:extLst>
              <a:ext uri="{FF2B5EF4-FFF2-40B4-BE49-F238E27FC236}">
                <a16:creationId xmlns:a16="http://schemas.microsoft.com/office/drawing/2014/main" id="{32B8AAA8-0DE4-0140-84C9-9A0D444C0E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84821" y="900000"/>
            <a:ext cx="6480000" cy="5205378"/>
          </a:xfrm>
        </p:spPr>
        <p:txBody>
          <a:bodyPr/>
          <a:lstStyle>
            <a:lvl1pPr>
              <a:spcBef>
                <a:spcPts val="600"/>
              </a:spcBef>
              <a:buClr>
                <a:schemeClr val="tx1"/>
              </a:buClr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>
              <a:spcBef>
                <a:spcPts val="600"/>
              </a:spcBef>
              <a:buClr>
                <a:schemeClr val="tx1"/>
              </a:buClr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>
              <a:spcBef>
                <a:spcPts val="600"/>
              </a:spcBef>
              <a:buClr>
                <a:schemeClr val="tx1"/>
              </a:buClr>
              <a:defRPr sz="180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5pPr marL="342900" indent="-3429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Pladsholder til dato 9">
            <a:extLst>
              <a:ext uri="{FF2B5EF4-FFF2-40B4-BE49-F238E27FC236}">
                <a16:creationId xmlns:a16="http://schemas.microsoft.com/office/drawing/2014/main" id="{5FB53F5E-23AB-0F2F-0254-E61B6F6B51E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12.05.2026</a:t>
            </a:fld>
            <a:endParaRPr lang="da-DK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BEFC8083-65C1-9EC0-077C-893912995B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2" name="Pladsholder til slidenummer 11">
            <a:extLst>
              <a:ext uri="{FF2B5EF4-FFF2-40B4-BE49-F238E27FC236}">
                <a16:creationId xmlns:a16="http://schemas.microsoft.com/office/drawing/2014/main" id="{D09ACB56-0D0F-B0E1-DFDA-06DD2EA133A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21773816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d slide venstrestillet overskrif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D943BCA5-A9D1-3C4A-B419-FA4758A25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1260000"/>
            <a:ext cx="396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>
                <a:solidFill>
                  <a:srgbClr val="34343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9" name="Pladsholder til tekst 3">
            <a:extLst>
              <a:ext uri="{FF2B5EF4-FFF2-40B4-BE49-F238E27FC236}">
                <a16:creationId xmlns:a16="http://schemas.microsoft.com/office/drawing/2014/main" id="{54EA145E-2D74-D94E-BB16-46323B3937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40001" y="1260000"/>
            <a:ext cx="5983600" cy="4561135"/>
          </a:xfrm>
        </p:spPr>
        <p:txBody>
          <a:bodyPr/>
          <a:lstStyle>
            <a:lvl1pPr>
              <a:spcBef>
                <a:spcPts val="600"/>
              </a:spcBef>
              <a:buClr>
                <a:schemeClr val="tx1"/>
              </a:buClr>
              <a:defRPr>
                <a:solidFill>
                  <a:srgbClr val="343434"/>
                </a:solidFill>
              </a:defRPr>
            </a:lvl1pPr>
            <a:lvl2pPr marL="720000">
              <a:spcBef>
                <a:spcPts val="600"/>
              </a:spcBef>
              <a:buClr>
                <a:schemeClr val="tx1"/>
              </a:buClr>
              <a:defRPr>
                <a:solidFill>
                  <a:srgbClr val="343434"/>
                </a:solidFill>
              </a:defRPr>
            </a:lvl2pPr>
            <a:lvl3pPr marL="1080000">
              <a:spcBef>
                <a:spcPts val="600"/>
              </a:spcBef>
              <a:buClr>
                <a:schemeClr val="tx1"/>
              </a:buClr>
              <a:defRPr sz="1800">
                <a:solidFill>
                  <a:srgbClr val="343434"/>
                </a:solidFill>
              </a:defRPr>
            </a:lvl3pPr>
            <a:lvl5pPr marL="342900" indent="-3429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Pladsholder til dato 14">
            <a:extLst>
              <a:ext uri="{FF2B5EF4-FFF2-40B4-BE49-F238E27FC236}">
                <a16:creationId xmlns:a16="http://schemas.microsoft.com/office/drawing/2014/main" id="{7C5399E5-3534-91E8-9F8C-B0CC6D87E22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12.05.2026</a:t>
            </a:fld>
            <a:endParaRPr lang="da-DK"/>
          </a:p>
        </p:txBody>
      </p:sp>
      <p:sp>
        <p:nvSpPr>
          <p:cNvPr id="16" name="Pladsholder til sidefod 15">
            <a:extLst>
              <a:ext uri="{FF2B5EF4-FFF2-40B4-BE49-F238E27FC236}">
                <a16:creationId xmlns:a16="http://schemas.microsoft.com/office/drawing/2014/main" id="{962C43D6-61CF-D952-9CBC-6E9A7A5B10A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7" name="Pladsholder til slidenummer 16">
            <a:extLst>
              <a:ext uri="{FF2B5EF4-FFF2-40B4-BE49-F238E27FC236}">
                <a16:creationId xmlns:a16="http://schemas.microsoft.com/office/drawing/2014/main" id="{95D5EE3D-13CA-2876-91CF-5247FED0004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87760976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d slide venstrestillet overskrift /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D943BCA5-A9D1-3C4A-B419-FA4758A25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612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>
                <a:solidFill>
                  <a:srgbClr val="34343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9" name="Pladsholder til tekst 3">
            <a:extLst>
              <a:ext uri="{FF2B5EF4-FFF2-40B4-BE49-F238E27FC236}">
                <a16:creationId xmlns:a16="http://schemas.microsoft.com/office/drawing/2014/main" id="{54EA145E-2D74-D94E-BB16-46323B3937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9999" y="2160000"/>
            <a:ext cx="6120000" cy="3960000"/>
          </a:xfrm>
        </p:spPr>
        <p:txBody>
          <a:bodyPr/>
          <a:lstStyle>
            <a:lvl1pPr indent="-180000">
              <a:spcBef>
                <a:spcPts val="600"/>
              </a:spcBef>
              <a:buClrTx/>
              <a:defRPr>
                <a:solidFill>
                  <a:srgbClr val="343434"/>
                </a:solidFill>
              </a:defRPr>
            </a:lvl1pPr>
            <a:lvl2pPr marL="720000" indent="-180000">
              <a:spcBef>
                <a:spcPts val="600"/>
              </a:spcBef>
              <a:buClrTx/>
              <a:defRPr>
                <a:solidFill>
                  <a:srgbClr val="343434"/>
                </a:solidFill>
              </a:defRPr>
            </a:lvl2pPr>
            <a:lvl3pPr marL="1080000" indent="-180000">
              <a:spcBef>
                <a:spcPts val="600"/>
              </a:spcBef>
              <a:buClrTx/>
              <a:defRPr sz="1800">
                <a:solidFill>
                  <a:srgbClr val="343434"/>
                </a:solidFill>
              </a:defRPr>
            </a:lvl3pPr>
            <a:lvl5pPr marL="342900" indent="-3429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Pladsholder til dato 14">
            <a:extLst>
              <a:ext uri="{FF2B5EF4-FFF2-40B4-BE49-F238E27FC236}">
                <a16:creationId xmlns:a16="http://schemas.microsoft.com/office/drawing/2014/main" id="{7C5399E5-3534-91E8-9F8C-B0CC6D87E22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12.05.2026</a:t>
            </a:fld>
            <a:endParaRPr lang="da-DK"/>
          </a:p>
        </p:txBody>
      </p:sp>
      <p:sp>
        <p:nvSpPr>
          <p:cNvPr id="16" name="Pladsholder til sidefod 15">
            <a:extLst>
              <a:ext uri="{FF2B5EF4-FFF2-40B4-BE49-F238E27FC236}">
                <a16:creationId xmlns:a16="http://schemas.microsoft.com/office/drawing/2014/main" id="{962C43D6-61CF-D952-9CBC-6E9A7A5B10A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7" name="Pladsholder til slidenummer 16">
            <a:extLst>
              <a:ext uri="{FF2B5EF4-FFF2-40B4-BE49-F238E27FC236}">
                <a16:creationId xmlns:a16="http://schemas.microsoft.com/office/drawing/2014/main" id="{95D5EE3D-13CA-2876-91CF-5247FED0004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12228839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d side med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dsholder til dato 9">
            <a:extLst>
              <a:ext uri="{FF2B5EF4-FFF2-40B4-BE49-F238E27FC236}">
                <a16:creationId xmlns:a16="http://schemas.microsoft.com/office/drawing/2014/main" id="{2FA9A78B-F9F6-E5B5-54E3-EE9FF1623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12.05.2026</a:t>
            </a:fld>
            <a:endParaRPr lang="da-DK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75A12590-BDD9-733D-C482-5F7D499C5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2" name="Pladsholder til slidenummer 11">
            <a:extLst>
              <a:ext uri="{FF2B5EF4-FFF2-40B4-BE49-F238E27FC236}">
                <a16:creationId xmlns:a16="http://schemas.microsoft.com/office/drawing/2014/main" id="{FA4C063E-ABD6-B6BC-DE08-BDD646060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4B06BEC-9C28-1333-C662-F177D86F8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64" y="360000"/>
            <a:ext cx="10273673" cy="553998"/>
          </a:xfrm>
        </p:spPr>
        <p:txBody>
          <a:bodyPr/>
          <a:lstStyle>
            <a:lvl1pPr marL="0" indent="0" algn="ctr">
              <a:tabLst>
                <a:tab pos="4262438" algn="l"/>
              </a:tabLst>
              <a:defRPr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71954142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ide med billedbaggrund 3 bok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Pladsholder til billede 11">
            <a:extLst>
              <a:ext uri="{FF2B5EF4-FFF2-40B4-BE49-F238E27FC236}">
                <a16:creationId xmlns:a16="http://schemas.microsoft.com/office/drawing/2014/main" id="{3E8FA4C9-F9B2-4D3F-C3AA-19AE988B04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8896007-EFA9-FB1D-FC40-52612A5A455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2345" y="3959813"/>
            <a:ext cx="3600000" cy="2160000"/>
          </a:xfrm>
          <a:noFill/>
        </p:spPr>
        <p:txBody>
          <a:bodyPr lIns="108000" tIns="108000" rIns="108000" bIns="108000"/>
          <a:lstStyle>
            <a:lvl1pPr marL="0" indent="0" algn="ctr">
              <a:spcBef>
                <a:spcPts val="0"/>
              </a:spcBef>
              <a:spcAft>
                <a:spcPts val="600"/>
              </a:spcAft>
              <a:buFontTx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Bef>
                <a:spcPts val="200"/>
              </a:spcBef>
              <a:spcAft>
                <a:spcPts val="200"/>
              </a:spcAft>
              <a:buFontTx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Pladsholder til slidenummer 14">
            <a:extLst>
              <a:ext uri="{FF2B5EF4-FFF2-40B4-BE49-F238E27FC236}">
                <a16:creationId xmlns:a16="http://schemas.microsoft.com/office/drawing/2014/main" id="{B55FCD46-4218-A74F-8005-7EE6E99038A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13" name="Pladsholder til dato 12">
            <a:extLst>
              <a:ext uri="{FF2B5EF4-FFF2-40B4-BE49-F238E27FC236}">
                <a16:creationId xmlns:a16="http://schemas.microsoft.com/office/drawing/2014/main" id="{4C2F6B8E-60BF-6AD6-6314-812B1A40DA1E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12.05.2026</a:t>
            </a:fld>
            <a:endParaRPr lang="da-DK"/>
          </a:p>
        </p:txBody>
      </p:sp>
      <p:sp>
        <p:nvSpPr>
          <p:cNvPr id="14" name="Pladsholder til sidefod 13">
            <a:extLst>
              <a:ext uri="{FF2B5EF4-FFF2-40B4-BE49-F238E27FC236}">
                <a16:creationId xmlns:a16="http://schemas.microsoft.com/office/drawing/2014/main" id="{5DF8C4B2-20B3-A074-8048-894F4A3EAE5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64E6E068-C30A-5ADC-3DE9-8633E2E0FF6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01682" y="3959813"/>
            <a:ext cx="3600000" cy="2160000"/>
          </a:xfrm>
        </p:spPr>
        <p:txBody>
          <a:bodyPr lIns="108000" tIns="108000" rIns="108000" bIns="10800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Bef>
                <a:spcPts val="200"/>
              </a:spcBef>
              <a:spcAft>
                <a:spcPts val="200"/>
              </a:spcAft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60000" indent="0">
              <a:buNone/>
              <a:defRPr sz="1600">
                <a:solidFill>
                  <a:schemeClr val="bg1"/>
                </a:solidFill>
              </a:defRPr>
            </a:lvl3pPr>
            <a:lvl4pPr marL="720000" indent="0">
              <a:buNone/>
              <a:defRPr sz="1600">
                <a:solidFill>
                  <a:schemeClr val="bg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Pladsholder til indhold 9">
            <a:extLst>
              <a:ext uri="{FF2B5EF4-FFF2-40B4-BE49-F238E27FC236}">
                <a16:creationId xmlns:a16="http://schemas.microsoft.com/office/drawing/2014/main" id="{516B58FF-0AC7-55B2-5CCE-E114A490555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01019" y="3959813"/>
            <a:ext cx="3600000" cy="2160588"/>
          </a:xfrm>
        </p:spPr>
        <p:txBody>
          <a:bodyPr lIns="108000" tIns="108000" rIns="108000" bIns="10800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Bef>
                <a:spcPts val="200"/>
              </a:spcBef>
              <a:spcAft>
                <a:spcPts val="200"/>
              </a:spcAft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ED9C566-8AD1-2A40-D58B-568EE2103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07299985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ellemside dybblå">
    <p:bg>
      <p:bgPr>
        <a:solidFill>
          <a:srgbClr val="002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EDFBEEBD-1E10-C64A-9B2F-189B884F4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  <a:prstGeom prst="rect">
            <a:avLst/>
          </a:prstGeom>
        </p:spPr>
        <p:txBody>
          <a:bodyPr anchor="ctr" anchorCtr="0"/>
          <a:lstStyle>
            <a:lvl1pPr algn="ctr">
              <a:defRPr sz="36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4" name="Right Triangle 4">
            <a:extLst>
              <a:ext uri="{FF2B5EF4-FFF2-40B4-BE49-F238E27FC236}">
                <a16:creationId xmlns:a16="http://schemas.microsoft.com/office/drawing/2014/main" id="{D65F8924-1F04-8501-B37B-F146F46DDBC3}"/>
              </a:ext>
            </a:extLst>
          </p:cNvPr>
          <p:cNvSpPr/>
          <p:nvPr/>
        </p:nvSpPr>
        <p:spPr>
          <a:xfrm rot="16200000">
            <a:off x="2390148" y="2292681"/>
            <a:ext cx="6875719" cy="2290351"/>
          </a:xfrm>
          <a:prstGeom prst="rtTriangle">
            <a:avLst/>
          </a:prstGeom>
          <a:solidFill>
            <a:srgbClr val="F2F2F2">
              <a:alpha val="392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3058457-07FF-3A96-E142-AEB81C550EDC}"/>
              </a:ext>
            </a:extLst>
          </p:cNvPr>
          <p:cNvSpPr/>
          <p:nvPr/>
        </p:nvSpPr>
        <p:spPr>
          <a:xfrm>
            <a:off x="6973184" y="17716"/>
            <a:ext cx="5218816" cy="6858000"/>
          </a:xfrm>
          <a:prstGeom prst="rect">
            <a:avLst/>
          </a:prstGeom>
          <a:solidFill>
            <a:srgbClr val="F2F2F2">
              <a:alpha val="392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6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7B8C6AC5-22C4-4C15-1D9D-01CB64A745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r="72325" b="-7017"/>
          <a:stretch/>
        </p:blipFill>
        <p:spPr>
          <a:xfrm>
            <a:off x="5710432" y="5417946"/>
            <a:ext cx="771134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074425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id side med blå b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6A3845F0-3DF9-4646-ABC5-AF439DC6FB63}"/>
              </a:ext>
            </a:extLst>
          </p:cNvPr>
          <p:cNvSpPr/>
          <p:nvPr/>
        </p:nvSpPr>
        <p:spPr>
          <a:xfrm>
            <a:off x="0" y="-12880"/>
            <a:ext cx="4133611" cy="6870879"/>
          </a:xfrm>
          <a:custGeom>
            <a:avLst/>
            <a:gdLst>
              <a:gd name="connsiteX0" fmla="*/ 0 w 3348000"/>
              <a:gd name="connsiteY0" fmla="*/ 0 h 6858000"/>
              <a:gd name="connsiteX1" fmla="*/ 3348000 w 3348000"/>
              <a:gd name="connsiteY1" fmla="*/ 0 h 6858000"/>
              <a:gd name="connsiteX2" fmla="*/ 3348000 w 3348000"/>
              <a:gd name="connsiteY2" fmla="*/ 6858000 h 6858000"/>
              <a:gd name="connsiteX3" fmla="*/ 0 w 3348000"/>
              <a:gd name="connsiteY3" fmla="*/ 6858000 h 6858000"/>
              <a:gd name="connsiteX4" fmla="*/ 0 w 3348000"/>
              <a:gd name="connsiteY4" fmla="*/ 0 h 6858000"/>
              <a:gd name="connsiteX0" fmla="*/ 0 w 4133611"/>
              <a:gd name="connsiteY0" fmla="*/ 12879 h 6870879"/>
              <a:gd name="connsiteX1" fmla="*/ 4133611 w 4133611"/>
              <a:gd name="connsiteY1" fmla="*/ 0 h 6870879"/>
              <a:gd name="connsiteX2" fmla="*/ 3348000 w 4133611"/>
              <a:gd name="connsiteY2" fmla="*/ 6870879 h 6870879"/>
              <a:gd name="connsiteX3" fmla="*/ 0 w 4133611"/>
              <a:gd name="connsiteY3" fmla="*/ 6870879 h 6870879"/>
              <a:gd name="connsiteX4" fmla="*/ 0 w 4133611"/>
              <a:gd name="connsiteY4" fmla="*/ 12879 h 6870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33611" h="6870879">
                <a:moveTo>
                  <a:pt x="0" y="12879"/>
                </a:moveTo>
                <a:lnTo>
                  <a:pt x="4133611" y="0"/>
                </a:lnTo>
                <a:lnTo>
                  <a:pt x="3348000" y="6870879"/>
                </a:lnTo>
                <a:lnTo>
                  <a:pt x="0" y="6870879"/>
                </a:lnTo>
                <a:lnTo>
                  <a:pt x="0" y="128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Pladsholder til tekst 3">
            <a:extLst>
              <a:ext uri="{FF2B5EF4-FFF2-40B4-BE49-F238E27FC236}">
                <a16:creationId xmlns:a16="http://schemas.microsoft.com/office/drawing/2014/main" id="{D7BD72E6-1F77-0F4F-99C7-CDE9FC9894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00001" y="1080000"/>
            <a:ext cx="6769014" cy="5025378"/>
          </a:xfrm>
        </p:spPr>
        <p:txBody>
          <a:bodyPr/>
          <a:lstStyle>
            <a:lvl1pPr>
              <a:spcBef>
                <a:spcPts val="600"/>
              </a:spcBef>
              <a:buClrTx/>
              <a:defRPr>
                <a:solidFill>
                  <a:schemeClr val="tx1">
                    <a:lumMod val="75000"/>
                  </a:schemeClr>
                </a:solidFill>
              </a:defRPr>
            </a:lvl1pPr>
            <a:lvl2pPr marL="720000">
              <a:spcBef>
                <a:spcPts val="600"/>
              </a:spcBef>
              <a:buClrTx/>
              <a:defRPr>
                <a:solidFill>
                  <a:schemeClr val="tx1">
                    <a:lumMod val="75000"/>
                  </a:schemeClr>
                </a:solidFill>
              </a:defRPr>
            </a:lvl2pPr>
            <a:lvl3pPr marL="1080000">
              <a:spcBef>
                <a:spcPts val="600"/>
              </a:spcBef>
              <a:buClrTx/>
              <a:defRPr sz="1800">
                <a:solidFill>
                  <a:schemeClr val="tx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75FAD132-7247-4943-8756-FB1B42F4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080000"/>
            <a:ext cx="2726099" cy="553998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13" name="Pladsholder til dato 12">
            <a:extLst>
              <a:ext uri="{FF2B5EF4-FFF2-40B4-BE49-F238E27FC236}">
                <a16:creationId xmlns:a16="http://schemas.microsoft.com/office/drawing/2014/main" id="{2697253C-4240-2DE5-241D-6F79B134E7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12.05.2026</a:t>
            </a:fld>
            <a:endParaRPr lang="da-DK"/>
          </a:p>
        </p:txBody>
      </p:sp>
      <p:sp>
        <p:nvSpPr>
          <p:cNvPr id="14" name="Pladsholder til sidefod 13">
            <a:extLst>
              <a:ext uri="{FF2B5EF4-FFF2-40B4-BE49-F238E27FC236}">
                <a16:creationId xmlns:a16="http://schemas.microsoft.com/office/drawing/2014/main" id="{E49A80E2-2179-9D0B-A180-333D185AA81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5" name="Pladsholder til slidenummer 14">
            <a:extLst>
              <a:ext uri="{FF2B5EF4-FFF2-40B4-BE49-F238E27FC236}">
                <a16:creationId xmlns:a16="http://schemas.microsoft.com/office/drawing/2014/main" id="{4E9D9BAC-00CB-CF90-33FE-4FD2AF14E52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95412661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ntakt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nuel indlæsning 1">
            <a:extLst>
              <a:ext uri="{FF2B5EF4-FFF2-40B4-BE49-F238E27FC236}">
                <a16:creationId xmlns:a16="http://schemas.microsoft.com/office/drawing/2014/main" id="{C1C202A1-E056-E2E0-858A-B11C91863D7D}"/>
              </a:ext>
            </a:extLst>
          </p:cNvPr>
          <p:cNvSpPr>
            <a:spLocks noChangeAspect="1"/>
          </p:cNvSpPr>
          <p:nvPr/>
        </p:nvSpPr>
        <p:spPr>
          <a:xfrm flipH="1">
            <a:off x="0" y="2708113"/>
            <a:ext cx="12192000" cy="4149887"/>
          </a:xfrm>
          <a:prstGeom prst="flowChartManualInpu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EDFBEEBD-1E10-C64A-9B2F-189B884F4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999" y="1800000"/>
            <a:ext cx="7920000" cy="553998"/>
          </a:xfrm>
          <a:prstGeom prst="rect">
            <a:avLst/>
          </a:prstGeom>
        </p:spPr>
        <p:txBody>
          <a:bodyPr/>
          <a:lstStyle>
            <a:lvl1pPr>
              <a:defRPr sz="360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/>
          </a:p>
        </p:txBody>
      </p:sp>
      <p:sp>
        <p:nvSpPr>
          <p:cNvPr id="9" name="Pladsholder til tekst 3">
            <a:extLst>
              <a:ext uri="{FF2B5EF4-FFF2-40B4-BE49-F238E27FC236}">
                <a16:creationId xmlns:a16="http://schemas.microsoft.com/office/drawing/2014/main" id="{63282B2D-EDC0-1744-AB89-A09556139B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38276" y="4043190"/>
            <a:ext cx="3744000" cy="1756811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358775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71755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a-DK"/>
              <a:t>Skriv navn og kontaktoplysninger</a:t>
            </a:r>
          </a:p>
        </p:txBody>
      </p:sp>
      <p:sp>
        <p:nvSpPr>
          <p:cNvPr id="11" name="Pladsholder til tekst 3">
            <a:extLst>
              <a:ext uri="{FF2B5EF4-FFF2-40B4-BE49-F238E27FC236}">
                <a16:creationId xmlns:a16="http://schemas.microsoft.com/office/drawing/2014/main" id="{D9306688-7C4E-E347-974F-A4462CC48B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51684" y="4043189"/>
            <a:ext cx="3744000" cy="1756811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358775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71755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a-DK"/>
              <a:t>Skriv navn og kontaktoplysninger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B549FDC7-8610-6A85-1CD7-C0A6A4218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2001" y="6120429"/>
            <a:ext cx="2160000" cy="43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633920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side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3384E7-0AB4-7441-B5F9-96ACF387B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D08CDF3-E58D-014E-8ADC-07E0E0415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E16925C-47A6-AB40-8A37-5DFAE88A1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12.05.2026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C6636263-FC36-D172-003C-58D9BBADF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047C7184-ABEE-196E-E69C-81378FA55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263601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m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3">
            <a:extLst>
              <a:ext uri="{FF2B5EF4-FFF2-40B4-BE49-F238E27FC236}">
                <a16:creationId xmlns:a16="http://schemas.microsoft.com/office/drawing/2014/main" id="{071DDF98-399A-73C1-6A76-0D87F5D233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0000" y="6356349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79869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6570FE-B5FB-B343-9266-1BC06216A43C}" type="datetime1">
              <a:rPr lang="da-DK" smtClean="0"/>
              <a:t>12.05.2026</a:t>
            </a:fld>
            <a:endParaRPr lang="da-DK"/>
          </a:p>
        </p:txBody>
      </p:sp>
      <p:sp>
        <p:nvSpPr>
          <p:cNvPr id="3" name="Pladsholder til slidenummer 5">
            <a:extLst>
              <a:ext uri="{FF2B5EF4-FFF2-40B4-BE49-F238E27FC236}">
                <a16:creationId xmlns:a16="http://schemas.microsoft.com/office/drawing/2014/main" id="{06F05687-C8C9-2987-EB9A-C509041A4F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8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rgbClr val="79869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4" name="Pladsholder til sidefod 6">
            <a:extLst>
              <a:ext uri="{FF2B5EF4-FFF2-40B4-BE49-F238E27FC236}">
                <a16:creationId xmlns:a16="http://schemas.microsoft.com/office/drawing/2014/main" id="{CECDAB00-7182-687F-414F-D6394BD24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79869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/>
              <a:t>cybersikker.alexandra.dk</a:t>
            </a:r>
          </a:p>
        </p:txBody>
      </p:sp>
    </p:spTree>
    <p:extLst>
      <p:ext uri="{BB962C8B-B14F-4D97-AF65-F5344CB8AC3E}">
        <p14:creationId xmlns:p14="http://schemas.microsoft.com/office/powerpoint/2010/main" val="33084259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kontakt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ato 3">
            <a:extLst>
              <a:ext uri="{FF2B5EF4-FFF2-40B4-BE49-F238E27FC236}">
                <a16:creationId xmlns:a16="http://schemas.microsoft.com/office/drawing/2014/main" id="{84700FE0-3C32-8F5C-A9D6-F84B59ADDA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0000" y="6356349"/>
            <a:ext cx="2743200" cy="365125"/>
          </a:xfrm>
        </p:spPr>
        <p:txBody>
          <a:bodyPr/>
          <a:lstStyle/>
          <a:p>
            <a:fld id="{2EE2683A-6B2B-964B-B78D-BF9CF3DA3F7B}" type="datetime1">
              <a:rPr lang="da-DK" smtClean="0"/>
              <a:t>12.05.2026</a:t>
            </a:fld>
            <a:endParaRPr lang="da-DK"/>
          </a:p>
        </p:txBody>
      </p:sp>
      <p:sp>
        <p:nvSpPr>
          <p:cNvPr id="6" name="Pladsholder til sidefod 7">
            <a:extLst>
              <a:ext uri="{FF2B5EF4-FFF2-40B4-BE49-F238E27FC236}">
                <a16:creationId xmlns:a16="http://schemas.microsoft.com/office/drawing/2014/main" id="{59524C84-CFEB-9940-04C5-D411D7EFF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7" name="Pladsholder til slidenummer 8">
            <a:extLst>
              <a:ext uri="{FF2B5EF4-FFF2-40B4-BE49-F238E27FC236}">
                <a16:creationId xmlns:a16="http://schemas.microsoft.com/office/drawing/2014/main" id="{1CF4CAFC-21EA-E01D-3132-21873B0A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815" y="6356350"/>
            <a:ext cx="2743200" cy="365125"/>
          </a:xfrm>
        </p:spPr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2" name="Dokument 1">
            <a:extLst>
              <a:ext uri="{FF2B5EF4-FFF2-40B4-BE49-F238E27FC236}">
                <a16:creationId xmlns:a16="http://schemas.microsoft.com/office/drawing/2014/main" id="{C5BA8FC3-060D-F0A5-8322-9D30A0E1929B}"/>
              </a:ext>
            </a:extLst>
          </p:cNvPr>
          <p:cNvSpPr/>
          <p:nvPr userDrawn="1"/>
        </p:nvSpPr>
        <p:spPr>
          <a:xfrm rot="10800000" flipH="1">
            <a:off x="0" y="4067175"/>
            <a:ext cx="12191999" cy="2790825"/>
          </a:xfrm>
          <a:prstGeom prst="flowChartDocument">
            <a:avLst/>
          </a:prstGeom>
          <a:solidFill>
            <a:srgbClr val="0038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3F58C07F-51C5-9418-EE26-0A4AF7500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0000" y="2506824"/>
            <a:ext cx="2283038" cy="941136"/>
          </a:xfrm>
        </p:spPr>
        <p:txBody>
          <a:bodyPr/>
          <a:lstStyle>
            <a:lvl1pPr>
              <a:defRPr>
                <a:solidFill>
                  <a:srgbClr val="003843"/>
                </a:solidFill>
              </a:defRPr>
            </a:lvl1pPr>
          </a:lstStyle>
          <a:p>
            <a:r>
              <a:rPr lang="da-DK"/>
              <a:t>Kontakt</a:t>
            </a:r>
          </a:p>
        </p:txBody>
      </p:sp>
      <p:sp>
        <p:nvSpPr>
          <p:cNvPr id="4" name="Pladsholder til indhold 2">
            <a:extLst>
              <a:ext uri="{FF2B5EF4-FFF2-40B4-BE49-F238E27FC236}">
                <a16:creationId xmlns:a16="http://schemas.microsoft.com/office/drawing/2014/main" id="{526AB892-77E9-213C-01EC-851AF1906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600" y="2622287"/>
            <a:ext cx="3124200" cy="14935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B323A5C4-9B4E-1258-C4C2-C5DB2E0EA4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" y="6344053"/>
            <a:ext cx="2808000" cy="241041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D671E023-46C6-ED0A-AB96-BDE486EB9333}"/>
              </a:ext>
            </a:extLst>
          </p:cNvPr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249" y="3048642"/>
            <a:ext cx="1926327" cy="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963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0000" y="1620000"/>
            <a:ext cx="10439999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a-DK" noProof="0"/>
              <a:t>Klik for at redigere</a:t>
            </a:r>
          </a:p>
          <a:p>
            <a:pPr lvl="2"/>
            <a:r>
              <a:rPr lang="da-DK" noProof="0"/>
              <a:t>Andet niveau</a:t>
            </a:r>
          </a:p>
          <a:p>
            <a:pPr lvl="3"/>
            <a:r>
              <a:rPr lang="da-DK" noProof="0"/>
              <a:t>Tredje niveau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BB6D30-42BF-CA45-976E-18C42243C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99" y="540000"/>
            <a:ext cx="1044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da-DK"/>
          </a:p>
        </p:txBody>
      </p:sp>
      <p:sp>
        <p:nvSpPr>
          <p:cNvPr id="5" name="Pladsholder til dato 33">
            <a:extLst>
              <a:ext uri="{FF2B5EF4-FFF2-40B4-BE49-F238E27FC236}">
                <a16:creationId xmlns:a16="http://schemas.microsoft.com/office/drawing/2014/main" id="{52560EC3-C564-7D2C-3E25-B5570F0A30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51466" y="6557851"/>
            <a:ext cx="2889068" cy="182562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966570FE-B5FB-B343-9266-1BC06216A43C}" type="datetime1">
              <a:rPr lang="da-DK" smtClean="0"/>
              <a:t>12.05.2026</a:t>
            </a:fld>
            <a:endParaRPr lang="da-DK"/>
          </a:p>
        </p:txBody>
      </p:sp>
      <p:sp>
        <p:nvSpPr>
          <p:cNvPr id="9" name="Pladsholder til sidefod 34">
            <a:extLst>
              <a:ext uri="{FF2B5EF4-FFF2-40B4-BE49-F238E27FC236}">
                <a16:creationId xmlns:a16="http://schemas.microsoft.com/office/drawing/2014/main" id="{93A74E4A-F71B-4F89-2B52-996CFE61B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345" y="6557851"/>
            <a:ext cx="3138687" cy="182562"/>
          </a:xfrm>
          <a:prstGeom prst="rect">
            <a:avLst/>
          </a:prstGeom>
        </p:spPr>
        <p:txBody>
          <a:bodyPr/>
          <a:lstStyle>
            <a:lvl1pPr algn="l">
              <a:defRPr sz="800" cap="all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a-DK"/>
              <a:t>cybersikker.alexandra.dk</a:t>
            </a:r>
          </a:p>
        </p:txBody>
      </p:sp>
      <p:sp>
        <p:nvSpPr>
          <p:cNvPr id="10" name="Pladsholder til slidenummer 35">
            <a:extLst>
              <a:ext uri="{FF2B5EF4-FFF2-40B4-BE49-F238E27FC236}">
                <a16:creationId xmlns:a16="http://schemas.microsoft.com/office/drawing/2014/main" id="{3813305E-16A2-1B20-40D8-1AC807D54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5251" y="6567126"/>
            <a:ext cx="1944404" cy="215444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06783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  <p:sldLayoutId id="2147483684" r:id="rId18"/>
    <p:sldLayoutId id="2147483653" r:id="rId19"/>
    <p:sldLayoutId id="2147483660" r:id="rId20"/>
  </p:sldLayoutIdLst>
  <p:hf hdr="0"/>
  <p:txStyles>
    <p:titleStyle>
      <a:lvl1pPr marL="0" algn="l" defTabSz="457200" rtl="0" eaLnBrk="1" latinLnBrk="0" hangingPunct="1">
        <a:lnSpc>
          <a:spcPct val="100000"/>
        </a:lnSpc>
        <a:spcBef>
          <a:spcPct val="0"/>
        </a:spcBef>
        <a:buNone/>
        <a:defRPr lang="en-US" sz="3600" b="0" i="0" kern="1200" cap="none" baseline="0" dirty="0">
          <a:solidFill>
            <a:srgbClr val="343434"/>
          </a:solidFill>
          <a:latin typeface="Arial" panose="020B0604020202020204" pitchFamily="34" charset="0"/>
          <a:ea typeface="Verdana" panose="020B0604030504040204" pitchFamily="34" charset="0"/>
          <a:cs typeface="Arial" panose="020B0604020202020204" pitchFamily="34" charset="0"/>
        </a:defRPr>
      </a:lvl1pPr>
    </p:titleStyle>
    <p:bodyStyle>
      <a:lvl1pPr marL="360000" indent="-360000" algn="l" defTabSz="457200" rtl="0" eaLnBrk="1" latinLnBrk="0" hangingPunct="1">
        <a:lnSpc>
          <a:spcPct val="114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defRPr sz="2400" kern="1200">
          <a:solidFill>
            <a:srgbClr val="343434"/>
          </a:solidFill>
          <a:latin typeface="Arial" panose="020B0604020202020204" pitchFamily="34" charset="0"/>
          <a:ea typeface="Tahoma" panose="020B0604030504040204" pitchFamily="34" charset="0"/>
          <a:cs typeface="Arial" panose="020B0604020202020204" pitchFamily="34" charset="0"/>
        </a:defRPr>
      </a:lvl1pPr>
      <a:lvl2pPr marL="327538" indent="-360000" algn="l" defTabSz="457200" rtl="0" eaLnBrk="1" latinLnBrk="0" hangingPunct="1">
        <a:lnSpc>
          <a:spcPct val="114000"/>
        </a:lnSpc>
        <a:spcBef>
          <a:spcPts val="1176"/>
        </a:spcBef>
        <a:buClr>
          <a:srgbClr val="D76432"/>
        </a:buClr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720000" indent="-360000" algn="l" defTabSz="457200" rtl="0" eaLnBrk="1" latinLnBrk="0" hangingPunct="1">
        <a:lnSpc>
          <a:spcPct val="114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tabLst/>
        <a:defRPr sz="2000" kern="1200">
          <a:solidFill>
            <a:srgbClr val="343434"/>
          </a:solidFill>
          <a:latin typeface="Arial" panose="020B0604020202020204" pitchFamily="34" charset="0"/>
          <a:ea typeface="Tahoma" panose="020B0604030504040204" pitchFamily="34" charset="0"/>
          <a:cs typeface="Arial" panose="020B0604020202020204" pitchFamily="34" charset="0"/>
        </a:defRPr>
      </a:lvl3pPr>
      <a:lvl4pPr marL="1080000" indent="-360000" algn="l" defTabSz="457200" rtl="0" eaLnBrk="1" latinLnBrk="0" hangingPunct="1">
        <a:lnSpc>
          <a:spcPct val="114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tabLst/>
        <a:defRPr sz="1800" kern="1200">
          <a:solidFill>
            <a:srgbClr val="343434"/>
          </a:solidFill>
          <a:latin typeface="Arial" panose="020B0604020202020204" pitchFamily="34" charset="0"/>
          <a:ea typeface="Tahoma" panose="020B0604030504040204" pitchFamily="34" charset="0"/>
          <a:cs typeface="Arial" panose="020B0604020202020204" pitchFamily="34" charset="0"/>
        </a:defRPr>
      </a:lvl4pPr>
      <a:lvl5pPr marL="0" indent="0" algn="l" defTabSz="457200" rtl="0" eaLnBrk="1" latinLnBrk="0" hangingPunct="1">
        <a:lnSpc>
          <a:spcPct val="114000"/>
        </a:lnSpc>
        <a:spcBef>
          <a:spcPct val="20000"/>
        </a:spcBef>
        <a:buClr>
          <a:srgbClr val="D76432"/>
        </a:buClr>
        <a:buFont typeface="Arial" panose="020B0604020202020204" pitchFamily="34" charset="0"/>
        <a:buNone/>
        <a:tabLst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A6F88-AA06-B15D-E6B4-81179AB89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B134C01-DCF9-EBB3-B599-22355F716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98" y="390038"/>
            <a:ext cx="10584015" cy="553998"/>
          </a:xfrm>
        </p:spPr>
        <p:txBody>
          <a:bodyPr/>
          <a:lstStyle/>
          <a:p>
            <a:r>
              <a:rPr lang="da-DK" noProof="0">
                <a:latin typeface="Arial"/>
                <a:ea typeface="Verdana"/>
                <a:cs typeface="Arial"/>
              </a:rPr>
              <a:t>Agenda: Dag 2</a:t>
            </a:r>
            <a:endParaRPr lang="da-DK" noProof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26B0AB6-813B-FFDB-880E-47131A784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7D938-B50E-D842-AEDC-C3B711F6BEE0}" type="datetime1">
              <a:rPr lang="da-DK" noProof="0" smtClean="0"/>
              <a:t>12.05.2026</a:t>
            </a:fld>
            <a:endParaRPr lang="da-DK" noProof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2656715-780E-05FF-7B08-297D7C77E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222B0D2-542E-6A26-0021-F941D109C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1</a:t>
            </a:fld>
            <a:endParaRPr lang="da-DK" noProof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167D595-DDB8-DA72-C84E-90882A5E5D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01775"/>
              </p:ext>
            </p:extLst>
          </p:nvPr>
        </p:nvGraphicFramePr>
        <p:xfrm>
          <a:off x="899572" y="1431391"/>
          <a:ext cx="10220325" cy="4383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val="1491062826"/>
                    </a:ext>
                  </a:extLst>
                </a:gridCol>
                <a:gridCol w="6191250">
                  <a:extLst>
                    <a:ext uri="{9D8B030D-6E8A-4147-A177-3AD203B41FA5}">
                      <a16:colId xmlns:a16="http://schemas.microsoft.com/office/drawing/2014/main" val="1635169828"/>
                    </a:ext>
                  </a:extLst>
                </a:gridCol>
                <a:gridCol w="2257425">
                  <a:extLst>
                    <a:ext uri="{9D8B030D-6E8A-4147-A177-3AD203B41FA5}">
                      <a16:colId xmlns:a16="http://schemas.microsoft.com/office/drawing/2014/main" val="905698520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 fontAlgn="base">
                        <a:lnSpc>
                          <a:spcPts val="2160"/>
                        </a:lnSpc>
                        <a:buNone/>
                      </a:pPr>
                      <a:r>
                        <a:rPr lang="da-DK" sz="18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Tidspunkt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60"/>
                        </a:lnSpc>
                        <a:buNone/>
                      </a:pPr>
                      <a:r>
                        <a:rPr lang="da-DK" sz="18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Emne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60"/>
                        </a:lnSpc>
                        <a:buNone/>
                      </a:pPr>
                      <a:r>
                        <a:rPr lang="da-DK" sz="18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Format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034541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 fontAlgn="base">
                        <a:lnSpc>
                          <a:spcPts val="2160"/>
                        </a:lnSpc>
                        <a:buNone/>
                      </a:pPr>
                      <a:r>
                        <a:rPr lang="da-DK" sz="1800" b="0" i="0">
                          <a:solidFill>
                            <a:srgbClr val="343434"/>
                          </a:solidFill>
                          <a:effectLst/>
                          <a:latin typeface="Arial" panose="020B0604020202020204" pitchFamily="34" charset="0"/>
                        </a:rPr>
                        <a:t>8.30-9.00</a:t>
                      </a:r>
                      <a:endParaRPr lang="en-US" b="0" i="0">
                        <a:solidFill>
                          <a:srgbClr val="343434"/>
                        </a:solidFill>
                        <a:effectLst/>
                      </a:endParaRPr>
                    </a:p>
                  </a:txBody>
                  <a:tcPr>
                    <a:lnL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60"/>
                        </a:lnSpc>
                        <a:buNone/>
                      </a:pPr>
                      <a:r>
                        <a:rPr lang="da-DK" sz="1800" b="0" i="0">
                          <a:solidFill>
                            <a:srgbClr val="343434"/>
                          </a:solidFill>
                          <a:effectLst/>
                          <a:latin typeface="Arial" panose="020B0604020202020204" pitchFamily="34" charset="0"/>
                        </a:rPr>
                        <a:t>Webapplikationstesting og beskyttelse</a:t>
                      </a:r>
                      <a:endParaRPr lang="da-DK" b="0" i="0">
                        <a:solidFill>
                          <a:srgbClr val="343434"/>
                        </a:solidFill>
                        <a:effectLst/>
                      </a:endParaRPr>
                    </a:p>
                  </a:txBody>
                  <a:tcPr>
                    <a:lnL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60"/>
                        </a:lnSpc>
                        <a:buNone/>
                      </a:pPr>
                      <a:r>
                        <a:rPr lang="da-DK" sz="1800" b="0" i="0">
                          <a:solidFill>
                            <a:srgbClr val="343434"/>
                          </a:solidFill>
                          <a:effectLst/>
                          <a:latin typeface="Arial" panose="020B0604020202020204" pitchFamily="34" charset="0"/>
                        </a:rPr>
                        <a:t>Oplæg</a:t>
                      </a:r>
                      <a:endParaRPr lang="en-US" b="0" i="0">
                        <a:solidFill>
                          <a:srgbClr val="343434"/>
                        </a:solidFill>
                        <a:effectLst/>
                      </a:endParaRPr>
                    </a:p>
                  </a:txBody>
                  <a:tcPr>
                    <a:lnL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745269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 fontAlgn="base">
                        <a:lnSpc>
                          <a:spcPts val="2160"/>
                        </a:lnSpc>
                        <a:buNone/>
                      </a:pPr>
                      <a:r>
                        <a:rPr lang="da-DK" sz="1800" b="0" i="0">
                          <a:solidFill>
                            <a:srgbClr val="343434"/>
                          </a:solidFill>
                          <a:effectLst/>
                          <a:latin typeface="Arial" panose="020B0604020202020204" pitchFamily="34" charset="0"/>
                        </a:rPr>
                        <a:t>9.00-10.00</a:t>
                      </a:r>
                      <a:endParaRPr lang="en-US" b="0" i="0">
                        <a:solidFill>
                          <a:srgbClr val="343434"/>
                        </a:solidFill>
                        <a:effectLst/>
                      </a:endParaRPr>
                    </a:p>
                  </a:txBody>
                  <a:tcPr>
                    <a:lnL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60"/>
                        </a:lnSpc>
                        <a:buNone/>
                      </a:pPr>
                      <a:r>
                        <a:rPr lang="da-DK" sz="1800" b="0" i="0">
                          <a:solidFill>
                            <a:srgbClr val="343434"/>
                          </a:solidFill>
                          <a:effectLst/>
                          <a:latin typeface="Arial" panose="020B0604020202020204" pitchFamily="34" charset="0"/>
                        </a:rPr>
                        <a:t>ZAP</a:t>
                      </a:r>
                      <a:endParaRPr lang="en-US" b="0" i="0">
                        <a:solidFill>
                          <a:srgbClr val="343434"/>
                        </a:solidFill>
                        <a:effectLst/>
                      </a:endParaRPr>
                    </a:p>
                  </a:txBody>
                  <a:tcPr>
                    <a:lnL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60"/>
                        </a:lnSpc>
                        <a:buNone/>
                      </a:pPr>
                      <a:r>
                        <a:rPr lang="da-DK" sz="1800" b="0" i="0">
                          <a:solidFill>
                            <a:srgbClr val="343434"/>
                          </a:solidFill>
                          <a:effectLst/>
                          <a:latin typeface="Arial" panose="020B0604020202020204" pitchFamily="34" charset="0"/>
                        </a:rPr>
                        <a:t>Opgaver</a:t>
                      </a:r>
                      <a:endParaRPr lang="en-US" b="0" i="0">
                        <a:solidFill>
                          <a:srgbClr val="343434"/>
                        </a:solidFill>
                        <a:effectLst/>
                      </a:endParaRPr>
                    </a:p>
                  </a:txBody>
                  <a:tcPr>
                    <a:lnL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953811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 fontAlgn="base">
                        <a:lnSpc>
                          <a:spcPts val="2160"/>
                        </a:lnSpc>
                        <a:buNone/>
                      </a:pPr>
                      <a:r>
                        <a:rPr lang="da-DK" sz="1800" b="0" i="0">
                          <a:solidFill>
                            <a:srgbClr val="343434"/>
                          </a:solidFill>
                          <a:effectLst/>
                          <a:latin typeface="Arial" panose="020B0604020202020204" pitchFamily="34" charset="0"/>
                        </a:rPr>
                        <a:t>10.00-10.15</a:t>
                      </a:r>
                      <a:endParaRPr lang="en-US" b="0" i="0">
                        <a:solidFill>
                          <a:srgbClr val="343434"/>
                        </a:solidFill>
                        <a:effectLst/>
                      </a:endParaRPr>
                    </a:p>
                  </a:txBody>
                  <a:tcPr>
                    <a:lnL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60"/>
                        </a:lnSpc>
                        <a:buNone/>
                      </a:pPr>
                      <a:r>
                        <a:rPr lang="da-DK" sz="1800" b="0" i="0">
                          <a:solidFill>
                            <a:srgbClr val="343434"/>
                          </a:solidFill>
                          <a:effectLst/>
                          <a:latin typeface="Arial" panose="020B0604020202020204" pitchFamily="34" charset="0"/>
                        </a:rPr>
                        <a:t>Pause</a:t>
                      </a:r>
                      <a:endParaRPr lang="en-US" b="0" i="0">
                        <a:solidFill>
                          <a:srgbClr val="343434"/>
                        </a:solidFill>
                        <a:effectLst/>
                      </a:endParaRPr>
                    </a:p>
                  </a:txBody>
                  <a:tcPr>
                    <a:lnL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>
                    <a:lnL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46537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>
                        <a:lnSpc>
                          <a:spcPts val="2160"/>
                        </a:lnSpc>
                        <a:buNone/>
                      </a:pPr>
                      <a:r>
                        <a:rPr lang="da-DK" sz="1800" b="0" i="0">
                          <a:solidFill>
                            <a:srgbClr val="343434"/>
                          </a:solidFill>
                          <a:effectLst/>
                          <a:latin typeface="Arial" panose="020B0604020202020204" pitchFamily="34" charset="0"/>
                        </a:rPr>
                        <a:t>10.15-10.30</a:t>
                      </a:r>
                      <a:endParaRPr lang="en-US" b="0" i="0">
                        <a:solidFill>
                          <a:srgbClr val="343434"/>
                        </a:solidFill>
                        <a:effectLst/>
                      </a:endParaRPr>
                    </a:p>
                  </a:txBody>
                  <a:tcPr>
                    <a:lnL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60"/>
                        </a:lnSpc>
                        <a:buNone/>
                      </a:pPr>
                      <a:r>
                        <a:rPr lang="da-DK" sz="1800" b="0" i="0">
                          <a:solidFill>
                            <a:srgbClr val="343434"/>
                          </a:solidFill>
                          <a:effectLst/>
                          <a:latin typeface="Arial" panose="020B0604020202020204" pitchFamily="34" charset="0"/>
                        </a:rPr>
                        <a:t>Proxy'er, WAF og regler</a:t>
                      </a:r>
                      <a:endParaRPr lang="en-US" b="0" i="0">
                        <a:solidFill>
                          <a:srgbClr val="343434"/>
                        </a:solidFill>
                        <a:effectLst/>
                      </a:endParaRPr>
                    </a:p>
                  </a:txBody>
                  <a:tcPr>
                    <a:lnL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60"/>
                        </a:lnSpc>
                        <a:buNone/>
                      </a:pPr>
                      <a:r>
                        <a:rPr lang="da-DK" sz="1800" b="0" i="0">
                          <a:solidFill>
                            <a:srgbClr val="343434"/>
                          </a:solidFill>
                          <a:effectLst/>
                          <a:latin typeface="Arial" panose="020B0604020202020204" pitchFamily="34" charset="0"/>
                        </a:rPr>
                        <a:t>Oplæg</a:t>
                      </a:r>
                      <a:endParaRPr lang="en-US" b="0" i="0">
                        <a:solidFill>
                          <a:srgbClr val="343434"/>
                        </a:solidFill>
                        <a:effectLst/>
                      </a:endParaRPr>
                    </a:p>
                  </a:txBody>
                  <a:tcPr>
                    <a:lnL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339649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>
                        <a:lnSpc>
                          <a:spcPts val="2160"/>
                        </a:lnSpc>
                        <a:buNone/>
                      </a:pPr>
                      <a:r>
                        <a:rPr lang="da-DK" sz="1800" b="0" i="0">
                          <a:solidFill>
                            <a:srgbClr val="343434"/>
                          </a:solidFill>
                          <a:effectLst/>
                          <a:latin typeface="Arial" panose="020B0604020202020204" pitchFamily="34" charset="0"/>
                        </a:rPr>
                        <a:t>10.30-12.00</a:t>
                      </a:r>
                      <a:endParaRPr lang="en-US" b="0" i="0">
                        <a:solidFill>
                          <a:srgbClr val="343434"/>
                        </a:solidFill>
                        <a:effectLst/>
                      </a:endParaRPr>
                    </a:p>
                  </a:txBody>
                  <a:tcPr>
                    <a:lnL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60"/>
                        </a:lnSpc>
                        <a:buNone/>
                      </a:pPr>
                      <a:r>
                        <a:rPr lang="da-DK" sz="1800" b="0" i="0">
                          <a:solidFill>
                            <a:srgbClr val="343434"/>
                          </a:solidFill>
                          <a:effectLst/>
                          <a:latin typeface="Arial" panose="020B0604020202020204" pitchFamily="34" charset="0"/>
                        </a:rPr>
                        <a:t>NGINX, ModSecurity og CRS</a:t>
                      </a:r>
                      <a:endParaRPr lang="en-US" b="0" i="0">
                        <a:solidFill>
                          <a:srgbClr val="343434"/>
                        </a:solidFill>
                        <a:effectLst/>
                      </a:endParaRPr>
                    </a:p>
                  </a:txBody>
                  <a:tcPr>
                    <a:lnL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60"/>
                        </a:lnSpc>
                        <a:buNone/>
                      </a:pPr>
                      <a:r>
                        <a:rPr lang="da-DK" sz="1800" b="0" i="0">
                          <a:solidFill>
                            <a:srgbClr val="343434"/>
                          </a:solidFill>
                          <a:effectLst/>
                          <a:latin typeface="Arial" panose="020B0604020202020204" pitchFamily="34" charset="0"/>
                        </a:rPr>
                        <a:t>Opgaver</a:t>
                      </a:r>
                      <a:endParaRPr lang="en-US" b="0" i="0">
                        <a:solidFill>
                          <a:srgbClr val="343434"/>
                        </a:solidFill>
                        <a:effectLst/>
                      </a:endParaRPr>
                    </a:p>
                  </a:txBody>
                  <a:tcPr>
                    <a:lnL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319084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>
                        <a:lnSpc>
                          <a:spcPts val="2160"/>
                        </a:lnSpc>
                        <a:buNone/>
                      </a:pPr>
                      <a:r>
                        <a:rPr lang="da-DK" sz="1800" b="0" i="0">
                          <a:solidFill>
                            <a:srgbClr val="343434"/>
                          </a:solidFill>
                          <a:effectLst/>
                          <a:latin typeface="Arial" panose="020B0604020202020204" pitchFamily="34" charset="0"/>
                        </a:rPr>
                        <a:t>12.00-12.45</a:t>
                      </a:r>
                      <a:endParaRPr lang="en-US" b="0" i="0">
                        <a:solidFill>
                          <a:srgbClr val="343434"/>
                        </a:solidFill>
                        <a:effectLst/>
                      </a:endParaRPr>
                    </a:p>
                  </a:txBody>
                  <a:tcPr>
                    <a:lnL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60"/>
                        </a:lnSpc>
                        <a:buNone/>
                      </a:pPr>
                      <a:r>
                        <a:rPr lang="da-DK" sz="1800" b="0" i="0" u="none" strike="noStrike">
                          <a:solidFill>
                            <a:srgbClr val="343434"/>
                          </a:solidFill>
                          <a:effectLst/>
                          <a:latin typeface="Arial" panose="020B0604020202020204" pitchFamily="34" charset="0"/>
                        </a:rPr>
                        <a:t>Frokost</a:t>
                      </a:r>
                      <a:endParaRPr lang="en-US" b="0" i="0">
                        <a:solidFill>
                          <a:srgbClr val="343434"/>
                        </a:solidFill>
                        <a:effectLst/>
                      </a:endParaRPr>
                    </a:p>
                  </a:txBody>
                  <a:tcPr>
                    <a:lnL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>
                    <a:lnL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525885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>
                        <a:lnSpc>
                          <a:spcPts val="2160"/>
                        </a:lnSpc>
                        <a:buNone/>
                      </a:pPr>
                      <a:r>
                        <a:rPr lang="da-DK" sz="1800" b="0" i="0">
                          <a:solidFill>
                            <a:srgbClr val="343434"/>
                          </a:solidFill>
                          <a:effectLst/>
                          <a:latin typeface="Arial" panose="020B0604020202020204" pitchFamily="34" charset="0"/>
                        </a:rPr>
                        <a:t>12.45-13.00</a:t>
                      </a:r>
                      <a:endParaRPr lang="en-US" b="0" i="0">
                        <a:solidFill>
                          <a:srgbClr val="343434"/>
                        </a:solidFill>
                        <a:effectLst/>
                      </a:endParaRPr>
                    </a:p>
                  </a:txBody>
                  <a:tcPr>
                    <a:lnL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60"/>
                        </a:lnSpc>
                        <a:buNone/>
                      </a:pPr>
                      <a:r>
                        <a:rPr lang="da-DK" sz="1800" b="0" i="0" u="none" strike="noStrike">
                          <a:solidFill>
                            <a:srgbClr val="343434"/>
                          </a:solidFill>
                          <a:effectLst/>
                          <a:latin typeface="Arial" panose="020B0604020202020204" pitchFamily="34" charset="0"/>
                        </a:rPr>
                        <a:t>Vulnerability scanning og SBOM</a:t>
                      </a:r>
                      <a:endParaRPr lang="en-US" b="0" i="0">
                        <a:solidFill>
                          <a:srgbClr val="343434"/>
                        </a:solidFill>
                        <a:effectLst/>
                      </a:endParaRPr>
                    </a:p>
                  </a:txBody>
                  <a:tcPr>
                    <a:lnL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60"/>
                        </a:lnSpc>
                        <a:buNone/>
                      </a:pPr>
                      <a:r>
                        <a:rPr lang="da-DK" sz="1800" b="0" i="0" u="none" strike="noStrike">
                          <a:solidFill>
                            <a:srgbClr val="343434"/>
                          </a:solidFill>
                          <a:effectLst/>
                          <a:latin typeface="Arial" panose="020B0604020202020204" pitchFamily="34" charset="0"/>
                        </a:rPr>
                        <a:t>Oplæg</a:t>
                      </a:r>
                      <a:endParaRPr lang="en-US" b="0" i="0">
                        <a:solidFill>
                          <a:srgbClr val="343434"/>
                        </a:solidFill>
                        <a:effectLst/>
                      </a:endParaRPr>
                    </a:p>
                  </a:txBody>
                  <a:tcPr>
                    <a:lnL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386791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>
                        <a:lnSpc>
                          <a:spcPts val="2160"/>
                        </a:lnSpc>
                        <a:buNone/>
                      </a:pPr>
                      <a:r>
                        <a:rPr lang="da-DK" sz="1800" b="0" i="0">
                          <a:solidFill>
                            <a:srgbClr val="343434"/>
                          </a:solidFill>
                          <a:effectLst/>
                          <a:latin typeface="Arial" panose="020B0604020202020204" pitchFamily="34" charset="0"/>
                        </a:rPr>
                        <a:t>13.00-14.00</a:t>
                      </a:r>
                      <a:endParaRPr lang="en-US" b="0" i="0">
                        <a:solidFill>
                          <a:srgbClr val="343434"/>
                        </a:solidFill>
                        <a:effectLst/>
                      </a:endParaRPr>
                    </a:p>
                  </a:txBody>
                  <a:tcPr>
                    <a:lnL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60"/>
                        </a:lnSpc>
                        <a:buNone/>
                      </a:pPr>
                      <a:r>
                        <a:rPr lang="da-DK" sz="1800" b="0" i="0">
                          <a:solidFill>
                            <a:srgbClr val="343434"/>
                          </a:solidFill>
                          <a:effectLst/>
                          <a:latin typeface="Arial" panose="020B0604020202020204" pitchFamily="34" charset="0"/>
                        </a:rPr>
                        <a:t>Syft og grype</a:t>
                      </a:r>
                      <a:endParaRPr lang="da-DK" b="0" i="0">
                        <a:solidFill>
                          <a:srgbClr val="343434"/>
                        </a:solidFill>
                        <a:effectLst/>
                      </a:endParaRPr>
                    </a:p>
                  </a:txBody>
                  <a:tcPr>
                    <a:lnL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60"/>
                        </a:lnSpc>
                        <a:buNone/>
                      </a:pPr>
                      <a:r>
                        <a:rPr lang="da-DK" sz="1800" b="0" i="0">
                          <a:solidFill>
                            <a:srgbClr val="343434"/>
                          </a:solidFill>
                          <a:effectLst/>
                          <a:latin typeface="Arial" panose="020B0604020202020204" pitchFamily="34" charset="0"/>
                        </a:rPr>
                        <a:t>Opgaver</a:t>
                      </a:r>
                      <a:endParaRPr lang="en-US" b="0" i="0">
                        <a:solidFill>
                          <a:srgbClr val="343434"/>
                        </a:solidFill>
                        <a:effectLst/>
                      </a:endParaRPr>
                    </a:p>
                  </a:txBody>
                  <a:tcPr>
                    <a:lnL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326352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>
                        <a:lnSpc>
                          <a:spcPts val="2160"/>
                        </a:lnSpc>
                        <a:buNone/>
                      </a:pPr>
                      <a:r>
                        <a:rPr lang="da-DK" sz="1800" b="0" i="0">
                          <a:solidFill>
                            <a:srgbClr val="343434"/>
                          </a:solidFill>
                          <a:effectLst/>
                          <a:latin typeface="Arial" panose="020B0604020202020204" pitchFamily="34" charset="0"/>
                        </a:rPr>
                        <a:t>14.00-14.15</a:t>
                      </a:r>
                      <a:endParaRPr lang="en-US" b="0" i="0">
                        <a:solidFill>
                          <a:srgbClr val="343434"/>
                        </a:solidFill>
                        <a:effectLst/>
                      </a:endParaRPr>
                    </a:p>
                  </a:txBody>
                  <a:tcPr>
                    <a:lnL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60"/>
                        </a:lnSpc>
                        <a:buNone/>
                      </a:pPr>
                      <a:r>
                        <a:rPr lang="da-DK" sz="1800" b="0" i="0">
                          <a:solidFill>
                            <a:srgbClr val="343434"/>
                          </a:solidFill>
                          <a:effectLst/>
                          <a:latin typeface="Arial" panose="020B0604020202020204" pitchFamily="34" charset="0"/>
                        </a:rPr>
                        <a:t>Pause</a:t>
                      </a:r>
                      <a:endParaRPr lang="en-US" b="0" i="0">
                        <a:solidFill>
                          <a:srgbClr val="343434"/>
                        </a:solidFill>
                        <a:effectLst/>
                      </a:endParaRPr>
                    </a:p>
                  </a:txBody>
                  <a:tcPr>
                    <a:lnL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>
                    <a:lnL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482919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>
                        <a:lnSpc>
                          <a:spcPts val="2160"/>
                        </a:lnSpc>
                        <a:buNone/>
                      </a:pPr>
                      <a:r>
                        <a:rPr lang="da-DK" sz="1800" b="0" i="0">
                          <a:solidFill>
                            <a:srgbClr val="343434"/>
                          </a:solidFill>
                          <a:effectLst/>
                          <a:latin typeface="Arial" panose="020B0604020202020204" pitchFamily="34" charset="0"/>
                        </a:rPr>
                        <a:t>14.15-15.30</a:t>
                      </a:r>
                      <a:endParaRPr lang="en-US" b="0" i="0">
                        <a:solidFill>
                          <a:srgbClr val="343434"/>
                        </a:solidFill>
                        <a:effectLst/>
                      </a:endParaRPr>
                    </a:p>
                  </a:txBody>
                  <a:tcPr>
                    <a:lnL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60"/>
                        </a:lnSpc>
                        <a:buNone/>
                      </a:pPr>
                      <a:r>
                        <a:rPr lang="da-DK" sz="1800" b="0" i="0">
                          <a:solidFill>
                            <a:srgbClr val="343434"/>
                          </a:solidFill>
                          <a:effectLst/>
                          <a:latin typeface="Arial" panose="020B0604020202020204" pitchFamily="34" charset="0"/>
                        </a:rPr>
                        <a:t>Ekstra juice-shop opgaver</a:t>
                      </a:r>
                      <a:endParaRPr lang="en-US" b="0" i="0">
                        <a:solidFill>
                          <a:srgbClr val="343434"/>
                        </a:solidFill>
                        <a:effectLst/>
                      </a:endParaRPr>
                    </a:p>
                  </a:txBody>
                  <a:tcPr>
                    <a:lnL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60"/>
                        </a:lnSpc>
                        <a:buNone/>
                      </a:pPr>
                      <a:r>
                        <a:rPr lang="da-DK" sz="1800" b="0" i="0">
                          <a:solidFill>
                            <a:srgbClr val="343434"/>
                          </a:solidFill>
                          <a:effectLst/>
                          <a:latin typeface="Arial" panose="020B0604020202020204" pitchFamily="34" charset="0"/>
                        </a:rPr>
                        <a:t>Opgaver</a:t>
                      </a:r>
                      <a:endParaRPr lang="en-US" b="0" i="0">
                        <a:solidFill>
                          <a:srgbClr val="343434"/>
                        </a:solidFill>
                        <a:effectLst/>
                      </a:endParaRPr>
                    </a:p>
                  </a:txBody>
                  <a:tcPr>
                    <a:lnL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101634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>
                        <a:lnSpc>
                          <a:spcPts val="2160"/>
                        </a:lnSpc>
                        <a:buNone/>
                      </a:pPr>
                      <a:r>
                        <a:rPr lang="da-DK" sz="1800" b="0" i="0">
                          <a:solidFill>
                            <a:srgbClr val="343434"/>
                          </a:solidFill>
                          <a:effectLst/>
                          <a:latin typeface="Arial" panose="020B0604020202020204" pitchFamily="34" charset="0"/>
                        </a:rPr>
                        <a:t>15.30-16.00</a:t>
                      </a:r>
                      <a:endParaRPr lang="en-US" b="0" i="0">
                        <a:solidFill>
                          <a:srgbClr val="343434"/>
                        </a:solidFill>
                        <a:effectLst/>
                      </a:endParaRPr>
                    </a:p>
                  </a:txBody>
                  <a:tcPr>
                    <a:lnL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60"/>
                        </a:lnSpc>
                        <a:buNone/>
                      </a:pPr>
                      <a:r>
                        <a:rPr lang="da-DK" sz="1800" b="0" i="0">
                          <a:solidFill>
                            <a:srgbClr val="343434"/>
                          </a:solidFill>
                          <a:effectLst/>
                          <a:latin typeface="Arial" panose="020B0604020202020204" pitchFamily="34" charset="0"/>
                        </a:rPr>
                        <a:t>Opsummering</a:t>
                      </a:r>
                      <a:endParaRPr lang="en-US" b="0" i="0">
                        <a:solidFill>
                          <a:srgbClr val="343434"/>
                        </a:solidFill>
                        <a:effectLst/>
                      </a:endParaRPr>
                    </a:p>
                  </a:txBody>
                  <a:tcPr>
                    <a:lnL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>
                    <a:lnL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26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9607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8625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E935C-07D1-11DA-414F-DED193F28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36B0B-49EF-0BDB-7FE9-6C939B031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</p:spPr>
        <p:txBody>
          <a:bodyPr/>
          <a:lstStyle/>
          <a:p>
            <a:r>
              <a:rPr lang="da-DK">
                <a:latin typeface="Arial"/>
                <a:ea typeface="Verdana"/>
                <a:cs typeface="Arial"/>
              </a:rPr>
              <a:t>Webapplikationstesting</a:t>
            </a:r>
          </a:p>
        </p:txBody>
      </p:sp>
    </p:spTree>
    <p:extLst>
      <p:ext uri="{BB962C8B-B14F-4D97-AF65-F5344CB8AC3E}">
        <p14:creationId xmlns:p14="http://schemas.microsoft.com/office/powerpoint/2010/main" val="15117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9A794-FFE0-C860-278E-0BF01E8CB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553998"/>
          </a:xfrm>
        </p:spPr>
        <p:txBody>
          <a:bodyPr/>
          <a:lstStyle/>
          <a:p>
            <a:r>
              <a:rPr lang="da-DK">
                <a:latin typeface="Arial"/>
                <a:ea typeface="Verdana"/>
                <a:cs typeface="Arial"/>
              </a:rPr>
              <a:t>Opsummering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D71B8-6380-BEA3-45E6-F2EF1D7D20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42900" indent="-342900"/>
            <a:r>
              <a:rPr lang="da-DK">
                <a:latin typeface="Arial"/>
                <a:ea typeface="Tahoma"/>
                <a:cs typeface="Arial"/>
              </a:rPr>
              <a:t>Pentestfaser</a:t>
            </a:r>
            <a:endParaRPr lang="en-US"/>
          </a:p>
          <a:p>
            <a:pPr marL="359410" indent="-359410"/>
            <a:r>
              <a:rPr lang="da-DK">
                <a:latin typeface="Arial"/>
                <a:ea typeface="Tahoma"/>
                <a:cs typeface="Arial"/>
              </a:rPr>
              <a:t>Værktøjer</a:t>
            </a:r>
            <a:endParaRPr lang="da-DK" dirty="0">
              <a:latin typeface="Arial"/>
              <a:ea typeface="Tahoma"/>
              <a:cs typeface="Arial"/>
            </a:endParaRPr>
          </a:p>
          <a:p>
            <a:pPr marL="359410" indent="-359410">
              <a:lnSpc>
                <a:spcPct val="113999"/>
              </a:lnSpc>
            </a:pPr>
            <a:r>
              <a:rPr lang="da-DK">
                <a:latin typeface="Arial"/>
                <a:ea typeface="Tahoma"/>
                <a:cs typeface="Arial"/>
              </a:rPr>
              <a:t>OWASP top 10</a:t>
            </a:r>
            <a:endParaRPr lang="da-DK" dirty="0">
              <a:latin typeface="Arial"/>
              <a:ea typeface="Tahoma"/>
              <a:cs typeface="Arial"/>
            </a:endParaRPr>
          </a:p>
          <a:p>
            <a:pPr marL="359410" indent="-359410">
              <a:lnSpc>
                <a:spcPct val="113999"/>
              </a:lnSpc>
            </a:pPr>
            <a:r>
              <a:rPr lang="da-DK">
                <a:latin typeface="Arial"/>
                <a:ea typeface="Tahoma"/>
                <a:cs typeface="Arial"/>
              </a:rPr>
              <a:t>JuiceShop</a:t>
            </a:r>
            <a:endParaRPr lang="da-DK" dirty="0">
              <a:latin typeface="Arial"/>
              <a:ea typeface="Tahoma"/>
              <a:cs typeface="Arial"/>
            </a:endParaRPr>
          </a:p>
          <a:p>
            <a:pPr marL="359410" indent="-359410"/>
            <a:r>
              <a:rPr lang="da-DK">
                <a:latin typeface="Arial"/>
                <a:ea typeface="Tahoma"/>
                <a:cs typeface="Arial"/>
              </a:rPr>
              <a:t>Browser-'devtools'</a:t>
            </a:r>
          </a:p>
          <a:p>
            <a:pPr marL="359410" indent="-359410"/>
            <a:r>
              <a:rPr lang="da-DK">
                <a:latin typeface="Arial"/>
                <a:ea typeface="Tahoma"/>
                <a:cs typeface="Arial"/>
              </a:rPr>
              <a:t>BurpSuite</a:t>
            </a:r>
          </a:p>
          <a:p>
            <a:pPr marL="359410" indent="-359410">
              <a:lnSpc>
                <a:spcPct val="113999"/>
              </a:lnSpc>
            </a:pPr>
            <a:endParaRPr lang="da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99AA9-DCB8-4DB5-4C8C-50A79BC7913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12.05.2026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6D5A0-DF38-E120-0BA1-B78FFE1FE2A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3BA44-9F7E-3E40-11A5-F11AEACD590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43825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6BB6-FA5C-5AA1-6092-AD933ADF1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Devtools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FB893-1318-28E4-D577-A4E09BDE7A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da-DK" dirty="0"/>
              <a:t>HTTP</a:t>
            </a:r>
          </a:p>
          <a:p>
            <a:pPr marL="359410" indent="-359410">
              <a:lnSpc>
                <a:spcPct val="113999"/>
              </a:lnSpc>
            </a:pPr>
            <a:r>
              <a:rPr lang="da-DK" dirty="0">
                <a:latin typeface="Arial"/>
                <a:ea typeface="Tahoma"/>
                <a:cs typeface="Arial"/>
              </a:rPr>
              <a:t>Brug '</a:t>
            </a:r>
            <a:r>
              <a:rPr lang="da-DK" dirty="0" err="1">
                <a:latin typeface="Arial"/>
                <a:ea typeface="Tahoma"/>
                <a:cs typeface="Arial"/>
              </a:rPr>
              <a:t>Network'-tab</a:t>
            </a:r>
            <a:r>
              <a:rPr lang="da-DK" dirty="0">
                <a:latin typeface="Arial"/>
                <a:ea typeface="Tahoma"/>
                <a:cs typeface="Arial"/>
              </a:rPr>
              <a:t> til at inspicere HTTP </a:t>
            </a:r>
            <a:r>
              <a:rPr lang="da-DK" dirty="0" err="1">
                <a:latin typeface="Arial"/>
                <a:ea typeface="Tahoma"/>
                <a:cs typeface="Arial"/>
              </a:rPr>
              <a:t>requests</a:t>
            </a:r>
            <a:r>
              <a:rPr lang="da-DK" dirty="0">
                <a:latin typeface="Arial"/>
                <a:ea typeface="Tahoma"/>
                <a:cs typeface="Arial"/>
              </a:rPr>
              <a:t> og </a:t>
            </a:r>
            <a:r>
              <a:rPr lang="da-DK" dirty="0" err="1">
                <a:latin typeface="Arial"/>
                <a:ea typeface="Tahoma"/>
                <a:cs typeface="Arial"/>
              </a:rPr>
              <a:t>responses</a:t>
            </a:r>
            <a:endParaRPr lang="da-DK" dirty="0">
              <a:latin typeface="Arial"/>
              <a:ea typeface="Tahoma"/>
              <a:cs typeface="Arial"/>
            </a:endParaRPr>
          </a:p>
          <a:p>
            <a:endParaRPr lang="da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C3AF1-C7A4-3B2E-05FA-B962AEDC760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12.05.2026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98012-A7E1-31A8-9604-07C9ABFFB30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4010F-3CF4-0464-3114-2DB1121124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06522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E6A44-ED8F-13EF-4EE8-219FDF251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Proxy-værktøjer</a:t>
            </a:r>
            <a:endParaRPr lang="en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F1FDD-FCCD-40DF-B211-9DD4A8A8B0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/>
            <a:r>
              <a:rPr lang="da-DK" dirty="0">
                <a:latin typeface="Arial"/>
                <a:ea typeface="Tahoma"/>
                <a:cs typeface="Arial"/>
              </a:rPr>
              <a:t>Modificere </a:t>
            </a:r>
            <a:r>
              <a:rPr lang="da-DK" dirty="0" err="1">
                <a:latin typeface="Arial"/>
                <a:ea typeface="Tahoma"/>
                <a:cs typeface="Arial"/>
              </a:rPr>
              <a:t>requests</a:t>
            </a:r>
            <a:endParaRPr lang="en-US" dirty="0">
              <a:latin typeface="Arial"/>
              <a:ea typeface="Tahoma"/>
              <a:cs typeface="Arial"/>
            </a:endParaRPr>
          </a:p>
          <a:p>
            <a:pPr marL="359410" indent="-359410"/>
            <a:r>
              <a:rPr lang="da-DK" dirty="0">
                <a:latin typeface="Arial"/>
                <a:ea typeface="Tahoma"/>
                <a:cs typeface="Arial"/>
              </a:rPr>
              <a:t>ZAP og </a:t>
            </a:r>
            <a:r>
              <a:rPr lang="da-DK" dirty="0" err="1">
                <a:latin typeface="Arial"/>
                <a:ea typeface="Tahoma"/>
                <a:cs typeface="Arial"/>
              </a:rPr>
              <a:t>Burp</a:t>
            </a:r>
            <a:r>
              <a:rPr lang="da-DK" dirty="0">
                <a:latin typeface="Arial"/>
                <a:ea typeface="Tahoma"/>
                <a:cs typeface="Arial"/>
              </a:rPr>
              <a:t> Suite</a:t>
            </a:r>
          </a:p>
        </p:txBody>
      </p:sp>
    </p:spTree>
    <p:extLst>
      <p:ext uri="{BB962C8B-B14F-4D97-AF65-F5344CB8AC3E}">
        <p14:creationId xmlns:p14="http://schemas.microsoft.com/office/powerpoint/2010/main" val="991087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5B459-14F1-1E6B-4C24-E83280EF4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Sårbarheder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08972A-6114-D33C-BCD7-3B757AE585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Input-validering</a:t>
            </a:r>
          </a:p>
          <a:p>
            <a:r>
              <a:rPr lang="da-DK" dirty="0"/>
              <a:t>SQL </a:t>
            </a:r>
            <a:r>
              <a:rPr lang="da-DK" dirty="0" err="1"/>
              <a:t>Injection</a:t>
            </a:r>
            <a:r>
              <a:rPr lang="da-DK" dirty="0"/>
              <a:t> (</a:t>
            </a:r>
            <a:r>
              <a:rPr lang="da-DK" dirty="0" err="1"/>
              <a:t>SQLi</a:t>
            </a:r>
            <a:r>
              <a:rPr lang="da-DK" dirty="0"/>
              <a:t>)</a:t>
            </a:r>
          </a:p>
          <a:p>
            <a:r>
              <a:rPr lang="da-DK" dirty="0"/>
              <a:t>Cross-site </a:t>
            </a:r>
            <a:r>
              <a:rPr lang="da-DK" dirty="0" err="1"/>
              <a:t>scripting</a:t>
            </a:r>
            <a:r>
              <a:rPr lang="da-DK" dirty="0"/>
              <a:t> (XSS)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68131-BB32-2FA3-2477-27D6721E019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12.05.2026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2ED09-FC28-7A11-414D-9C0C5927434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2ABA4-54E3-FE3F-0725-D92C54A96FC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066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C60BE-3CF9-FE4E-F98E-D870D6C68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2875002"/>
            <a:ext cx="9594585" cy="1107996"/>
          </a:xfrm>
        </p:spPr>
        <p:txBody>
          <a:bodyPr/>
          <a:lstStyle/>
          <a:p>
            <a:r>
              <a:rPr lang="da-DK" dirty="0">
                <a:latin typeface="Arial"/>
                <a:ea typeface="Verdana"/>
                <a:cs typeface="Arial"/>
              </a:rPr>
              <a:t>Zed Attack Proxy</a:t>
            </a:r>
            <a:br>
              <a:rPr lang="da-DK" dirty="0">
                <a:latin typeface="Arial"/>
                <a:ea typeface="Verdana"/>
                <a:cs typeface="Arial"/>
              </a:rPr>
            </a:br>
            <a:r>
              <a:rPr lang="da-DK" dirty="0">
                <a:latin typeface="Arial"/>
                <a:ea typeface="Verdana"/>
                <a:cs typeface="Arial"/>
              </a:rPr>
              <a:t>(ZAP)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94081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9D76238-888D-FE1A-50DD-955C92FE0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ZAP	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8F8612D-07D4-A2F9-AD29-0EB9F6FD9E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Open source</a:t>
            </a:r>
          </a:p>
          <a:p>
            <a:r>
              <a:rPr lang="da-DK" dirty="0"/>
              <a:t>Automatiseret scanning</a:t>
            </a:r>
          </a:p>
          <a:p>
            <a:pPr lvl="1"/>
            <a:r>
              <a:rPr lang="da-DK" dirty="0"/>
              <a:t>Hjælp til manuel test</a:t>
            </a:r>
          </a:p>
          <a:p>
            <a:pPr lvl="1"/>
            <a:r>
              <a:rPr lang="da-DK" dirty="0"/>
              <a:t>Hurtig overfladisk automatisk test</a:t>
            </a:r>
          </a:p>
          <a:p>
            <a:pPr lvl="1"/>
            <a:r>
              <a:rPr lang="da-DK" dirty="0"/>
              <a:t>Bemærk: meget ‘</a:t>
            </a:r>
            <a:r>
              <a:rPr lang="da-DK" dirty="0" err="1"/>
              <a:t>noisy</a:t>
            </a:r>
            <a:r>
              <a:rPr lang="da-DK"/>
              <a:t>’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96718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CE01688-CC5A-A8EB-FC6A-E3722AD5B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1107996"/>
          </a:xfrm>
        </p:spPr>
        <p:txBody>
          <a:bodyPr/>
          <a:lstStyle/>
          <a:p>
            <a:r>
              <a:rPr lang="da-DK" dirty="0"/>
              <a:t>Automatiseret scanning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F3ED350-A233-A6C2-85DF-D87EBA21E4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7C1DB9-EAF3-F4D4-7ABD-02187C681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983" y="1794085"/>
            <a:ext cx="9864436" cy="5518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0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04E6C-C0AB-C946-CE7C-731DC8A20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Scope</a:t>
            </a:r>
            <a:r>
              <a:rPr lang="da-DK" dirty="0"/>
              <a:t> (sites)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8CC36-A33E-82D6-41B6-6D8C88F324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C034B-F401-94C1-A434-0ABFBCA6E35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12.05.2026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36CC1-89EE-DB85-AA02-2959B07AFB1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3FEAC-DDE2-F522-54E2-FAFBA9ACB68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10</a:t>
            </a:fld>
            <a:endParaRPr lang="da-DK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07DCEA-5FC6-56F7-E496-4C516DECE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821" y="557149"/>
            <a:ext cx="5770418" cy="822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573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C0F92-33FB-46A4-C61F-412B407F0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Requester</a:t>
            </a:r>
            <a:endParaRPr lang="da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E538B3-DE68-F964-23CF-0BE6E87DD2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1D432-3D7D-F966-65EC-07FD0C60449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12.05.2026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815F5-13D1-D296-D0FA-E4A0D1AFD6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4F8EC-36AA-DA3E-F087-03122923C04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11</a:t>
            </a:fld>
            <a:endParaRPr lang="da-DK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39C724-37EE-C6CB-25D3-FEDD6505B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584" y="1872458"/>
            <a:ext cx="10629900" cy="525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500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03BC6-D37D-8611-F752-99E31C494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Docker 101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CF8CB-74F5-CA2C-1953-0B935A7B5FB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12.05.2026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F4CD8-2647-B69A-9E1F-041CF826C26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600AB-C09E-54E0-6472-4886AD6CB62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12</a:t>
            </a:fld>
            <a:endParaRPr lang="da-DK"/>
          </a:p>
        </p:txBody>
      </p:sp>
      <p:pic>
        <p:nvPicPr>
          <p:cNvPr id="8" name="Graphic 7" descr="Server outline">
            <a:extLst>
              <a:ext uri="{FF2B5EF4-FFF2-40B4-BE49-F238E27FC236}">
                <a16:creationId xmlns:a16="http://schemas.microsoft.com/office/drawing/2014/main" id="{1FD005D5-6627-523C-9C2B-7E6DC82D18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03053" y="2514600"/>
            <a:ext cx="914400" cy="914400"/>
          </a:xfrm>
          <a:prstGeom prst="rect">
            <a:avLst/>
          </a:prstGeom>
        </p:spPr>
      </p:pic>
      <p:pic>
        <p:nvPicPr>
          <p:cNvPr id="10" name="Graphic 9" descr="Server outline">
            <a:extLst>
              <a:ext uri="{FF2B5EF4-FFF2-40B4-BE49-F238E27FC236}">
                <a16:creationId xmlns:a16="http://schemas.microsoft.com/office/drawing/2014/main" id="{C9692203-486B-12AA-E5EE-374C25EA49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18880" y="3073401"/>
            <a:ext cx="914400" cy="914400"/>
          </a:xfrm>
          <a:prstGeom prst="rect">
            <a:avLst/>
          </a:prstGeom>
        </p:spPr>
      </p:pic>
      <p:pic>
        <p:nvPicPr>
          <p:cNvPr id="12" name="Graphic 11" descr="Server outline">
            <a:extLst>
              <a:ext uri="{FF2B5EF4-FFF2-40B4-BE49-F238E27FC236}">
                <a16:creationId xmlns:a16="http://schemas.microsoft.com/office/drawing/2014/main" id="{0EA22676-2AEC-2AB4-B77C-51EF3933EE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18880" y="19558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604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09CDF-51BA-E473-20CC-36C543533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Opgaver</a:t>
            </a:r>
          </a:p>
        </p:txBody>
      </p:sp>
    </p:spTree>
    <p:extLst>
      <p:ext uri="{BB962C8B-B14F-4D97-AF65-F5344CB8AC3E}">
        <p14:creationId xmlns:p14="http://schemas.microsoft.com/office/powerpoint/2010/main" val="2352774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F7990-A64E-2167-D004-66E04F1C4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44E4B-58AB-D386-A056-80850D07E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2875002"/>
            <a:ext cx="9594585" cy="1107996"/>
          </a:xfrm>
        </p:spPr>
        <p:txBody>
          <a:bodyPr/>
          <a:lstStyle/>
          <a:p>
            <a:r>
              <a:rPr lang="da-DK" dirty="0">
                <a:latin typeface="Arial"/>
                <a:ea typeface="Verdana"/>
                <a:cs typeface="Arial"/>
              </a:rPr>
              <a:t>Web Application Firewall</a:t>
            </a:r>
            <a:br>
              <a:rPr lang="da-DK" dirty="0">
                <a:latin typeface="Arial"/>
                <a:ea typeface="Verdana"/>
                <a:cs typeface="Arial"/>
              </a:rPr>
            </a:br>
            <a:r>
              <a:rPr lang="da-DK" dirty="0">
                <a:latin typeface="Arial"/>
                <a:ea typeface="Verdana"/>
                <a:cs typeface="Arial"/>
              </a:rPr>
              <a:t>(WAF)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19299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171A6-7798-FE06-ED17-81376FFBD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1107996"/>
          </a:xfrm>
        </p:spPr>
        <p:txBody>
          <a:bodyPr/>
          <a:lstStyle/>
          <a:p>
            <a:r>
              <a:rPr lang="da-DK" dirty="0"/>
              <a:t>Proxy</a:t>
            </a:r>
            <a:br>
              <a:rPr lang="da-DK" dirty="0"/>
            </a:br>
            <a:r>
              <a:rPr lang="da-DK" dirty="0"/>
              <a:t>(NGINX)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4E92A-F924-2993-D819-0BAD518148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63D26-FE7F-FFDE-4FE4-8FD95363538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12.05.2026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AA621-884E-ABA6-4773-DB15C944351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D311C-1CCF-AF8A-92C8-CB5EBF8AEB7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15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39813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5B38C-ADC3-9656-4EAB-9BC873471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1661993"/>
          </a:xfrm>
        </p:spPr>
        <p:txBody>
          <a:bodyPr/>
          <a:lstStyle/>
          <a:p>
            <a:r>
              <a:rPr lang="da-DK" dirty="0"/>
              <a:t>Web Application Firewall</a:t>
            </a:r>
            <a:br>
              <a:rPr lang="da-DK" dirty="0"/>
            </a:br>
            <a:r>
              <a:rPr lang="da-DK" dirty="0"/>
              <a:t>(</a:t>
            </a:r>
            <a:r>
              <a:rPr lang="da-DK" dirty="0" err="1"/>
              <a:t>ModSecurity</a:t>
            </a:r>
            <a:r>
              <a:rPr lang="da-DK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204C88-B145-0EC9-3E38-7CE8DC3C1C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E983B-44BD-41FE-7960-12DC163D269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12.05.2026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6B058-59D9-15F4-763E-C4DA5C08D91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41F2B-A666-8730-3CF0-405E529053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16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289079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6F8AC-CC2D-38BB-A246-49121894F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6A1FB-233E-1EEA-F4C5-A5C580348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1107996"/>
          </a:xfrm>
        </p:spPr>
        <p:txBody>
          <a:bodyPr/>
          <a:lstStyle/>
          <a:p>
            <a:r>
              <a:rPr lang="da-DK" dirty="0"/>
              <a:t>CRS</a:t>
            </a:r>
            <a:br>
              <a:rPr lang="da-DK" dirty="0"/>
            </a:br>
            <a:r>
              <a:rPr lang="da-DK" dirty="0"/>
              <a:t>(Core </a:t>
            </a:r>
            <a:r>
              <a:rPr lang="da-DK" dirty="0" err="1"/>
              <a:t>Ruleset</a:t>
            </a:r>
            <a:r>
              <a:rPr lang="da-DK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686D9D-5BA3-D902-B260-754D0FD689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Anomaly Score</a:t>
            </a:r>
          </a:p>
          <a:p>
            <a:r>
              <a:rPr lang="da-DK" dirty="0"/>
              <a:t>Paranoia Levels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79324-D3EE-6A52-DCCF-5895377D353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12.05.2026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1FA03-AA08-44E8-F0EC-81B0DAC5B65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D73ED-7B01-E456-3F4D-3D6BC9F74F6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17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58543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53977-2CA3-70AC-468F-3BDDACA8D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0FCEA-6945-468F-0BE3-F249F4D9C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Opgaver</a:t>
            </a:r>
          </a:p>
        </p:txBody>
      </p:sp>
    </p:spTree>
    <p:extLst>
      <p:ext uri="{BB962C8B-B14F-4D97-AF65-F5344CB8AC3E}">
        <p14:creationId xmlns:p14="http://schemas.microsoft.com/office/powerpoint/2010/main" val="2517903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8A4C1-57E4-1160-3B2F-DEBB579CE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8091C-6B69-7712-E08A-A089545B0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</p:spPr>
        <p:txBody>
          <a:bodyPr/>
          <a:lstStyle/>
          <a:p>
            <a:r>
              <a:rPr lang="da-DK" dirty="0">
                <a:latin typeface="Arial"/>
                <a:ea typeface="Verdana"/>
                <a:cs typeface="Arial"/>
              </a:rPr>
              <a:t>SBOM og sårbarhedsscanning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047002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B7533-4F9D-8A69-ED63-3CB02DA1B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1107996"/>
          </a:xfrm>
        </p:spPr>
        <p:txBody>
          <a:bodyPr/>
          <a:lstStyle/>
          <a:p>
            <a:r>
              <a:rPr lang="da-DK" dirty="0"/>
              <a:t>Software Bill of Materials (SBOM)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FA7F4-4DC7-770C-6F26-4F1CFAFB20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6BAAC-BA5E-0ED9-C87D-71BD0288BF3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12.05.2026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F6740-465D-9440-331C-9A066123E14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75C62-1344-27BD-A1C4-B8697D35DE9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20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047511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81172-DFC3-0F18-9FA9-F3A895244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1107996"/>
          </a:xfrm>
        </p:spPr>
        <p:txBody>
          <a:bodyPr/>
          <a:lstStyle/>
          <a:p>
            <a:r>
              <a:rPr lang="da-DK" dirty="0"/>
              <a:t>Sårbarheds-scanning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55212-377B-CA2C-2038-ECD4E823C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640B2-2642-8C97-ADC1-709C8F0A144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12.05.2026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8EE88-0E3A-6346-C912-A21D3222CA7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0EACD-1376-2302-82AE-97B1458EF8E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21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77204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9C096-704A-BEB6-9AE1-8A7BA74B8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47E16-47FA-5C7E-78B6-E85D3406E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553998"/>
          </a:xfrm>
        </p:spPr>
        <p:txBody>
          <a:bodyPr/>
          <a:lstStyle/>
          <a:p>
            <a:r>
              <a:rPr lang="da-DK" dirty="0"/>
              <a:t>CVSS og EPSS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76B65-6297-4CC8-F9A2-81917D36D7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BDDEF-6342-0F8C-D96F-084001DBA7A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12.05.2026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EB315-93FB-AB29-20D6-21CFEDFF9EE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09DDA-0FC7-9D47-FE4C-F5E77ED62C4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22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745181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A8825-4EC8-B86D-2E44-E2D1D9097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5B8F5-4EB8-E433-B2EA-D2F252775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Opgaver</a:t>
            </a:r>
          </a:p>
        </p:txBody>
      </p:sp>
    </p:spTree>
    <p:extLst>
      <p:ext uri="{BB962C8B-B14F-4D97-AF65-F5344CB8AC3E}">
        <p14:creationId xmlns:p14="http://schemas.microsoft.com/office/powerpoint/2010/main" val="51932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DE2C8-9089-AA7E-0A7F-BB26FA657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E8DA-F997-8F17-E859-1493BB084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</p:spPr>
        <p:txBody>
          <a:bodyPr/>
          <a:lstStyle/>
          <a:p>
            <a:r>
              <a:rPr lang="da-DK" dirty="0">
                <a:latin typeface="Arial"/>
                <a:ea typeface="Verdana"/>
                <a:cs typeface="Arial"/>
              </a:rPr>
              <a:t>Ekstraopgaver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387468880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side">
  <a:themeElements>
    <a:clrScheme name="Alexandra Instituttet farver 2024">
      <a:dk1>
        <a:srgbClr val="343434"/>
      </a:dk1>
      <a:lt1>
        <a:srgbClr val="FFFFFF"/>
      </a:lt1>
      <a:dk2>
        <a:srgbClr val="343434"/>
      </a:dk2>
      <a:lt2>
        <a:srgbClr val="EDEDED"/>
      </a:lt2>
      <a:accent1>
        <a:srgbClr val="002A3F"/>
      </a:accent1>
      <a:accent2>
        <a:srgbClr val="0E495F"/>
      </a:accent2>
      <a:accent3>
        <a:srgbClr val="7797A5"/>
      </a:accent3>
      <a:accent4>
        <a:srgbClr val="9DB2BB"/>
      </a:accent4>
      <a:accent5>
        <a:srgbClr val="2B6B8B"/>
      </a:accent5>
      <a:accent6>
        <a:srgbClr val="BE5D2B"/>
      </a:accent6>
      <a:hlink>
        <a:srgbClr val="BE5D2B"/>
      </a:hlink>
      <a:folHlink>
        <a:srgbClr val="95989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lexandra_Instituttet_2022_DK" id="{4A3BB4F3-E6E2-C94B-9938-7B191890F638}" vid="{0E9BCA01-149E-234A-89EB-7639E86386CB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27C4D7E2A2944090E7FCAA05E5A1BB" ma:contentTypeVersion="10" ma:contentTypeDescription="Create a new document." ma:contentTypeScope="" ma:versionID="5654dc2dce5cea82e1ab13b5f3604516">
  <xsd:schema xmlns:xsd="http://www.w3.org/2001/XMLSchema" xmlns:xs="http://www.w3.org/2001/XMLSchema" xmlns:p="http://schemas.microsoft.com/office/2006/metadata/properties" xmlns:ns2="992297d5-60a3-4378-8fa0-0f27dec9bc09" xmlns:ns3="b7a1e643-70f8-4e3c-953a-3408b8617d0b" targetNamespace="http://schemas.microsoft.com/office/2006/metadata/properties" ma:root="true" ma:fieldsID="feedf58334a1fa6c1b64214aa0d99011" ns2:_="" ns3:_="">
    <xsd:import namespace="992297d5-60a3-4378-8fa0-0f27dec9bc09"/>
    <xsd:import namespace="b7a1e643-70f8-4e3c-953a-3408b8617d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2297d5-60a3-4378-8fa0-0f27dec9bc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3ed45bc6-4cda-4749-a7f6-2a7b80b4ce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a1e643-70f8-4e3c-953a-3408b8617d0b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fc1ff10-0bec-441f-aebe-baec60099296}" ma:internalName="TaxCatchAll" ma:showField="CatchAllData" ma:web="b7a1e643-70f8-4e3c-953a-3408b8617d0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92297d5-60a3-4378-8fa0-0f27dec9bc09">
      <Terms xmlns="http://schemas.microsoft.com/office/infopath/2007/PartnerControls"/>
    </lcf76f155ced4ddcb4097134ff3c332f>
    <TaxCatchAll xmlns="b7a1e643-70f8-4e3c-953a-3408b8617d0b" xsi:nil="true"/>
  </documentManagement>
</p:properties>
</file>

<file path=customXml/itemProps1.xml><?xml version="1.0" encoding="utf-8"?>
<ds:datastoreItem xmlns:ds="http://schemas.openxmlformats.org/officeDocument/2006/customXml" ds:itemID="{9335A7CD-B6F1-4816-BEEE-20D12C3BB67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3DDB0D7-670D-4386-98F8-723229A4023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992297d5-60a3-4378-8fa0-0f27dec9bc09"/>
    <ds:schemaRef ds:uri="b7a1e643-70f8-4e3c-953a-3408b8617d0b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589B6C1-278B-4679-8048-46DF9121B232}">
  <ds:schemaRefs>
    <ds:schemaRef ds:uri="http://purl.org/dc/dcmitype/"/>
    <ds:schemaRef ds:uri="http://purl.org/dc/terms/"/>
    <ds:schemaRef ds:uri="992297d5-60a3-4378-8fa0-0f27dec9bc09"/>
    <ds:schemaRef ds:uri="http://www.w3.org/XML/1998/namespace"/>
    <ds:schemaRef ds:uri="b7a1e643-70f8-4e3c-953a-3408b8617d0b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DK-skabelon-Alexandra-Instituttet</Template>
  <TotalTime>5500</TotalTime>
  <Words>271</Words>
  <Application>Microsoft Macintosh PowerPoint</Application>
  <PresentationFormat>Widescreen</PresentationFormat>
  <Paragraphs>116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Montserrat</vt:lpstr>
      <vt:lpstr>Masterside</vt:lpstr>
      <vt:lpstr>Agenda: Dag 2</vt:lpstr>
      <vt:lpstr>Webapplikationstesting</vt:lpstr>
      <vt:lpstr>Opsummering</vt:lpstr>
      <vt:lpstr>Devtools</vt:lpstr>
      <vt:lpstr>Proxy-værktøjer</vt:lpstr>
      <vt:lpstr>Sårbarheder</vt:lpstr>
      <vt:lpstr>Zed Attack Proxy (ZAP)</vt:lpstr>
      <vt:lpstr>ZAP </vt:lpstr>
      <vt:lpstr>Automatiseret scanning</vt:lpstr>
      <vt:lpstr>Scope (sites)</vt:lpstr>
      <vt:lpstr>Requester</vt:lpstr>
      <vt:lpstr>Docker 101</vt:lpstr>
      <vt:lpstr>Opgaver</vt:lpstr>
      <vt:lpstr>Web Application Firewall (WAF)</vt:lpstr>
      <vt:lpstr>Proxy (NGINX)</vt:lpstr>
      <vt:lpstr>Web Application Firewall (ModSecurity)</vt:lpstr>
      <vt:lpstr>CRS (Core Ruleset)</vt:lpstr>
      <vt:lpstr>Opgaver</vt:lpstr>
      <vt:lpstr>SBOM og sårbarhedsscanning</vt:lpstr>
      <vt:lpstr>Software Bill of Materials (SBOM)</vt:lpstr>
      <vt:lpstr>Sårbarheds-scanning</vt:lpstr>
      <vt:lpstr>CVSS og EPSS</vt:lpstr>
      <vt:lpstr>Opgaver</vt:lpstr>
      <vt:lpstr>Ekstraopgaver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CyPro kursus</dc:title>
  <dc:creator>Frederik Mølgaard Thayssen</dc:creator>
  <cp:lastModifiedBy>Benjamin Salling Hvass</cp:lastModifiedBy>
  <cp:revision>309</cp:revision>
  <cp:lastPrinted>2025-02-12T10:34:21Z</cp:lastPrinted>
  <dcterms:created xsi:type="dcterms:W3CDTF">2023-11-20T12:59:19Z</dcterms:created>
  <dcterms:modified xsi:type="dcterms:W3CDTF">2026-05-12T02:14:04Z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0x0101003B27C4D7E2A2944090E7FCAA05E5A1BB</vt:lpwstr>
  </property>
  <property fmtid="{D5CDD505-2E9C-101B-9397-08002B2CF9AE}" pid="3" name="MediaServiceImageTags">
    <vt:lpwstr/>
  </property>
  <property fmtid="{D5CDD505-2E9C-101B-9397-08002B2CF9AE}" pid="4" name="MSIP_Label_015abd0b-e5c5-4790-8ca5-8bb2d8ba98d8_Enabled">
    <vt:lpwstr>true</vt:lpwstr>
  </property>
  <property fmtid="{D5CDD505-2E9C-101B-9397-08002B2CF9AE}" pid="5" name="MSIP_Label_015abd0b-e5c5-4790-8ca5-8bb2d8ba98d8_SetDate">
    <vt:lpwstr>2025-08-18T08:27:08Z</vt:lpwstr>
  </property>
  <property fmtid="{D5CDD505-2E9C-101B-9397-08002B2CF9AE}" pid="6" name="MSIP_Label_015abd0b-e5c5-4790-8ca5-8bb2d8ba98d8_Method">
    <vt:lpwstr>Privileged</vt:lpwstr>
  </property>
  <property fmtid="{D5CDD505-2E9C-101B-9397-08002B2CF9AE}" pid="7" name="MSIP_Label_015abd0b-e5c5-4790-8ca5-8bb2d8ba98d8_Name">
    <vt:lpwstr>Public</vt:lpwstr>
  </property>
  <property fmtid="{D5CDD505-2E9C-101B-9397-08002B2CF9AE}" pid="8" name="MSIP_Label_015abd0b-e5c5-4790-8ca5-8bb2d8ba98d8_SiteId">
    <vt:lpwstr>4bda23cd-4a87-419b-a47d-7673130b2884</vt:lpwstr>
  </property>
  <property fmtid="{D5CDD505-2E9C-101B-9397-08002B2CF9AE}" pid="9" name="MSIP_Label_015abd0b-e5c5-4790-8ca5-8bb2d8ba98d8_ActionId">
    <vt:lpwstr>bb77ce29-668d-4eb4-a284-0fbf7dcdc053</vt:lpwstr>
  </property>
  <property fmtid="{D5CDD505-2E9C-101B-9397-08002B2CF9AE}" pid="10" name="MSIP_Label_015abd0b-e5c5-4790-8ca5-8bb2d8ba98d8_ContentBits">
    <vt:lpwstr>1</vt:lpwstr>
  </property>
  <property fmtid="{D5CDD505-2E9C-101B-9397-08002B2CF9AE}" pid="11" name="MSIP_Label_015abd0b-e5c5-4790-8ca5-8bb2d8ba98d8_Tag">
    <vt:lpwstr>10, 0, 1, 1</vt:lpwstr>
  </property>
  <property fmtid="{D5CDD505-2E9C-101B-9397-08002B2CF9AE}" pid="12" name="ClassificationContentMarkingHeaderLocations">
    <vt:lpwstr>masterside:8</vt:lpwstr>
  </property>
  <property fmtid="{D5CDD505-2E9C-101B-9397-08002B2CF9AE}" pid="13" name="ClassificationContentMarkingHeaderText">
    <vt:lpwstr>PUBLIC</vt:lpwstr>
  </property>
</Properties>
</file>