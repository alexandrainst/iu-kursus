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5" r:id="rId4"/>
  </p:sldMasterIdLst>
  <p:notesMasterIdLst>
    <p:notesMasterId r:id="rId33"/>
  </p:notesMasterIdLst>
  <p:sldIdLst>
    <p:sldId id="1902" r:id="rId5"/>
    <p:sldId id="1893" r:id="rId6"/>
    <p:sldId id="2134806488" r:id="rId7"/>
    <p:sldId id="2134806489" r:id="rId8"/>
    <p:sldId id="2134806490" r:id="rId9"/>
    <p:sldId id="2134806491" r:id="rId10"/>
    <p:sldId id="2134806492" r:id="rId11"/>
    <p:sldId id="1896" r:id="rId12"/>
    <p:sldId id="2134806493" r:id="rId13"/>
    <p:sldId id="2134806494" r:id="rId14"/>
    <p:sldId id="2134806495" r:id="rId15"/>
    <p:sldId id="2134806496" r:id="rId16"/>
    <p:sldId id="2134806497" r:id="rId17"/>
    <p:sldId id="2134806487" r:id="rId18"/>
    <p:sldId id="2134806498" r:id="rId19"/>
    <p:sldId id="2134806510" r:id="rId20"/>
    <p:sldId id="2134806507" r:id="rId21"/>
    <p:sldId id="2134806508" r:id="rId22"/>
    <p:sldId id="2134806500" r:id="rId23"/>
    <p:sldId id="2134806503" r:id="rId24"/>
    <p:sldId id="2134806511" r:id="rId25"/>
    <p:sldId id="2134806512" r:id="rId26"/>
    <p:sldId id="2134806513" r:id="rId27"/>
    <p:sldId id="2134806514" r:id="rId28"/>
    <p:sldId id="2134806515" r:id="rId29"/>
    <p:sldId id="2134806516" r:id="rId30"/>
    <p:sldId id="2134806502" r:id="rId31"/>
    <p:sldId id="213480650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D9B63F-778D-4D9D-DB16-17A170F388A9}" name="Michael Bladt Stausholm" initials="MS" userId="S::michael.stausholm@alexandra.dk::aa5f8758-c00f-4915-8c94-9445905eb5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371"/>
    <a:srgbClr val="D4B000"/>
    <a:srgbClr val="003843"/>
    <a:srgbClr val="798690"/>
    <a:srgbClr val="D7D8D7"/>
    <a:srgbClr val="F6C821"/>
    <a:srgbClr val="C5A3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5FAF2D-4777-4167-989D-D4E11F019303}" v="6" dt="2026-03-17T11:32:42.510"/>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660"/>
  </p:normalViewPr>
  <p:slideViewPr>
    <p:cSldViewPr snapToGrid="0">
      <p:cViewPr varScale="1">
        <p:scale>
          <a:sx n="79" d="100"/>
          <a:sy n="79" d="100"/>
        </p:scale>
        <p:origin x="809"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B8A8B2-9967-5C4C-B793-6C24CF068DE2}" type="datetimeFigureOut">
              <a:rPr lang="da-DK" smtClean="0"/>
              <a:t>17-03-2026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F29A2-4FD5-4341-8EB7-C2CDDFE66A51}" type="slidenum">
              <a:rPr lang="da-DK" smtClean="0"/>
              <a:t>‹#›</a:t>
            </a:fld>
            <a:endParaRPr lang="da-DK"/>
          </a:p>
        </p:txBody>
      </p:sp>
    </p:spTree>
    <p:extLst>
      <p:ext uri="{BB962C8B-B14F-4D97-AF65-F5344CB8AC3E}">
        <p14:creationId xmlns:p14="http://schemas.microsoft.com/office/powerpoint/2010/main" val="40167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7E7B-9F11-2F27-DA60-9D84DBEFE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F8967-5025-49F9-3E47-47566B7F0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A84BC-5895-9E42-EE34-14DBE278ED11}"/>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3953837E-1EDD-A4D1-8CF0-546EFB733D90}"/>
              </a:ext>
            </a:extLst>
          </p:cNvPr>
          <p:cNvSpPr>
            <a:spLocks noGrp="1"/>
          </p:cNvSpPr>
          <p:nvPr>
            <p:ph type="sldNum" sz="quarter" idx="5"/>
          </p:nvPr>
        </p:nvSpPr>
        <p:spPr/>
        <p:txBody>
          <a:bodyPr/>
          <a:lstStyle/>
          <a:p>
            <a:fld id="{05BF29A2-4FD5-4341-8EB7-C2CDDFE66A51}" type="slidenum">
              <a:rPr lang="da-DK" smtClean="0"/>
              <a:t>2</a:t>
            </a:fld>
            <a:endParaRPr lang="da-DK"/>
          </a:p>
        </p:txBody>
      </p:sp>
    </p:spTree>
    <p:extLst>
      <p:ext uri="{BB962C8B-B14F-4D97-AF65-F5344CB8AC3E}">
        <p14:creationId xmlns:p14="http://schemas.microsoft.com/office/powerpoint/2010/main" val="1200413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0601-4127-9600-95BE-A6F074558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EAD28-F8FF-B491-3F3C-75A49805F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4BAFE-054F-B5B5-875E-FA7CB7E4C374}"/>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EB3BC26E-8344-77F3-C575-7B3821BEA1EA}"/>
              </a:ext>
            </a:extLst>
          </p:cNvPr>
          <p:cNvSpPr>
            <a:spLocks noGrp="1"/>
          </p:cNvSpPr>
          <p:nvPr>
            <p:ph type="sldNum" sz="quarter" idx="5"/>
          </p:nvPr>
        </p:nvSpPr>
        <p:spPr/>
        <p:txBody>
          <a:bodyPr/>
          <a:lstStyle/>
          <a:p>
            <a:fld id="{05BF29A2-4FD5-4341-8EB7-C2CDDFE66A51}" type="slidenum">
              <a:rPr lang="da-DK" smtClean="0"/>
              <a:t>15</a:t>
            </a:fld>
            <a:endParaRPr lang="da-DK"/>
          </a:p>
        </p:txBody>
      </p:sp>
    </p:spTree>
    <p:extLst>
      <p:ext uri="{BB962C8B-B14F-4D97-AF65-F5344CB8AC3E}">
        <p14:creationId xmlns:p14="http://schemas.microsoft.com/office/powerpoint/2010/main" val="1730749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198AA-028A-BC99-6E76-6D042CF9D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743A8-41CD-5CBF-86A4-56837981C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D59BD-5D2B-7DE8-3C06-556DB5B25AD7}"/>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55C76209-FAD0-A47D-9085-030F8D3B72B2}"/>
              </a:ext>
            </a:extLst>
          </p:cNvPr>
          <p:cNvSpPr>
            <a:spLocks noGrp="1"/>
          </p:cNvSpPr>
          <p:nvPr>
            <p:ph type="sldNum" sz="quarter" idx="5"/>
          </p:nvPr>
        </p:nvSpPr>
        <p:spPr/>
        <p:txBody>
          <a:bodyPr/>
          <a:lstStyle/>
          <a:p>
            <a:fld id="{05BF29A2-4FD5-4341-8EB7-C2CDDFE66A51}" type="slidenum">
              <a:rPr lang="da-DK" smtClean="0"/>
              <a:t>20</a:t>
            </a:fld>
            <a:endParaRPr lang="da-DK"/>
          </a:p>
        </p:txBody>
      </p:sp>
    </p:spTree>
    <p:extLst>
      <p:ext uri="{BB962C8B-B14F-4D97-AF65-F5344CB8AC3E}">
        <p14:creationId xmlns:p14="http://schemas.microsoft.com/office/powerpoint/2010/main" val="9033070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ORSIDE ALX GENERISK">
    <p:spTree>
      <p:nvGrpSpPr>
        <p:cNvPr id="1" name=""/>
        <p:cNvGrpSpPr/>
        <p:nvPr/>
      </p:nvGrpSpPr>
      <p:grpSpPr>
        <a:xfrm>
          <a:off x="0" y="0"/>
          <a:ext cx="0" cy="0"/>
          <a:chOff x="0" y="0"/>
          <a:chExt cx="0" cy="0"/>
        </a:xfrm>
      </p:grpSpPr>
      <p:pic>
        <p:nvPicPr>
          <p:cNvPr id="8" name="Billede 7" descr="Et billede, der indeholder kaffekop, krus, bord, bordservice&#10;&#10;AI-genereret indhold kan være ukorrekt.">
            <a:extLst>
              <a:ext uri="{FF2B5EF4-FFF2-40B4-BE49-F238E27FC236}">
                <a16:creationId xmlns:a16="http://schemas.microsoft.com/office/drawing/2014/main" id="{C121535F-D843-EA03-AF0E-364245AE2B78}"/>
              </a:ext>
            </a:extLst>
          </p:cNvPr>
          <p:cNvPicPr>
            <a:picLocks noChangeAspect="1"/>
          </p:cNvPicPr>
          <p:nvPr/>
        </p:nvPicPr>
        <p:blipFill>
          <a:blip r:embed="rId2" cstate="screen">
            <a:extLst>
              <a:ext uri="{28A0092B-C50C-407E-A947-70E740481C1C}">
                <a14:useLocalDpi xmlns:a14="http://schemas.microsoft.com/office/drawing/2010/main"/>
              </a:ext>
            </a:extLst>
          </a:blip>
          <a:srcRect l="-24258" b="-23475"/>
          <a:stretch>
            <a:fillRect/>
          </a:stretch>
        </p:blipFill>
        <p:spPr>
          <a:xfrm>
            <a:off x="2266094" y="0"/>
            <a:ext cx="9925906" cy="5554075"/>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da-DK"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da-DK"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4541233"/>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FORSIDE ALX SIKKERHED">
    <p:spTree>
      <p:nvGrpSpPr>
        <p:cNvPr id="1" name=""/>
        <p:cNvGrpSpPr/>
        <p:nvPr/>
      </p:nvGrpSpPr>
      <p:grpSpPr>
        <a:xfrm>
          <a:off x="0" y="0"/>
          <a:ext cx="0" cy="0"/>
          <a:chOff x="0" y="0"/>
          <a:chExt cx="0" cy="0"/>
        </a:xfrm>
      </p:grpSpPr>
      <p:pic>
        <p:nvPicPr>
          <p:cNvPr id="6" name="Billede 5" descr="Et billede, der indeholder kredsløb, elektronik, Elektronisk komponent, Elektroteknik&#10;&#10;AI-genereret indhold kan være ukorrekt.">
            <a:extLst>
              <a:ext uri="{FF2B5EF4-FFF2-40B4-BE49-F238E27FC236}">
                <a16:creationId xmlns:a16="http://schemas.microsoft.com/office/drawing/2014/main" id="{B083C026-0090-3194-76FE-2AB9675B5262}"/>
              </a:ext>
            </a:extLst>
          </p:cNvPr>
          <p:cNvPicPr>
            <a:picLocks noChangeAspect="1"/>
          </p:cNvPicPr>
          <p:nvPr/>
        </p:nvPicPr>
        <p:blipFill>
          <a:blip r:embed="rId2"/>
          <a:srcRect t="34411" r="21876"/>
          <a:stretch>
            <a:fillRect/>
          </a:stretch>
        </p:blipFill>
        <p:spPr>
          <a:xfrm>
            <a:off x="2667157" y="-1"/>
            <a:ext cx="9524843" cy="4498123"/>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da-DK"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2972861"/>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FORSIDE ALX BÆREDYGTIG">
    <p:spTree>
      <p:nvGrpSpPr>
        <p:cNvPr id="1" name=""/>
        <p:cNvGrpSpPr/>
        <p:nvPr/>
      </p:nvGrpSpPr>
      <p:grpSpPr>
        <a:xfrm>
          <a:off x="0" y="0"/>
          <a:ext cx="0" cy="0"/>
          <a:chOff x="0" y="0"/>
          <a:chExt cx="0" cy="0"/>
        </a:xfrm>
      </p:grpSpPr>
      <p:pic>
        <p:nvPicPr>
          <p:cNvPr id="11" name="Billede 10" descr="Et billede, der indeholder træ, person, udendørs, tøj&#10;&#10;AI-genereret indhold kan være ukorrekt.">
            <a:extLst>
              <a:ext uri="{FF2B5EF4-FFF2-40B4-BE49-F238E27FC236}">
                <a16:creationId xmlns:a16="http://schemas.microsoft.com/office/drawing/2014/main" id="{1D5533EA-34A2-1C3E-82C4-F40F51E1721B}"/>
              </a:ext>
            </a:extLst>
          </p:cNvPr>
          <p:cNvPicPr>
            <a:picLocks noChangeAspect="1"/>
          </p:cNvPicPr>
          <p:nvPr/>
        </p:nvPicPr>
        <p:blipFill>
          <a:blip r:embed="rId2"/>
          <a:stretch>
            <a:fillRect/>
          </a:stretch>
        </p:blipFill>
        <p:spPr>
          <a:xfrm>
            <a:off x="4140485" y="0"/>
            <a:ext cx="8051515" cy="4528977"/>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220018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ORSIDE ALX AI">
    <p:spTree>
      <p:nvGrpSpPr>
        <p:cNvPr id="1" name=""/>
        <p:cNvGrpSpPr/>
        <p:nvPr/>
      </p:nvGrpSpPr>
      <p:grpSpPr>
        <a:xfrm>
          <a:off x="0" y="0"/>
          <a:ext cx="0" cy="0"/>
          <a:chOff x="0" y="0"/>
          <a:chExt cx="0" cy="0"/>
        </a:xfrm>
      </p:grpSpPr>
      <p:pic>
        <p:nvPicPr>
          <p:cNvPr id="2" name="Billede 1" descr="Et billede, der indeholder person, fyrværkeri, lys/lygte&#10;&#10;AI-genereret indhold kan være ukorrekt.">
            <a:extLst>
              <a:ext uri="{FF2B5EF4-FFF2-40B4-BE49-F238E27FC236}">
                <a16:creationId xmlns:a16="http://schemas.microsoft.com/office/drawing/2014/main" id="{5D29AC76-5194-A073-E319-3DA1BCEAFC11}"/>
              </a:ext>
            </a:extLst>
          </p:cNvPr>
          <p:cNvPicPr>
            <a:picLocks noChangeAspect="1"/>
          </p:cNvPicPr>
          <p:nvPr/>
        </p:nvPicPr>
        <p:blipFill>
          <a:blip r:embed="rId2"/>
          <a:stretch>
            <a:fillRect/>
          </a:stretch>
        </p:blipFill>
        <p:spPr>
          <a:xfrm>
            <a:off x="4029357" y="0"/>
            <a:ext cx="8164530" cy="4592548"/>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754041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FORSIDE AI Sprogteknologi">
    <p:spTree>
      <p:nvGrpSpPr>
        <p:cNvPr id="1" name=""/>
        <p:cNvGrpSpPr/>
        <p:nvPr/>
      </p:nvGrpSpPr>
      <p:grpSpPr>
        <a:xfrm>
          <a:off x="0" y="0"/>
          <a:ext cx="0" cy="0"/>
          <a:chOff x="0" y="0"/>
          <a:chExt cx="0" cy="0"/>
        </a:xfrm>
      </p:grpSpPr>
      <p:pic>
        <p:nvPicPr>
          <p:cNvPr id="6" name="Billede 5" descr="Et billede, der indeholder person, indendørs, tøj, Ansigt&#10;&#10;AI-genereret indhold kan være ukorrekt.">
            <a:extLst>
              <a:ext uri="{FF2B5EF4-FFF2-40B4-BE49-F238E27FC236}">
                <a16:creationId xmlns:a16="http://schemas.microsoft.com/office/drawing/2014/main" id="{869A67AF-8795-6ADF-B0C8-649016374805}"/>
              </a:ext>
            </a:extLst>
          </p:cNvPr>
          <p:cNvPicPr>
            <a:picLocks noChangeAspect="1"/>
          </p:cNvPicPr>
          <p:nvPr/>
        </p:nvPicPr>
        <p:blipFill>
          <a:blip r:embed="rId2" cstate="screen">
            <a:extLst>
              <a:ext uri="{28A0092B-C50C-407E-A947-70E740481C1C}">
                <a14:useLocalDpi xmlns:a14="http://schemas.microsoft.com/office/drawing/2010/main"/>
              </a:ext>
            </a:extLst>
          </a:blip>
          <a:srcRect b="-1"/>
          <a:stretch>
            <a:fillRect/>
          </a:stretch>
        </p:blipFill>
        <p:spPr>
          <a:xfrm>
            <a:off x="4265662" y="0"/>
            <a:ext cx="7926338" cy="4687743"/>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17998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FORSIDE ALX SUNDHED">
    <p:spTree>
      <p:nvGrpSpPr>
        <p:cNvPr id="1" name=""/>
        <p:cNvGrpSpPr/>
        <p:nvPr/>
      </p:nvGrpSpPr>
      <p:grpSpPr>
        <a:xfrm>
          <a:off x="0" y="0"/>
          <a:ext cx="0" cy="0"/>
          <a:chOff x="0" y="0"/>
          <a:chExt cx="0" cy="0"/>
        </a:xfrm>
      </p:grpSpPr>
      <p:pic>
        <p:nvPicPr>
          <p:cNvPr id="17" name="Billede 16" descr="Et billede, der indeholder skærmbillede, elektronik, musik&#10;&#10;AI-genereret indhold kan være ukorrekt.">
            <a:extLst>
              <a:ext uri="{FF2B5EF4-FFF2-40B4-BE49-F238E27FC236}">
                <a16:creationId xmlns:a16="http://schemas.microsoft.com/office/drawing/2014/main" id="{0C704087-8C8C-A1EB-7981-3819ABE470AD}"/>
              </a:ext>
            </a:extLst>
          </p:cNvPr>
          <p:cNvPicPr>
            <a:picLocks noChangeAspect="1"/>
          </p:cNvPicPr>
          <p:nvPr/>
        </p:nvPicPr>
        <p:blipFill>
          <a:blip r:embed="rId2"/>
          <a:stretch>
            <a:fillRect/>
          </a:stretch>
        </p:blipFill>
        <p:spPr>
          <a:xfrm>
            <a:off x="4173365" y="0"/>
            <a:ext cx="8018635" cy="4510482"/>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913175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vid side - 1 tekstbok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F550DC7-A416-CF41-A483-9ADA70B3986D}"/>
              </a:ext>
            </a:extLst>
          </p:cNvPr>
          <p:cNvSpPr>
            <a:spLocks noGrp="1"/>
          </p:cNvSpPr>
          <p:nvPr>
            <p:ph idx="1"/>
          </p:nvPr>
        </p:nvSpPr>
        <p:spPr>
          <a:xfrm>
            <a:off x="900000" y="1620000"/>
            <a:ext cx="10440000" cy="4320000"/>
          </a:xfrm>
          <a:prstGeom prst="rect">
            <a:avLst/>
          </a:prstGeom>
        </p:spPr>
        <p:txBody>
          <a:bodyPr vert="horz" lIns="0" tIns="0" rIns="0" bIns="0" rtlCol="0">
            <a:noAutofit/>
          </a:bodyPr>
          <a:lstStyle>
            <a:lvl1pPr marL="360000" indent="-360000">
              <a:spcBef>
                <a:spcPts val="600"/>
              </a:spcBef>
              <a:buClrTx/>
              <a:buFont typeface="Arial" panose="020B0604020202020204" pitchFamily="34" charset="0"/>
              <a:buChar char="•"/>
              <a:defRPr>
                <a:solidFill>
                  <a:srgbClr val="343434"/>
                </a:solidFill>
                <a:latin typeface="Arial" panose="020B0604020202020204" pitchFamily="34" charset="0"/>
                <a:cs typeface="Arial" panose="020B0604020202020204" pitchFamily="34" charset="0"/>
              </a:defRPr>
            </a:lvl1pPr>
            <a:lvl2pPr marL="720000" indent="-358775">
              <a:spcBef>
                <a:spcPts val="600"/>
              </a:spcBef>
              <a:buClrTx/>
              <a:tabLst/>
              <a:defRPr>
                <a:solidFill>
                  <a:srgbClr val="343434"/>
                </a:solidFill>
                <a:latin typeface="Arial" panose="020B0604020202020204" pitchFamily="34" charset="0"/>
                <a:cs typeface="Arial" panose="020B0604020202020204" pitchFamily="34" charset="0"/>
              </a:defRPr>
            </a:lvl2pPr>
            <a:lvl3pPr marL="1080000" indent="-360000">
              <a:spcBef>
                <a:spcPts val="600"/>
              </a:spcBef>
              <a:buClrTx/>
              <a:tabLst/>
              <a:defRPr sz="1800">
                <a:solidFill>
                  <a:srgbClr val="343434"/>
                </a:solidFill>
                <a:latin typeface="Arial" panose="020B0604020202020204" pitchFamily="34" charset="0"/>
                <a:cs typeface="Arial" panose="020B0604020202020204" pitchFamily="34" charset="0"/>
              </a:defRPr>
            </a:lvl3pPr>
            <a:lvl4pPr marL="1080000" indent="-360000">
              <a:defRPr>
                <a:latin typeface="Montserrat" pitchFamily="2" charset="77"/>
                <a:cs typeface="Arial" panose="020B0604020202020204" pitchFamily="34" charset="0"/>
              </a:defRPr>
            </a:lvl4pPr>
          </a:lstStyle>
          <a:p>
            <a:pPr lvl="0"/>
            <a:r>
              <a:rPr lang="en-US" noProof="0"/>
              <a:t>Click to edit Master text styles</a:t>
            </a:r>
          </a:p>
          <a:p>
            <a:pPr lvl="1"/>
            <a:r>
              <a:rPr lang="en-US" noProof="0"/>
              <a:t>Second level</a:t>
            </a:r>
          </a:p>
          <a:p>
            <a:pPr lvl="2"/>
            <a:r>
              <a:rPr lang="en-US" noProof="0"/>
              <a:t>Third level</a:t>
            </a:r>
          </a:p>
        </p:txBody>
      </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lvl1pPr>
              <a:defRPr b="0"/>
            </a:lvl1pPr>
          </a:lstStyle>
          <a:p>
            <a:r>
              <a:rPr lang="en-US" noProof="0"/>
              <a:t>Click to edit Master title style</a:t>
            </a:r>
            <a:endParaRPr lang="da-DK" noProof="0"/>
          </a:p>
        </p:txBody>
      </p:sp>
      <p:sp>
        <p:nvSpPr>
          <p:cNvPr id="10" name="Pladsholder til dato 9">
            <a:extLst>
              <a:ext uri="{FF2B5EF4-FFF2-40B4-BE49-F238E27FC236}">
                <a16:creationId xmlns:a16="http://schemas.microsoft.com/office/drawing/2014/main" id="{1BB2F60C-788E-9A59-EF13-80326069FB78}"/>
              </a:ext>
            </a:extLst>
          </p:cNvPr>
          <p:cNvSpPr>
            <a:spLocks noGrp="1"/>
          </p:cNvSpPr>
          <p:nvPr>
            <p:ph type="dt" sz="half" idx="10"/>
          </p:nvPr>
        </p:nvSpPr>
        <p:spPr/>
        <p:txBody>
          <a:bodyPr/>
          <a:lstStyle/>
          <a:p>
            <a:fld id="{966570FE-B5FB-B343-9266-1BC06216A43C}" type="datetime1">
              <a:rPr lang="da-DK" smtClean="0"/>
              <a:t>17-03-2026</a:t>
            </a:fld>
            <a:endParaRPr lang="da-DK"/>
          </a:p>
        </p:txBody>
      </p:sp>
      <p:sp>
        <p:nvSpPr>
          <p:cNvPr id="11" name="Pladsholder til sidefod 10">
            <a:extLst>
              <a:ext uri="{FF2B5EF4-FFF2-40B4-BE49-F238E27FC236}">
                <a16:creationId xmlns:a16="http://schemas.microsoft.com/office/drawing/2014/main" id="{C715199F-1D98-9548-D278-C6709A1D5092}"/>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1842143F-A33C-07B8-623A-3A8B9C79E160}"/>
              </a:ext>
            </a:extLst>
          </p:cNvPr>
          <p:cNvSpPr>
            <a:spLocks noGrp="1"/>
          </p:cNvSpPr>
          <p:nvPr>
            <p:ph type="sldNum" sz="quarter" idx="12"/>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90152296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Hvid side - 1 tekstbok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F550DC7-A416-CF41-A483-9ADA70B3986D}"/>
              </a:ext>
            </a:extLst>
          </p:cNvPr>
          <p:cNvSpPr>
            <a:spLocks noGrp="1"/>
          </p:cNvSpPr>
          <p:nvPr>
            <p:ph idx="1"/>
          </p:nvPr>
        </p:nvSpPr>
        <p:spPr>
          <a:xfrm>
            <a:off x="899999" y="1620000"/>
            <a:ext cx="5040000" cy="4320000"/>
          </a:xfrm>
          <a:prstGeom prst="rect">
            <a:avLst/>
          </a:prstGeom>
        </p:spPr>
        <p:txBody>
          <a:bodyPr vert="horz" lIns="0" tIns="0" rIns="0" bIns="0" rtlCol="0">
            <a:noAutofit/>
          </a:bodyPr>
          <a:lstStyle>
            <a:lvl1pPr marL="360000" indent="-360000">
              <a:spcBef>
                <a:spcPts val="600"/>
              </a:spcBef>
              <a:buClrTx/>
              <a:buFont typeface="Arial" panose="020B0604020202020204" pitchFamily="34" charset="0"/>
              <a:buChar char="•"/>
              <a:defRPr>
                <a:solidFill>
                  <a:srgbClr val="343434"/>
                </a:solidFill>
                <a:latin typeface="Arial" panose="020B0604020202020204" pitchFamily="34" charset="0"/>
                <a:cs typeface="Arial" panose="020B0604020202020204" pitchFamily="34" charset="0"/>
              </a:defRPr>
            </a:lvl1pPr>
            <a:lvl2pPr marL="720000" indent="-358775">
              <a:spcBef>
                <a:spcPts val="600"/>
              </a:spcBef>
              <a:buClrTx/>
              <a:tabLst/>
              <a:defRPr>
                <a:solidFill>
                  <a:srgbClr val="343434"/>
                </a:solidFill>
                <a:latin typeface="Arial" panose="020B0604020202020204" pitchFamily="34" charset="0"/>
                <a:cs typeface="Arial" panose="020B0604020202020204" pitchFamily="34" charset="0"/>
              </a:defRPr>
            </a:lvl2pPr>
            <a:lvl3pPr marL="1080000" indent="-360000">
              <a:spcBef>
                <a:spcPts val="600"/>
              </a:spcBef>
              <a:buClrTx/>
              <a:tabLst/>
              <a:defRPr sz="1800">
                <a:solidFill>
                  <a:srgbClr val="343434"/>
                </a:solidFill>
                <a:latin typeface="Arial" panose="020B0604020202020204" pitchFamily="34" charset="0"/>
                <a:cs typeface="Arial" panose="020B0604020202020204" pitchFamily="34" charset="0"/>
              </a:defRPr>
            </a:lvl3pPr>
            <a:lvl4pPr marL="1080000" indent="-360000">
              <a:defRPr>
                <a:latin typeface="Montserrat" pitchFamily="2" charset="77"/>
                <a:cs typeface="Arial" panose="020B0604020202020204" pitchFamily="34" charset="0"/>
              </a:defRPr>
            </a:lvl4pPr>
          </a:lstStyle>
          <a:p>
            <a:pPr lvl="0"/>
            <a:r>
              <a:rPr lang="en-US" noProof="0"/>
              <a:t>Click to edit Master text styles</a:t>
            </a:r>
          </a:p>
          <a:p>
            <a:pPr lvl="1"/>
            <a:r>
              <a:rPr lang="en-US" noProof="0"/>
              <a:t>Second level</a:t>
            </a:r>
          </a:p>
          <a:p>
            <a:pPr lvl="2"/>
            <a:r>
              <a:rPr lang="en-US" noProof="0"/>
              <a:t>Third level</a:t>
            </a:r>
          </a:p>
        </p:txBody>
      </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lvl1pPr>
              <a:defRPr b="0"/>
            </a:lvl1pPr>
          </a:lstStyle>
          <a:p>
            <a:r>
              <a:rPr lang="en-US" noProof="0"/>
              <a:t>Click to edit Master title style</a:t>
            </a:r>
            <a:endParaRPr lang="da-DK" noProof="0"/>
          </a:p>
        </p:txBody>
      </p:sp>
      <p:sp>
        <p:nvSpPr>
          <p:cNvPr id="10" name="Pladsholder til dato 9">
            <a:extLst>
              <a:ext uri="{FF2B5EF4-FFF2-40B4-BE49-F238E27FC236}">
                <a16:creationId xmlns:a16="http://schemas.microsoft.com/office/drawing/2014/main" id="{1BB2F60C-788E-9A59-EF13-80326069FB78}"/>
              </a:ext>
            </a:extLst>
          </p:cNvPr>
          <p:cNvSpPr>
            <a:spLocks noGrp="1"/>
          </p:cNvSpPr>
          <p:nvPr>
            <p:ph type="dt" sz="half" idx="10"/>
          </p:nvPr>
        </p:nvSpPr>
        <p:spPr/>
        <p:txBody>
          <a:bodyPr/>
          <a:lstStyle/>
          <a:p>
            <a:fld id="{966570FE-B5FB-B343-9266-1BC06216A43C}" type="datetime1">
              <a:rPr lang="da-DK" smtClean="0"/>
              <a:t>17-03-2026</a:t>
            </a:fld>
            <a:endParaRPr lang="da-DK"/>
          </a:p>
        </p:txBody>
      </p:sp>
      <p:sp>
        <p:nvSpPr>
          <p:cNvPr id="11" name="Pladsholder til sidefod 10">
            <a:extLst>
              <a:ext uri="{FF2B5EF4-FFF2-40B4-BE49-F238E27FC236}">
                <a16:creationId xmlns:a16="http://schemas.microsoft.com/office/drawing/2014/main" id="{C715199F-1D98-9548-D278-C6709A1D5092}"/>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1842143F-A33C-07B8-623A-3A8B9C79E160}"/>
              </a:ext>
            </a:extLst>
          </p:cNvPr>
          <p:cNvSpPr>
            <a:spLocks noGrp="1"/>
          </p:cNvSpPr>
          <p:nvPr>
            <p:ph type="sldNum" sz="quarter" idx="12"/>
          </p:nvPr>
        </p:nvSpPr>
        <p:spPr/>
        <p:txBody>
          <a:bodyPr/>
          <a:lstStyle/>
          <a:p>
            <a:fld id="{D9FF5FAE-2060-B54F-BDDB-0825BCE6ACB8}" type="slidenum">
              <a:rPr lang="da-DK" smtClean="0"/>
              <a:pPr/>
              <a:t>‹#›</a:t>
            </a:fld>
            <a:endParaRPr lang="da-DK"/>
          </a:p>
        </p:txBody>
      </p:sp>
      <p:sp>
        <p:nvSpPr>
          <p:cNvPr id="3" name="Pladsholder til tekst 2">
            <a:extLst>
              <a:ext uri="{FF2B5EF4-FFF2-40B4-BE49-F238E27FC236}">
                <a16:creationId xmlns:a16="http://schemas.microsoft.com/office/drawing/2014/main" id="{60D059A8-DCE4-A46D-60D3-F398DD48FAD3}"/>
              </a:ext>
            </a:extLst>
          </p:cNvPr>
          <p:cNvSpPr>
            <a:spLocks noGrp="1"/>
          </p:cNvSpPr>
          <p:nvPr>
            <p:ph type="body" sz="quarter" idx="13"/>
          </p:nvPr>
        </p:nvSpPr>
        <p:spPr>
          <a:xfrm>
            <a:off x="6300000" y="1620000"/>
            <a:ext cx="5040000" cy="4337050"/>
          </a:xfrm>
        </p:spPr>
        <p:txBody>
          <a:bodyPr/>
          <a:lstStyle>
            <a:lvl2pPr>
              <a:defRPr lang="da-DK" sz="2000" kern="1200" noProof="0" dirty="0" smtClean="0">
                <a:solidFill>
                  <a:srgbClr val="343434"/>
                </a:solidFill>
                <a:latin typeface="Arial" panose="020B0604020202020204" pitchFamily="34" charset="0"/>
                <a:ea typeface="+mn-ea"/>
                <a:cs typeface="Arial" panose="020B0604020202020204" pitchFamily="34" charset="0"/>
              </a:defRPr>
            </a:lvl2pPr>
            <a:lvl3pPr>
              <a:defRPr lang="da-DK" sz="1800" kern="1200" dirty="0">
                <a:solidFill>
                  <a:srgbClr val="343434"/>
                </a:solidFill>
                <a:latin typeface="Arial" panose="020B0604020202020204" pitchFamily="34" charset="0"/>
                <a:ea typeface="Tahoma" panose="020B0604030504040204" pitchFamily="34" charset="0"/>
                <a:cs typeface="Arial" panose="020B0604020202020204" pitchFamily="34" charset="0"/>
              </a:defRPr>
            </a:lvl3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14339453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vid side 2 tekstbokse">
    <p:spTree>
      <p:nvGrpSpPr>
        <p:cNvPr id="1" name=""/>
        <p:cNvGrpSpPr/>
        <p:nvPr/>
      </p:nvGrpSpPr>
      <p:grpSpPr>
        <a:xfrm>
          <a:off x="0" y="0"/>
          <a:ext cx="0" cy="0"/>
          <a:chOff x="0" y="0"/>
          <a:chExt cx="0" cy="0"/>
        </a:xfrm>
      </p:grpSpPr>
      <p:grpSp>
        <p:nvGrpSpPr>
          <p:cNvPr id="4" name="Gruppe 3">
            <a:extLst>
              <a:ext uri="{FF2B5EF4-FFF2-40B4-BE49-F238E27FC236}">
                <a16:creationId xmlns:a16="http://schemas.microsoft.com/office/drawing/2014/main" id="{64C8BE60-2B52-C474-A2CB-1F64FF30550F}"/>
              </a:ext>
            </a:extLst>
          </p:cNvPr>
          <p:cNvGrpSpPr>
            <a:grpSpLocks/>
          </p:cNvGrpSpPr>
          <p:nvPr/>
        </p:nvGrpSpPr>
        <p:grpSpPr>
          <a:xfrm>
            <a:off x="6168866" y="0"/>
            <a:ext cx="6023133" cy="6875719"/>
            <a:chOff x="6168866" y="0"/>
            <a:chExt cx="6023133" cy="6875719"/>
          </a:xfrm>
        </p:grpSpPr>
        <p:sp>
          <p:nvSpPr>
            <p:cNvPr id="2" name="Right Triangle 5">
              <a:extLst>
                <a:ext uri="{FF2B5EF4-FFF2-40B4-BE49-F238E27FC236}">
                  <a16:creationId xmlns:a16="http://schemas.microsoft.com/office/drawing/2014/main" id="{BDA80A67-9751-09B1-DB0C-8281D5DF6CC4}"/>
                </a:ext>
              </a:extLst>
            </p:cNvPr>
            <p:cNvSpPr>
              <a:spLocks/>
            </p:cNvSpPr>
            <p:nvPr userDrawn="1"/>
          </p:nvSpPr>
          <p:spPr>
            <a:xfrm rot="16200000">
              <a:off x="3876182" y="2292684"/>
              <a:ext cx="6875719" cy="2290351"/>
            </a:xfrm>
            <a:prstGeom prst="rtTriangle">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3" name="Rectangle 6">
              <a:extLst>
                <a:ext uri="{FF2B5EF4-FFF2-40B4-BE49-F238E27FC236}">
                  <a16:creationId xmlns:a16="http://schemas.microsoft.com/office/drawing/2014/main" id="{D1B89683-95FC-5F47-3B48-A48206CDFC66}"/>
                </a:ext>
              </a:extLst>
            </p:cNvPr>
            <p:cNvSpPr>
              <a:spLocks/>
            </p:cNvSpPr>
            <p:nvPr userDrawn="1"/>
          </p:nvSpPr>
          <p:spPr>
            <a:xfrm>
              <a:off x="8459216" y="0"/>
              <a:ext cx="3732783" cy="6858000"/>
            </a:xfrm>
            <a:prstGeom prst="rect">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gr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p>
            <a:r>
              <a:rPr lang="en-US" noProof="0"/>
              <a:t>Click to edit Master title style</a:t>
            </a:r>
            <a:endParaRPr lang="da-DK" noProof="0"/>
          </a:p>
        </p:txBody>
      </p:sp>
      <p:sp>
        <p:nvSpPr>
          <p:cNvPr id="10" name="Text Placeholder 2">
            <a:extLst>
              <a:ext uri="{FF2B5EF4-FFF2-40B4-BE49-F238E27FC236}">
                <a16:creationId xmlns:a16="http://schemas.microsoft.com/office/drawing/2014/main" id="{0BFFC66B-5AED-2744-BFAE-4D029775EE38}"/>
              </a:ext>
            </a:extLst>
          </p:cNvPr>
          <p:cNvSpPr>
            <a:spLocks noGrp="1"/>
          </p:cNvSpPr>
          <p:nvPr>
            <p:ph idx="1"/>
          </p:nvPr>
        </p:nvSpPr>
        <p:spPr>
          <a:xfrm>
            <a:off x="899999" y="1620000"/>
            <a:ext cx="6513171" cy="4320000"/>
          </a:xfrm>
          <a:prstGeom prst="rect">
            <a:avLst/>
          </a:prstGeom>
        </p:spPr>
        <p:txBody>
          <a:bodyPr vert="horz" lIns="0" tIns="0" rIns="0" bIns="0" rtlCol="0">
            <a:noAutofit/>
          </a:bodyPr>
          <a:lstStyle>
            <a:lvl1pPr>
              <a:spcBef>
                <a:spcPts val="600"/>
              </a:spcBef>
              <a:defRPr sz="2400">
                <a:solidFill>
                  <a:srgbClr val="343434"/>
                </a:solidFill>
                <a:latin typeface="Arial" panose="020B0604020202020204" pitchFamily="34" charset="0"/>
                <a:cs typeface="Arial" panose="020B0604020202020204" pitchFamily="34" charset="0"/>
              </a:defRPr>
            </a:lvl1pPr>
            <a:lvl2pPr marL="720000">
              <a:spcBef>
                <a:spcPts val="600"/>
              </a:spcBef>
              <a:buClr>
                <a:schemeClr val="tx1"/>
              </a:buClr>
              <a:defRPr>
                <a:solidFill>
                  <a:srgbClr val="343434"/>
                </a:solidFill>
                <a:latin typeface="Arial" panose="020B0604020202020204" pitchFamily="34" charset="0"/>
                <a:cs typeface="Arial" panose="020B0604020202020204" pitchFamily="34" charset="0"/>
              </a:defRPr>
            </a:lvl2pPr>
            <a:lvl3pPr marL="1080000">
              <a:spcBef>
                <a:spcPts val="600"/>
              </a:spcBef>
              <a:defRPr sz="1800">
                <a:solidFill>
                  <a:srgbClr val="343434"/>
                </a:solidFill>
                <a:latin typeface="Arial" panose="020B0604020202020204" pitchFamily="34" charset="0"/>
                <a:cs typeface="Arial" panose="020B0604020202020204" pitchFamily="34" charset="0"/>
              </a:defRPr>
            </a:lvl3pPr>
          </a:lstStyle>
          <a:p>
            <a:pPr lvl="0"/>
            <a:r>
              <a:rPr lang="en-US" noProof="0"/>
              <a:t>Click to edit Master text styles</a:t>
            </a:r>
          </a:p>
          <a:p>
            <a:pPr lvl="1"/>
            <a:r>
              <a:rPr lang="en-US" noProof="0"/>
              <a:t>Second level</a:t>
            </a:r>
          </a:p>
          <a:p>
            <a:pPr lvl="2"/>
            <a:r>
              <a:rPr lang="en-US" noProof="0"/>
              <a:t>Third level</a:t>
            </a:r>
          </a:p>
        </p:txBody>
      </p:sp>
      <p:sp>
        <p:nvSpPr>
          <p:cNvPr id="8" name="Pladsholder til dato 7">
            <a:extLst>
              <a:ext uri="{FF2B5EF4-FFF2-40B4-BE49-F238E27FC236}">
                <a16:creationId xmlns:a16="http://schemas.microsoft.com/office/drawing/2014/main" id="{2E08A753-BCB9-AF7C-B2E7-E96AE441A1E7}"/>
              </a:ext>
            </a:extLst>
          </p:cNvPr>
          <p:cNvSpPr>
            <a:spLocks noGrp="1"/>
          </p:cNvSpPr>
          <p:nvPr>
            <p:ph type="dt" sz="half" idx="11"/>
          </p:nvPr>
        </p:nvSpPr>
        <p:spPr/>
        <p:txBody>
          <a:bodyPr/>
          <a:lstStyle/>
          <a:p>
            <a:fld id="{966570FE-B5FB-B343-9266-1BC06216A43C}" type="datetime1">
              <a:rPr lang="da-DK" smtClean="0"/>
              <a:t>17-03-2026</a:t>
            </a:fld>
            <a:endParaRPr lang="da-DK"/>
          </a:p>
        </p:txBody>
      </p:sp>
      <p:sp>
        <p:nvSpPr>
          <p:cNvPr id="11" name="Pladsholder til sidefod 10">
            <a:extLst>
              <a:ext uri="{FF2B5EF4-FFF2-40B4-BE49-F238E27FC236}">
                <a16:creationId xmlns:a16="http://schemas.microsoft.com/office/drawing/2014/main" id="{A29B5240-8D55-E294-932C-E33FA9A3B5AC}"/>
              </a:ext>
            </a:extLst>
          </p:cNvPr>
          <p:cNvSpPr>
            <a:spLocks noGrp="1"/>
          </p:cNvSpPr>
          <p:nvPr>
            <p:ph type="ftr" sz="quarter" idx="12"/>
          </p:nvPr>
        </p:nvSpPr>
        <p:spPr/>
        <p:txBody>
          <a:bodyPr/>
          <a:lstStyle/>
          <a:p>
            <a:r>
              <a:rPr lang="da-DK"/>
              <a:t>cybersikker.alexandra.dk</a:t>
            </a:r>
          </a:p>
        </p:txBody>
      </p:sp>
      <p:sp>
        <p:nvSpPr>
          <p:cNvPr id="13" name="Pladsholder til slidenummer 12">
            <a:extLst>
              <a:ext uri="{FF2B5EF4-FFF2-40B4-BE49-F238E27FC236}">
                <a16:creationId xmlns:a16="http://schemas.microsoft.com/office/drawing/2014/main" id="{5E4341C0-49C3-7B86-12E9-938EE4813FD7}"/>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99068642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vid side venstre overskrift">
    <p:spTree>
      <p:nvGrpSpPr>
        <p:cNvPr id="1" name=""/>
        <p:cNvGrpSpPr/>
        <p:nvPr/>
      </p:nvGrpSpPr>
      <p:grpSpPr>
        <a:xfrm>
          <a:off x="0" y="0"/>
          <a:ext cx="0" cy="0"/>
          <a:chOff x="0" y="0"/>
          <a:chExt cx="0" cy="0"/>
        </a:xfrm>
      </p:grpSpPr>
      <p:grpSp>
        <p:nvGrpSpPr>
          <p:cNvPr id="7" name="Gruppe 6">
            <a:extLst>
              <a:ext uri="{FF2B5EF4-FFF2-40B4-BE49-F238E27FC236}">
                <a16:creationId xmlns:a16="http://schemas.microsoft.com/office/drawing/2014/main" id="{007A8533-68AB-378D-1647-CF2D23CCC072}"/>
              </a:ext>
            </a:extLst>
          </p:cNvPr>
          <p:cNvGrpSpPr>
            <a:grpSpLocks/>
          </p:cNvGrpSpPr>
          <p:nvPr/>
        </p:nvGrpSpPr>
        <p:grpSpPr>
          <a:xfrm flipH="1" flipV="1">
            <a:off x="0" y="0"/>
            <a:ext cx="6023133" cy="6875719"/>
            <a:chOff x="6168866" y="0"/>
            <a:chExt cx="6023133" cy="6875719"/>
          </a:xfrm>
        </p:grpSpPr>
        <p:sp>
          <p:nvSpPr>
            <p:cNvPr id="8" name="Right Triangle 5">
              <a:extLst>
                <a:ext uri="{FF2B5EF4-FFF2-40B4-BE49-F238E27FC236}">
                  <a16:creationId xmlns:a16="http://schemas.microsoft.com/office/drawing/2014/main" id="{628F85BA-B21F-AE7E-9011-A1B5DB2B7A88}"/>
                </a:ext>
              </a:extLst>
            </p:cNvPr>
            <p:cNvSpPr>
              <a:spLocks/>
            </p:cNvSpPr>
            <p:nvPr userDrawn="1"/>
          </p:nvSpPr>
          <p:spPr>
            <a:xfrm rot="16200000">
              <a:off x="3876182" y="2292684"/>
              <a:ext cx="6875719" cy="2290351"/>
            </a:xfrm>
            <a:prstGeom prst="rtTriangle">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Rectangle 6">
              <a:extLst>
                <a:ext uri="{FF2B5EF4-FFF2-40B4-BE49-F238E27FC236}">
                  <a16:creationId xmlns:a16="http://schemas.microsoft.com/office/drawing/2014/main" id="{0B2FE402-7804-C57F-6F02-4FB1DEEF5C47}"/>
                </a:ext>
              </a:extLst>
            </p:cNvPr>
            <p:cNvSpPr>
              <a:spLocks/>
            </p:cNvSpPr>
            <p:nvPr userDrawn="1"/>
          </p:nvSpPr>
          <p:spPr>
            <a:xfrm>
              <a:off x="8459216" y="0"/>
              <a:ext cx="3732783" cy="6858000"/>
            </a:xfrm>
            <a:prstGeom prst="rect">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grpSp>
      <p:sp>
        <p:nvSpPr>
          <p:cNvPr id="5" name="Titel 1">
            <a:extLst>
              <a:ext uri="{FF2B5EF4-FFF2-40B4-BE49-F238E27FC236}">
                <a16:creationId xmlns:a16="http://schemas.microsoft.com/office/drawing/2014/main" id="{14DFB6E2-64E7-8142-9C16-FF850D4F8418}"/>
              </a:ext>
            </a:extLst>
          </p:cNvPr>
          <p:cNvSpPr>
            <a:spLocks noGrp="1"/>
          </p:cNvSpPr>
          <p:nvPr>
            <p:ph type="title"/>
          </p:nvPr>
        </p:nvSpPr>
        <p:spPr>
          <a:xfrm>
            <a:off x="540000" y="900000"/>
            <a:ext cx="3778863" cy="553998"/>
          </a:xfrm>
          <a:prstGeom prst="rect">
            <a:avLst/>
          </a:prstGeom>
        </p:spPr>
        <p:txBody>
          <a:bodyPr/>
          <a:lstStyle>
            <a:lvl1pPr>
              <a:defRPr sz="3600">
                <a:solidFill>
                  <a:srgbClr val="343434"/>
                </a:solidFill>
              </a:defRPr>
            </a:lvl1pPr>
          </a:lstStyle>
          <a:p>
            <a:r>
              <a:rPr lang="en-US" noProof="0"/>
              <a:t>Click to edit Master title style</a:t>
            </a:r>
            <a:endParaRPr lang="da-DK" noProof="0"/>
          </a:p>
        </p:txBody>
      </p:sp>
      <p:sp>
        <p:nvSpPr>
          <p:cNvPr id="3" name="Pladsholder til tekst 3">
            <a:extLst>
              <a:ext uri="{FF2B5EF4-FFF2-40B4-BE49-F238E27FC236}">
                <a16:creationId xmlns:a16="http://schemas.microsoft.com/office/drawing/2014/main" id="{32B8AAA8-0DE4-0140-84C9-9A0D444C0EE3}"/>
              </a:ext>
            </a:extLst>
          </p:cNvPr>
          <p:cNvSpPr>
            <a:spLocks noGrp="1"/>
          </p:cNvSpPr>
          <p:nvPr>
            <p:ph type="body" sz="quarter" idx="10"/>
          </p:nvPr>
        </p:nvSpPr>
        <p:spPr>
          <a:xfrm>
            <a:off x="4884821" y="900000"/>
            <a:ext cx="6480000" cy="5205378"/>
          </a:xfrm>
        </p:spPr>
        <p:txBody>
          <a:bodyPr/>
          <a:lstStyle>
            <a:lvl1pPr>
              <a:spcBef>
                <a:spcPts val="600"/>
              </a:spcBef>
              <a:buClr>
                <a:schemeClr val="tx1"/>
              </a:buClr>
              <a:defRPr>
                <a:solidFill>
                  <a:srgbClr val="343434"/>
                </a:solidFill>
                <a:latin typeface="Arial" panose="020B0604020202020204" pitchFamily="34" charset="0"/>
                <a:cs typeface="Arial" panose="020B0604020202020204" pitchFamily="34" charset="0"/>
              </a:defRPr>
            </a:lvl1pPr>
            <a:lvl2pPr marL="720000">
              <a:spcBef>
                <a:spcPts val="600"/>
              </a:spcBef>
              <a:buClr>
                <a:schemeClr val="tx1"/>
              </a:buClr>
              <a:defRPr>
                <a:solidFill>
                  <a:srgbClr val="343434"/>
                </a:solidFill>
                <a:latin typeface="Arial" panose="020B0604020202020204" pitchFamily="34" charset="0"/>
                <a:cs typeface="Arial" panose="020B0604020202020204" pitchFamily="34" charset="0"/>
              </a:defRPr>
            </a:lvl2pPr>
            <a:lvl3pPr marL="1080000">
              <a:spcBef>
                <a:spcPts val="600"/>
              </a:spcBef>
              <a:buClr>
                <a:schemeClr val="tx1"/>
              </a:buClr>
              <a:defRPr sz="1800">
                <a:solidFill>
                  <a:srgbClr val="343434"/>
                </a:solidFill>
                <a:latin typeface="Arial" panose="020B0604020202020204" pitchFamily="34" charset="0"/>
                <a:cs typeface="Arial" panose="020B0604020202020204" pitchFamily="34" charset="0"/>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0" name="Pladsholder til dato 9">
            <a:extLst>
              <a:ext uri="{FF2B5EF4-FFF2-40B4-BE49-F238E27FC236}">
                <a16:creationId xmlns:a16="http://schemas.microsoft.com/office/drawing/2014/main" id="{5FB53F5E-23AB-0F2F-0254-E61B6F6B51E4}"/>
              </a:ext>
            </a:extLst>
          </p:cNvPr>
          <p:cNvSpPr>
            <a:spLocks noGrp="1"/>
          </p:cNvSpPr>
          <p:nvPr>
            <p:ph type="dt" sz="half" idx="11"/>
          </p:nvPr>
        </p:nvSpPr>
        <p:spPr/>
        <p:txBody>
          <a:bodyPr/>
          <a:lstStyle/>
          <a:p>
            <a:fld id="{966570FE-B5FB-B343-9266-1BC06216A43C}" type="datetime1">
              <a:rPr lang="da-DK" smtClean="0"/>
              <a:t>17-03-2026</a:t>
            </a:fld>
            <a:endParaRPr lang="da-DK"/>
          </a:p>
        </p:txBody>
      </p:sp>
      <p:sp>
        <p:nvSpPr>
          <p:cNvPr id="11" name="Pladsholder til sidefod 10">
            <a:extLst>
              <a:ext uri="{FF2B5EF4-FFF2-40B4-BE49-F238E27FC236}">
                <a16:creationId xmlns:a16="http://schemas.microsoft.com/office/drawing/2014/main" id="{BEFC8083-65C1-9EC0-077C-893912995BD4}"/>
              </a:ext>
            </a:extLst>
          </p:cNvPr>
          <p:cNvSpPr>
            <a:spLocks noGrp="1"/>
          </p:cNvSpPr>
          <p:nvPr>
            <p:ph type="ftr" sz="quarter" idx="12"/>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D09ACB56-0D0F-B0E1-DFDA-06DD2EA133AF}"/>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382177381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Hvid slide venstrestillet overskrift 2">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D943BCA5-A9D1-3C4A-B419-FA4758A2554A}"/>
              </a:ext>
            </a:extLst>
          </p:cNvPr>
          <p:cNvSpPr>
            <a:spLocks noGrp="1"/>
          </p:cNvSpPr>
          <p:nvPr>
            <p:ph type="title"/>
          </p:nvPr>
        </p:nvSpPr>
        <p:spPr>
          <a:xfrm>
            <a:off x="540000" y="1260000"/>
            <a:ext cx="3960000" cy="553998"/>
          </a:xfrm>
          <a:prstGeom prst="rect">
            <a:avLst/>
          </a:prstGeom>
        </p:spPr>
        <p:txBody>
          <a:bodyPr vert="horz" wrap="square" lIns="0" tIns="0" rIns="0" bIns="0" rtlCol="0" anchor="t" anchorCtr="0">
            <a:spAutoFit/>
          </a:bodyPr>
          <a:lstStyle>
            <a:lvl1pPr algn="l">
              <a:defRPr>
                <a:solidFill>
                  <a:srgbClr val="343434"/>
                </a:solidFill>
              </a:defRPr>
            </a:lvl1pPr>
          </a:lstStyle>
          <a:p>
            <a:r>
              <a:rPr lang="en-US" noProof="0"/>
              <a:t>Click to edit Master title style</a:t>
            </a:r>
            <a:endParaRPr lang="da-DK" noProof="0"/>
          </a:p>
        </p:txBody>
      </p:sp>
      <p:sp>
        <p:nvSpPr>
          <p:cNvPr id="9" name="Pladsholder til tekst 3">
            <a:extLst>
              <a:ext uri="{FF2B5EF4-FFF2-40B4-BE49-F238E27FC236}">
                <a16:creationId xmlns:a16="http://schemas.microsoft.com/office/drawing/2014/main" id="{54EA145E-2D74-D94E-BB16-46323B3937C3}"/>
              </a:ext>
            </a:extLst>
          </p:cNvPr>
          <p:cNvSpPr>
            <a:spLocks noGrp="1"/>
          </p:cNvSpPr>
          <p:nvPr>
            <p:ph type="body" sz="quarter" idx="10"/>
          </p:nvPr>
        </p:nvSpPr>
        <p:spPr>
          <a:xfrm>
            <a:off x="5040001" y="1260000"/>
            <a:ext cx="5983600" cy="4561135"/>
          </a:xfrm>
        </p:spPr>
        <p:txBody>
          <a:bodyPr/>
          <a:lstStyle>
            <a:lvl1pPr>
              <a:spcBef>
                <a:spcPts val="600"/>
              </a:spcBef>
              <a:buClr>
                <a:schemeClr val="tx1"/>
              </a:buClr>
              <a:defRPr>
                <a:solidFill>
                  <a:srgbClr val="343434"/>
                </a:solidFill>
              </a:defRPr>
            </a:lvl1pPr>
            <a:lvl2pPr marL="720000">
              <a:spcBef>
                <a:spcPts val="600"/>
              </a:spcBef>
              <a:buClr>
                <a:schemeClr val="tx1"/>
              </a:buClr>
              <a:defRPr>
                <a:solidFill>
                  <a:srgbClr val="343434"/>
                </a:solidFill>
              </a:defRPr>
            </a:lvl2pPr>
            <a:lvl3pPr marL="1080000">
              <a:spcBef>
                <a:spcPts val="600"/>
              </a:spcBef>
              <a:buClr>
                <a:schemeClr val="tx1"/>
              </a:buClr>
              <a:defRPr sz="1800">
                <a:solidFill>
                  <a:srgbClr val="343434"/>
                </a:solidFill>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5" name="Pladsholder til dato 14">
            <a:extLst>
              <a:ext uri="{FF2B5EF4-FFF2-40B4-BE49-F238E27FC236}">
                <a16:creationId xmlns:a16="http://schemas.microsoft.com/office/drawing/2014/main" id="{7C5399E5-3534-91E8-9F8C-B0CC6D87E229}"/>
              </a:ext>
            </a:extLst>
          </p:cNvPr>
          <p:cNvSpPr>
            <a:spLocks noGrp="1"/>
          </p:cNvSpPr>
          <p:nvPr>
            <p:ph type="dt" sz="half" idx="11"/>
          </p:nvPr>
        </p:nvSpPr>
        <p:spPr/>
        <p:txBody>
          <a:bodyPr/>
          <a:lstStyle/>
          <a:p>
            <a:fld id="{966570FE-B5FB-B343-9266-1BC06216A43C}" type="datetime1">
              <a:rPr lang="da-DK" smtClean="0"/>
              <a:t>17-03-2026</a:t>
            </a:fld>
            <a:endParaRPr lang="da-DK"/>
          </a:p>
        </p:txBody>
      </p:sp>
      <p:sp>
        <p:nvSpPr>
          <p:cNvPr id="16" name="Pladsholder til sidefod 15">
            <a:extLst>
              <a:ext uri="{FF2B5EF4-FFF2-40B4-BE49-F238E27FC236}">
                <a16:creationId xmlns:a16="http://schemas.microsoft.com/office/drawing/2014/main" id="{962C43D6-61CF-D952-9CBC-6E9A7A5B10AB}"/>
              </a:ext>
            </a:extLst>
          </p:cNvPr>
          <p:cNvSpPr>
            <a:spLocks noGrp="1"/>
          </p:cNvSpPr>
          <p:nvPr>
            <p:ph type="ftr" sz="quarter" idx="12"/>
          </p:nvPr>
        </p:nvSpPr>
        <p:spPr/>
        <p:txBody>
          <a:bodyPr/>
          <a:lstStyle/>
          <a:p>
            <a:r>
              <a:rPr lang="da-DK"/>
              <a:t>cybersikker.alexandra.dk</a:t>
            </a:r>
          </a:p>
        </p:txBody>
      </p:sp>
      <p:sp>
        <p:nvSpPr>
          <p:cNvPr id="17" name="Pladsholder til slidenummer 16">
            <a:extLst>
              <a:ext uri="{FF2B5EF4-FFF2-40B4-BE49-F238E27FC236}">
                <a16:creationId xmlns:a16="http://schemas.microsoft.com/office/drawing/2014/main" id="{95D5EE3D-13CA-2876-91CF-5247FED00042}"/>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68776097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vid slide venstrestillet overskrift / tekst">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D943BCA5-A9D1-3C4A-B419-FA4758A2554A}"/>
              </a:ext>
            </a:extLst>
          </p:cNvPr>
          <p:cNvSpPr>
            <a:spLocks noGrp="1"/>
          </p:cNvSpPr>
          <p:nvPr>
            <p:ph type="title"/>
          </p:nvPr>
        </p:nvSpPr>
        <p:spPr>
          <a:xfrm>
            <a:off x="900000" y="900000"/>
            <a:ext cx="6120000" cy="553998"/>
          </a:xfrm>
          <a:prstGeom prst="rect">
            <a:avLst/>
          </a:prstGeom>
        </p:spPr>
        <p:txBody>
          <a:bodyPr vert="horz" wrap="square" lIns="0" tIns="0" rIns="0" bIns="0" rtlCol="0" anchor="t" anchorCtr="0">
            <a:spAutoFit/>
          </a:bodyPr>
          <a:lstStyle>
            <a:lvl1pPr algn="l">
              <a:defRPr>
                <a:solidFill>
                  <a:srgbClr val="343434"/>
                </a:solidFill>
              </a:defRPr>
            </a:lvl1pPr>
          </a:lstStyle>
          <a:p>
            <a:r>
              <a:rPr lang="en-US" noProof="0"/>
              <a:t>Click to edit Master title style</a:t>
            </a:r>
            <a:endParaRPr lang="da-DK" noProof="0"/>
          </a:p>
        </p:txBody>
      </p:sp>
      <p:sp>
        <p:nvSpPr>
          <p:cNvPr id="9" name="Pladsholder til tekst 3">
            <a:extLst>
              <a:ext uri="{FF2B5EF4-FFF2-40B4-BE49-F238E27FC236}">
                <a16:creationId xmlns:a16="http://schemas.microsoft.com/office/drawing/2014/main" id="{54EA145E-2D74-D94E-BB16-46323B3937C3}"/>
              </a:ext>
            </a:extLst>
          </p:cNvPr>
          <p:cNvSpPr>
            <a:spLocks noGrp="1"/>
          </p:cNvSpPr>
          <p:nvPr>
            <p:ph type="body" sz="quarter" idx="10"/>
          </p:nvPr>
        </p:nvSpPr>
        <p:spPr>
          <a:xfrm>
            <a:off x="899999" y="2160000"/>
            <a:ext cx="6120000" cy="3960000"/>
          </a:xfrm>
        </p:spPr>
        <p:txBody>
          <a:bodyPr/>
          <a:lstStyle>
            <a:lvl1pPr indent="-180000">
              <a:spcBef>
                <a:spcPts val="600"/>
              </a:spcBef>
              <a:buClrTx/>
              <a:defRPr>
                <a:solidFill>
                  <a:srgbClr val="343434"/>
                </a:solidFill>
              </a:defRPr>
            </a:lvl1pPr>
            <a:lvl2pPr marL="720000" indent="-180000">
              <a:spcBef>
                <a:spcPts val="600"/>
              </a:spcBef>
              <a:buClrTx/>
              <a:defRPr>
                <a:solidFill>
                  <a:srgbClr val="343434"/>
                </a:solidFill>
              </a:defRPr>
            </a:lvl2pPr>
            <a:lvl3pPr marL="1080000" indent="-180000">
              <a:spcBef>
                <a:spcPts val="600"/>
              </a:spcBef>
              <a:buClrTx/>
              <a:defRPr sz="1800">
                <a:solidFill>
                  <a:srgbClr val="343434"/>
                </a:solidFill>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5" name="Pladsholder til dato 14">
            <a:extLst>
              <a:ext uri="{FF2B5EF4-FFF2-40B4-BE49-F238E27FC236}">
                <a16:creationId xmlns:a16="http://schemas.microsoft.com/office/drawing/2014/main" id="{7C5399E5-3534-91E8-9F8C-B0CC6D87E229}"/>
              </a:ext>
            </a:extLst>
          </p:cNvPr>
          <p:cNvSpPr>
            <a:spLocks noGrp="1"/>
          </p:cNvSpPr>
          <p:nvPr>
            <p:ph type="dt" sz="half" idx="11"/>
          </p:nvPr>
        </p:nvSpPr>
        <p:spPr/>
        <p:txBody>
          <a:bodyPr/>
          <a:lstStyle/>
          <a:p>
            <a:fld id="{966570FE-B5FB-B343-9266-1BC06216A43C}" type="datetime1">
              <a:rPr lang="da-DK" smtClean="0"/>
              <a:t>17-03-2026</a:t>
            </a:fld>
            <a:endParaRPr lang="da-DK"/>
          </a:p>
        </p:txBody>
      </p:sp>
      <p:sp>
        <p:nvSpPr>
          <p:cNvPr id="16" name="Pladsholder til sidefod 15">
            <a:extLst>
              <a:ext uri="{FF2B5EF4-FFF2-40B4-BE49-F238E27FC236}">
                <a16:creationId xmlns:a16="http://schemas.microsoft.com/office/drawing/2014/main" id="{962C43D6-61CF-D952-9CBC-6E9A7A5B10AB}"/>
              </a:ext>
            </a:extLst>
          </p:cNvPr>
          <p:cNvSpPr>
            <a:spLocks noGrp="1"/>
          </p:cNvSpPr>
          <p:nvPr>
            <p:ph type="ftr" sz="quarter" idx="12"/>
          </p:nvPr>
        </p:nvSpPr>
        <p:spPr/>
        <p:txBody>
          <a:bodyPr/>
          <a:lstStyle/>
          <a:p>
            <a:r>
              <a:rPr lang="da-DK"/>
              <a:t>cybersikker.alexandra.dk</a:t>
            </a:r>
          </a:p>
        </p:txBody>
      </p:sp>
      <p:sp>
        <p:nvSpPr>
          <p:cNvPr id="17" name="Pladsholder til slidenummer 16">
            <a:extLst>
              <a:ext uri="{FF2B5EF4-FFF2-40B4-BE49-F238E27FC236}">
                <a16:creationId xmlns:a16="http://schemas.microsoft.com/office/drawing/2014/main" id="{95D5EE3D-13CA-2876-91CF-5247FED00042}"/>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61222883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vid side med titel">
    <p:spTree>
      <p:nvGrpSpPr>
        <p:cNvPr id="1" name=""/>
        <p:cNvGrpSpPr/>
        <p:nvPr/>
      </p:nvGrpSpPr>
      <p:grpSpPr>
        <a:xfrm>
          <a:off x="0" y="0"/>
          <a:ext cx="0" cy="0"/>
          <a:chOff x="0" y="0"/>
          <a:chExt cx="0" cy="0"/>
        </a:xfrm>
      </p:grpSpPr>
      <p:sp>
        <p:nvSpPr>
          <p:cNvPr id="10" name="Pladsholder til dato 9">
            <a:extLst>
              <a:ext uri="{FF2B5EF4-FFF2-40B4-BE49-F238E27FC236}">
                <a16:creationId xmlns:a16="http://schemas.microsoft.com/office/drawing/2014/main" id="{2FA9A78B-F9F6-E5B5-54E3-EE9FF16231A4}"/>
              </a:ext>
            </a:extLst>
          </p:cNvPr>
          <p:cNvSpPr>
            <a:spLocks noGrp="1"/>
          </p:cNvSpPr>
          <p:nvPr>
            <p:ph type="dt" sz="half" idx="10"/>
          </p:nvPr>
        </p:nvSpPr>
        <p:spPr/>
        <p:txBody>
          <a:bodyPr/>
          <a:lstStyle/>
          <a:p>
            <a:fld id="{966570FE-B5FB-B343-9266-1BC06216A43C}" type="datetime1">
              <a:rPr lang="da-DK" smtClean="0"/>
              <a:t>17-03-2026</a:t>
            </a:fld>
            <a:endParaRPr lang="da-DK"/>
          </a:p>
        </p:txBody>
      </p:sp>
      <p:sp>
        <p:nvSpPr>
          <p:cNvPr id="11" name="Pladsholder til sidefod 10">
            <a:extLst>
              <a:ext uri="{FF2B5EF4-FFF2-40B4-BE49-F238E27FC236}">
                <a16:creationId xmlns:a16="http://schemas.microsoft.com/office/drawing/2014/main" id="{75A12590-BDD9-733D-C482-5F7D499C5F7C}"/>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FA4C063E-ABD6-B6BC-DE08-BDD64606059D}"/>
              </a:ext>
            </a:extLst>
          </p:cNvPr>
          <p:cNvSpPr>
            <a:spLocks noGrp="1"/>
          </p:cNvSpPr>
          <p:nvPr>
            <p:ph type="sldNum" sz="quarter" idx="12"/>
          </p:nvPr>
        </p:nvSpPr>
        <p:spPr/>
        <p:txBody>
          <a:bodyPr/>
          <a:lstStyle/>
          <a:p>
            <a:fld id="{D9FF5FAE-2060-B54F-BDDB-0825BCE6ACB8}" type="slidenum">
              <a:rPr lang="da-DK" smtClean="0"/>
              <a:pPr/>
              <a:t>‹#›</a:t>
            </a:fld>
            <a:endParaRPr lang="da-DK"/>
          </a:p>
        </p:txBody>
      </p:sp>
      <p:sp>
        <p:nvSpPr>
          <p:cNvPr id="3" name="Titel 2">
            <a:extLst>
              <a:ext uri="{FF2B5EF4-FFF2-40B4-BE49-F238E27FC236}">
                <a16:creationId xmlns:a16="http://schemas.microsoft.com/office/drawing/2014/main" id="{B4B06BEC-9C28-1333-C662-F177D86F85A9}"/>
              </a:ext>
            </a:extLst>
          </p:cNvPr>
          <p:cNvSpPr>
            <a:spLocks noGrp="1"/>
          </p:cNvSpPr>
          <p:nvPr>
            <p:ph type="title"/>
          </p:nvPr>
        </p:nvSpPr>
        <p:spPr>
          <a:xfrm>
            <a:off x="959164" y="360000"/>
            <a:ext cx="10273673" cy="553998"/>
          </a:xfrm>
        </p:spPr>
        <p:txBody>
          <a:bodyPr/>
          <a:lstStyle>
            <a:lvl1pPr marL="0" indent="0" algn="ctr">
              <a:tabLst>
                <a:tab pos="4262438" algn="l"/>
              </a:tabLst>
              <a:defRPr/>
            </a:lvl1pPr>
          </a:lstStyle>
          <a:p>
            <a:r>
              <a:rPr lang="en-US"/>
              <a:t>Click to edit Master title style</a:t>
            </a:r>
            <a:endParaRPr lang="da-DK"/>
          </a:p>
        </p:txBody>
      </p:sp>
    </p:spTree>
    <p:extLst>
      <p:ext uri="{BB962C8B-B14F-4D97-AF65-F5344CB8AC3E}">
        <p14:creationId xmlns:p14="http://schemas.microsoft.com/office/powerpoint/2010/main" val="427195414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ide med billedbaggrund 3 bokse">
    <p:spTree>
      <p:nvGrpSpPr>
        <p:cNvPr id="1" name=""/>
        <p:cNvGrpSpPr/>
        <p:nvPr/>
      </p:nvGrpSpPr>
      <p:grpSpPr>
        <a:xfrm>
          <a:off x="0" y="0"/>
          <a:ext cx="0" cy="0"/>
          <a:chOff x="0" y="0"/>
          <a:chExt cx="0" cy="0"/>
        </a:xfrm>
      </p:grpSpPr>
      <p:sp useBgFill="1">
        <p:nvSpPr>
          <p:cNvPr id="12" name="Pladsholder til billede 11">
            <a:extLst>
              <a:ext uri="{FF2B5EF4-FFF2-40B4-BE49-F238E27FC236}">
                <a16:creationId xmlns:a16="http://schemas.microsoft.com/office/drawing/2014/main" id="{3E8FA4C9-F9B2-4D3F-C3AA-19AE988B04A3}"/>
              </a:ext>
            </a:extLst>
          </p:cNvPr>
          <p:cNvSpPr>
            <a:spLocks noGrp="1"/>
          </p:cNvSpPr>
          <p:nvPr>
            <p:ph type="pic" sz="quarter" idx="10"/>
          </p:nvPr>
        </p:nvSpPr>
        <p:spPr>
          <a:xfrm>
            <a:off x="0" y="0"/>
            <a:ext cx="12192000" cy="6858000"/>
          </a:xfrm>
        </p:spPr>
        <p:txBody>
          <a:bodyPr/>
          <a:lstStyle>
            <a:lvl1pPr marL="0" indent="0">
              <a:buFontTx/>
              <a:buNone/>
              <a:defRPr/>
            </a:lvl1pPr>
          </a:lstStyle>
          <a:p>
            <a:r>
              <a:rPr lang="en-US"/>
              <a:t>Click icon to add picture</a:t>
            </a:r>
            <a:endParaRPr lang="da-DK"/>
          </a:p>
        </p:txBody>
      </p:sp>
      <p:sp>
        <p:nvSpPr>
          <p:cNvPr id="3" name="Pladsholder til indhold 2">
            <a:extLst>
              <a:ext uri="{FF2B5EF4-FFF2-40B4-BE49-F238E27FC236}">
                <a16:creationId xmlns:a16="http://schemas.microsoft.com/office/drawing/2014/main" id="{A8896007-EFA9-FB1D-FC40-52612A5A455F}"/>
              </a:ext>
            </a:extLst>
          </p:cNvPr>
          <p:cNvSpPr>
            <a:spLocks noGrp="1"/>
          </p:cNvSpPr>
          <p:nvPr>
            <p:ph sz="quarter" idx="12"/>
          </p:nvPr>
        </p:nvSpPr>
        <p:spPr>
          <a:xfrm>
            <a:off x="302345" y="3959813"/>
            <a:ext cx="3600000" cy="2160000"/>
          </a:xfrm>
          <a:noFill/>
        </p:spPr>
        <p:txBody>
          <a:bodyPr lIns="108000" tIns="108000" rIns="108000" bIns="108000"/>
          <a:lstStyle>
            <a:lvl1pPr marL="0" indent="0" algn="ctr">
              <a:spcBef>
                <a:spcPts val="0"/>
              </a:spcBef>
              <a:spcAft>
                <a:spcPts val="600"/>
              </a:spcAft>
              <a:buFontTx/>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FontTx/>
              <a:buNone/>
              <a:defRPr sz="1400" b="0" i="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5" name="Pladsholder til slidenummer 14">
            <a:extLst>
              <a:ext uri="{FF2B5EF4-FFF2-40B4-BE49-F238E27FC236}">
                <a16:creationId xmlns:a16="http://schemas.microsoft.com/office/drawing/2014/main" id="{B55FCD46-4218-A74F-8005-7EE6E99038AE}"/>
              </a:ext>
            </a:extLst>
          </p:cNvPr>
          <p:cNvSpPr>
            <a:spLocks noGrp="1"/>
          </p:cNvSpPr>
          <p:nvPr>
            <p:ph type="sldNum" sz="quarter" idx="15"/>
          </p:nvPr>
        </p:nvSpPr>
        <p:spPr/>
        <p:txBody>
          <a:bodyPr/>
          <a:lstStyle/>
          <a:p>
            <a:fld id="{D9FF5FAE-2060-B54F-BDDB-0825BCE6ACB8}" type="slidenum">
              <a:rPr lang="da-DK" smtClean="0"/>
              <a:pPr/>
              <a:t>‹#›</a:t>
            </a:fld>
            <a:endParaRPr lang="da-DK"/>
          </a:p>
        </p:txBody>
      </p:sp>
      <p:sp>
        <p:nvSpPr>
          <p:cNvPr id="13" name="Pladsholder til dato 12">
            <a:extLst>
              <a:ext uri="{FF2B5EF4-FFF2-40B4-BE49-F238E27FC236}">
                <a16:creationId xmlns:a16="http://schemas.microsoft.com/office/drawing/2014/main" id="{4C2F6B8E-60BF-6AD6-6314-812B1A40DA1E}"/>
              </a:ext>
            </a:extLst>
          </p:cNvPr>
          <p:cNvSpPr>
            <a:spLocks noGrp="1"/>
          </p:cNvSpPr>
          <p:nvPr>
            <p:ph type="dt" sz="half" idx="13"/>
          </p:nvPr>
        </p:nvSpPr>
        <p:spPr/>
        <p:txBody>
          <a:bodyPr/>
          <a:lstStyle/>
          <a:p>
            <a:fld id="{966570FE-B5FB-B343-9266-1BC06216A43C}" type="datetime1">
              <a:rPr lang="da-DK" smtClean="0"/>
              <a:t>17-03-2026</a:t>
            </a:fld>
            <a:endParaRPr lang="da-DK"/>
          </a:p>
        </p:txBody>
      </p:sp>
      <p:sp>
        <p:nvSpPr>
          <p:cNvPr id="14" name="Pladsholder til sidefod 13">
            <a:extLst>
              <a:ext uri="{FF2B5EF4-FFF2-40B4-BE49-F238E27FC236}">
                <a16:creationId xmlns:a16="http://schemas.microsoft.com/office/drawing/2014/main" id="{5DF8C4B2-20B3-A074-8048-894F4A3EAE5A}"/>
              </a:ext>
            </a:extLst>
          </p:cNvPr>
          <p:cNvSpPr>
            <a:spLocks noGrp="1"/>
          </p:cNvSpPr>
          <p:nvPr>
            <p:ph type="ftr" sz="quarter" idx="14"/>
          </p:nvPr>
        </p:nvSpPr>
        <p:spPr/>
        <p:txBody>
          <a:bodyPr/>
          <a:lstStyle/>
          <a:p>
            <a:r>
              <a:rPr lang="da-DK"/>
              <a:t>cybersikker.alexandra.dk</a:t>
            </a:r>
          </a:p>
        </p:txBody>
      </p:sp>
      <p:sp>
        <p:nvSpPr>
          <p:cNvPr id="6" name="Pladsholder til indhold 5">
            <a:extLst>
              <a:ext uri="{FF2B5EF4-FFF2-40B4-BE49-F238E27FC236}">
                <a16:creationId xmlns:a16="http://schemas.microsoft.com/office/drawing/2014/main" id="{64E6E068-C30A-5ADC-3DE9-8633E2E0FF68}"/>
              </a:ext>
            </a:extLst>
          </p:cNvPr>
          <p:cNvSpPr>
            <a:spLocks noGrp="1"/>
          </p:cNvSpPr>
          <p:nvPr>
            <p:ph sz="quarter" idx="16"/>
          </p:nvPr>
        </p:nvSpPr>
        <p:spPr>
          <a:xfrm>
            <a:off x="4301682" y="3959813"/>
            <a:ext cx="3600000" cy="2160000"/>
          </a:xfrm>
        </p:spPr>
        <p:txBody>
          <a:bodyPr lIns="108000" tIns="108000" rIns="108000" bIns="108000"/>
          <a:lstStyle>
            <a:lvl1pPr marL="0" indent="0" algn="ctr">
              <a:spcBef>
                <a:spcPts val="0"/>
              </a:spcBef>
              <a:spcAft>
                <a:spcPts val="600"/>
              </a:spcAft>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None/>
              <a:defRPr sz="1400" b="0" i="0">
                <a:solidFill>
                  <a:schemeClr val="bg1"/>
                </a:solidFill>
                <a:latin typeface="Arial" panose="020B0604020202020204" pitchFamily="34" charset="0"/>
                <a:cs typeface="Arial" panose="020B0604020202020204" pitchFamily="34" charset="0"/>
              </a:defRPr>
            </a:lvl2pPr>
            <a:lvl3pPr marL="360000" indent="0">
              <a:buNone/>
              <a:defRPr sz="1600">
                <a:solidFill>
                  <a:schemeClr val="bg1"/>
                </a:solidFill>
              </a:defRPr>
            </a:lvl3pPr>
            <a:lvl4pPr marL="720000" indent="0">
              <a:buNone/>
              <a:defRPr sz="1600">
                <a:solidFill>
                  <a:schemeClr val="bg1"/>
                </a:solidFill>
              </a:defRPr>
            </a:lvl4pPr>
            <a:lvl5pPr marL="0" indent="0">
              <a:buFont typeface="Arial" panose="020B0604020202020204" pitchFamily="34" charset="0"/>
              <a:buNone/>
              <a:defRPr sz="1600">
                <a:solidFill>
                  <a:schemeClr val="bg1"/>
                </a:solidFill>
              </a:defRPr>
            </a:lvl5pPr>
          </a:lstStyle>
          <a:p>
            <a:pPr lvl="0"/>
            <a:r>
              <a:rPr lang="en-US"/>
              <a:t>Click to edit Master text styles</a:t>
            </a:r>
          </a:p>
          <a:p>
            <a:pPr lvl="1"/>
            <a:r>
              <a:rPr lang="en-US"/>
              <a:t>Second level</a:t>
            </a:r>
          </a:p>
        </p:txBody>
      </p:sp>
      <p:sp>
        <p:nvSpPr>
          <p:cNvPr id="10" name="Pladsholder til indhold 9">
            <a:extLst>
              <a:ext uri="{FF2B5EF4-FFF2-40B4-BE49-F238E27FC236}">
                <a16:creationId xmlns:a16="http://schemas.microsoft.com/office/drawing/2014/main" id="{516B58FF-0AC7-55B2-5CCE-E114A4905557}"/>
              </a:ext>
            </a:extLst>
          </p:cNvPr>
          <p:cNvSpPr>
            <a:spLocks noGrp="1"/>
          </p:cNvSpPr>
          <p:nvPr>
            <p:ph sz="quarter" idx="17"/>
          </p:nvPr>
        </p:nvSpPr>
        <p:spPr>
          <a:xfrm>
            <a:off x="8301019" y="3959813"/>
            <a:ext cx="3600000" cy="2160588"/>
          </a:xfrm>
        </p:spPr>
        <p:txBody>
          <a:bodyPr lIns="108000" tIns="108000" rIns="108000" bIns="108000"/>
          <a:lstStyle>
            <a:lvl1pPr marL="0" indent="0" algn="ctr">
              <a:spcBef>
                <a:spcPts val="0"/>
              </a:spcBef>
              <a:spcAft>
                <a:spcPts val="600"/>
              </a:spcAft>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None/>
              <a:defRPr sz="1400" b="0" i="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2" name="Titel 1">
            <a:extLst>
              <a:ext uri="{FF2B5EF4-FFF2-40B4-BE49-F238E27FC236}">
                <a16:creationId xmlns:a16="http://schemas.microsoft.com/office/drawing/2014/main" id="{7ED9C566-8AD1-2A40-D58B-568EE2103D82}"/>
              </a:ext>
            </a:extLst>
          </p:cNvPr>
          <p:cNvSpPr>
            <a:spLocks noGrp="1"/>
          </p:cNvSpPr>
          <p:nvPr>
            <p:ph type="title"/>
          </p:nvPr>
        </p:nvSpPr>
        <p:spPr/>
        <p:txBody>
          <a:bodyPr/>
          <a:lstStyle>
            <a:lvl1pPr algn="ctr">
              <a:defRPr/>
            </a:lvl1pPr>
          </a:lstStyle>
          <a:p>
            <a:r>
              <a:rPr lang="en-US"/>
              <a:t>Click to edit Master title style</a:t>
            </a:r>
            <a:endParaRPr lang="da-DK"/>
          </a:p>
        </p:txBody>
      </p:sp>
    </p:spTree>
    <p:extLst>
      <p:ext uri="{BB962C8B-B14F-4D97-AF65-F5344CB8AC3E}">
        <p14:creationId xmlns:p14="http://schemas.microsoft.com/office/powerpoint/2010/main" val="310729998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Mellemside dybblå">
    <p:bg>
      <p:bgPr>
        <a:solidFill>
          <a:srgbClr val="002A3F"/>
        </a:solidFill>
        <a:effectLst/>
      </p:bgPr>
    </p:b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EDFBEEBD-1E10-C64A-9B2F-189B884F45BA}"/>
              </a:ext>
            </a:extLst>
          </p:cNvPr>
          <p:cNvSpPr>
            <a:spLocks noGrp="1"/>
          </p:cNvSpPr>
          <p:nvPr>
            <p:ph type="title"/>
          </p:nvPr>
        </p:nvSpPr>
        <p:spPr>
          <a:xfrm>
            <a:off x="1298708" y="3152001"/>
            <a:ext cx="9594585" cy="553998"/>
          </a:xfrm>
          <a:prstGeom prst="rect">
            <a:avLst/>
          </a:prstGeom>
        </p:spPr>
        <p:txBody>
          <a:bodyPr anchor="ctr" anchorCtr="0"/>
          <a:lstStyle>
            <a:lvl1pPr algn="ctr">
              <a:defRPr sz="3600" b="0" i="0" cap="none"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da-DK"/>
          </a:p>
        </p:txBody>
      </p:sp>
      <p:sp>
        <p:nvSpPr>
          <p:cNvPr id="4" name="Right Triangle 4">
            <a:extLst>
              <a:ext uri="{FF2B5EF4-FFF2-40B4-BE49-F238E27FC236}">
                <a16:creationId xmlns:a16="http://schemas.microsoft.com/office/drawing/2014/main" id="{D65F8924-1F04-8501-B37B-F146F46DDBC3}"/>
              </a:ext>
            </a:extLst>
          </p:cNvPr>
          <p:cNvSpPr/>
          <p:nvPr/>
        </p:nvSpPr>
        <p:spPr>
          <a:xfrm rot="16200000">
            <a:off x="2390148" y="2292681"/>
            <a:ext cx="6875719" cy="2290351"/>
          </a:xfrm>
          <a:prstGeom prst="rtTriangle">
            <a:avLst/>
          </a:prstGeom>
          <a:solidFill>
            <a:srgbClr val="F2F2F2">
              <a:alpha val="3922"/>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5" name="Rectangle 5">
            <a:extLst>
              <a:ext uri="{FF2B5EF4-FFF2-40B4-BE49-F238E27FC236}">
                <a16:creationId xmlns:a16="http://schemas.microsoft.com/office/drawing/2014/main" id="{03058457-07FF-3A96-E142-AEB81C550EDC}"/>
              </a:ext>
            </a:extLst>
          </p:cNvPr>
          <p:cNvSpPr/>
          <p:nvPr/>
        </p:nvSpPr>
        <p:spPr>
          <a:xfrm>
            <a:off x="6973184" y="17716"/>
            <a:ext cx="5218816" cy="6858000"/>
          </a:xfrm>
          <a:prstGeom prst="rect">
            <a:avLst/>
          </a:prstGeom>
          <a:solidFill>
            <a:srgbClr val="F2F2F2">
              <a:alpha val="3922"/>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pic>
        <p:nvPicPr>
          <p:cNvPr id="6" name="Billede 4" descr="Et billede, der indeholder Font/skrifttype, Grafik, grafisk design, tekst&#10;&#10;Indhold genereret af kunstig intelligens kan være forkert.">
            <a:extLst>
              <a:ext uri="{FF2B5EF4-FFF2-40B4-BE49-F238E27FC236}">
                <a16:creationId xmlns:a16="http://schemas.microsoft.com/office/drawing/2014/main" id="{7B8C6AC5-22C4-4C15-1D9D-01CB64A7459C}"/>
              </a:ext>
            </a:extLst>
          </p:cNvPr>
          <p:cNvPicPr>
            <a:picLocks noChangeAspect="1"/>
          </p:cNvPicPr>
          <p:nvPr/>
        </p:nvPicPr>
        <p:blipFill>
          <a:blip r:embed="rId2"/>
          <a:srcRect t="-1" r="72325" b="-7017"/>
          <a:stretch/>
        </p:blipFill>
        <p:spPr>
          <a:xfrm>
            <a:off x="5710432" y="5417946"/>
            <a:ext cx="771134" cy="523875"/>
          </a:xfrm>
          <a:prstGeom prst="rect">
            <a:avLst/>
          </a:prstGeom>
        </p:spPr>
      </p:pic>
    </p:spTree>
    <p:extLst>
      <p:ext uri="{BB962C8B-B14F-4D97-AF65-F5344CB8AC3E}">
        <p14:creationId xmlns:p14="http://schemas.microsoft.com/office/powerpoint/2010/main" val="2487074425"/>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Hvid side med blå boks">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A3845F0-3DF9-4646-ABC5-AF439DC6FB63}"/>
              </a:ext>
            </a:extLst>
          </p:cNvPr>
          <p:cNvSpPr/>
          <p:nvPr/>
        </p:nvSpPr>
        <p:spPr>
          <a:xfrm>
            <a:off x="0" y="-12880"/>
            <a:ext cx="4133611" cy="6870879"/>
          </a:xfrm>
          <a:custGeom>
            <a:avLst/>
            <a:gdLst>
              <a:gd name="connsiteX0" fmla="*/ 0 w 3348000"/>
              <a:gd name="connsiteY0" fmla="*/ 0 h 6858000"/>
              <a:gd name="connsiteX1" fmla="*/ 3348000 w 3348000"/>
              <a:gd name="connsiteY1" fmla="*/ 0 h 6858000"/>
              <a:gd name="connsiteX2" fmla="*/ 3348000 w 3348000"/>
              <a:gd name="connsiteY2" fmla="*/ 6858000 h 6858000"/>
              <a:gd name="connsiteX3" fmla="*/ 0 w 3348000"/>
              <a:gd name="connsiteY3" fmla="*/ 6858000 h 6858000"/>
              <a:gd name="connsiteX4" fmla="*/ 0 w 3348000"/>
              <a:gd name="connsiteY4" fmla="*/ 0 h 6858000"/>
              <a:gd name="connsiteX0" fmla="*/ 0 w 4133611"/>
              <a:gd name="connsiteY0" fmla="*/ 12879 h 6870879"/>
              <a:gd name="connsiteX1" fmla="*/ 4133611 w 4133611"/>
              <a:gd name="connsiteY1" fmla="*/ 0 h 6870879"/>
              <a:gd name="connsiteX2" fmla="*/ 3348000 w 4133611"/>
              <a:gd name="connsiteY2" fmla="*/ 6870879 h 6870879"/>
              <a:gd name="connsiteX3" fmla="*/ 0 w 4133611"/>
              <a:gd name="connsiteY3" fmla="*/ 6870879 h 6870879"/>
              <a:gd name="connsiteX4" fmla="*/ 0 w 4133611"/>
              <a:gd name="connsiteY4" fmla="*/ 12879 h 6870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611" h="6870879">
                <a:moveTo>
                  <a:pt x="0" y="12879"/>
                </a:moveTo>
                <a:lnTo>
                  <a:pt x="4133611" y="0"/>
                </a:lnTo>
                <a:lnTo>
                  <a:pt x="3348000" y="6870879"/>
                </a:lnTo>
                <a:lnTo>
                  <a:pt x="0" y="6870879"/>
                </a:lnTo>
                <a:lnTo>
                  <a:pt x="0" y="12879"/>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6" name="Pladsholder til tekst 3">
            <a:extLst>
              <a:ext uri="{FF2B5EF4-FFF2-40B4-BE49-F238E27FC236}">
                <a16:creationId xmlns:a16="http://schemas.microsoft.com/office/drawing/2014/main" id="{D7BD72E6-1F77-0F4F-99C7-CDE9FC989459}"/>
              </a:ext>
            </a:extLst>
          </p:cNvPr>
          <p:cNvSpPr>
            <a:spLocks noGrp="1"/>
          </p:cNvSpPr>
          <p:nvPr>
            <p:ph type="body" sz="quarter" idx="10"/>
          </p:nvPr>
        </p:nvSpPr>
        <p:spPr>
          <a:xfrm>
            <a:off x="4500001" y="1080000"/>
            <a:ext cx="6769014" cy="5025378"/>
          </a:xfrm>
        </p:spPr>
        <p:txBody>
          <a:bodyPr/>
          <a:lstStyle>
            <a:lvl1pPr>
              <a:spcBef>
                <a:spcPts val="600"/>
              </a:spcBef>
              <a:buClrTx/>
              <a:defRPr>
                <a:solidFill>
                  <a:schemeClr val="tx1">
                    <a:lumMod val="75000"/>
                  </a:schemeClr>
                </a:solidFill>
              </a:defRPr>
            </a:lvl1pPr>
            <a:lvl2pPr marL="720000">
              <a:spcBef>
                <a:spcPts val="600"/>
              </a:spcBef>
              <a:buClrTx/>
              <a:defRPr>
                <a:solidFill>
                  <a:schemeClr val="tx1">
                    <a:lumMod val="75000"/>
                  </a:schemeClr>
                </a:solidFill>
              </a:defRPr>
            </a:lvl2pPr>
            <a:lvl3pPr marL="1080000">
              <a:spcBef>
                <a:spcPts val="600"/>
              </a:spcBef>
              <a:buClrTx/>
              <a:defRPr sz="1800">
                <a:solidFill>
                  <a:schemeClr val="tx1">
                    <a:lumMod val="75000"/>
                  </a:schemeClr>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p:txBody>
      </p:sp>
      <p:sp>
        <p:nvSpPr>
          <p:cNvPr id="5" name="Titel 1">
            <a:extLst>
              <a:ext uri="{FF2B5EF4-FFF2-40B4-BE49-F238E27FC236}">
                <a16:creationId xmlns:a16="http://schemas.microsoft.com/office/drawing/2014/main" id="{75FAD132-7247-4943-8756-FB1B42F44D51}"/>
              </a:ext>
            </a:extLst>
          </p:cNvPr>
          <p:cNvSpPr>
            <a:spLocks noGrp="1"/>
          </p:cNvSpPr>
          <p:nvPr>
            <p:ph type="title"/>
          </p:nvPr>
        </p:nvSpPr>
        <p:spPr>
          <a:xfrm>
            <a:off x="360000" y="1080000"/>
            <a:ext cx="2726099" cy="553998"/>
          </a:xfrm>
          <a:prstGeom prst="rect">
            <a:avLst/>
          </a:prstGeom>
        </p:spPr>
        <p:txBody>
          <a:bodyPr/>
          <a:lstStyle>
            <a:lvl1pPr>
              <a:defRPr sz="3600">
                <a:solidFill>
                  <a:schemeClr val="bg1"/>
                </a:solidFill>
              </a:defRPr>
            </a:lvl1pPr>
          </a:lstStyle>
          <a:p>
            <a:r>
              <a:rPr lang="en-US" noProof="0"/>
              <a:t>Click to edit Master title style</a:t>
            </a:r>
            <a:endParaRPr lang="da-DK" noProof="0"/>
          </a:p>
        </p:txBody>
      </p:sp>
      <p:sp>
        <p:nvSpPr>
          <p:cNvPr id="13" name="Pladsholder til dato 12">
            <a:extLst>
              <a:ext uri="{FF2B5EF4-FFF2-40B4-BE49-F238E27FC236}">
                <a16:creationId xmlns:a16="http://schemas.microsoft.com/office/drawing/2014/main" id="{2697253C-4240-2DE5-241D-6F79B134E753}"/>
              </a:ext>
            </a:extLst>
          </p:cNvPr>
          <p:cNvSpPr>
            <a:spLocks noGrp="1"/>
          </p:cNvSpPr>
          <p:nvPr>
            <p:ph type="dt" sz="half" idx="11"/>
          </p:nvPr>
        </p:nvSpPr>
        <p:spPr/>
        <p:txBody>
          <a:bodyPr/>
          <a:lstStyle/>
          <a:p>
            <a:fld id="{966570FE-B5FB-B343-9266-1BC06216A43C}" type="datetime1">
              <a:rPr lang="da-DK" smtClean="0"/>
              <a:t>17-03-2026</a:t>
            </a:fld>
            <a:endParaRPr lang="da-DK"/>
          </a:p>
        </p:txBody>
      </p:sp>
      <p:sp>
        <p:nvSpPr>
          <p:cNvPr id="14" name="Pladsholder til sidefod 13">
            <a:extLst>
              <a:ext uri="{FF2B5EF4-FFF2-40B4-BE49-F238E27FC236}">
                <a16:creationId xmlns:a16="http://schemas.microsoft.com/office/drawing/2014/main" id="{E49A80E2-2179-9D0B-A180-333D185AA81D}"/>
              </a:ext>
            </a:extLst>
          </p:cNvPr>
          <p:cNvSpPr>
            <a:spLocks noGrp="1"/>
          </p:cNvSpPr>
          <p:nvPr>
            <p:ph type="ftr" sz="quarter" idx="12"/>
          </p:nvPr>
        </p:nvSpPr>
        <p:spPr/>
        <p:txBody>
          <a:bodyPr/>
          <a:lstStyle/>
          <a:p>
            <a:r>
              <a:rPr lang="da-DK"/>
              <a:t>cybersikker.alexandra.dk</a:t>
            </a:r>
          </a:p>
        </p:txBody>
      </p:sp>
      <p:sp>
        <p:nvSpPr>
          <p:cNvPr id="15" name="Pladsholder til slidenummer 14">
            <a:extLst>
              <a:ext uri="{FF2B5EF4-FFF2-40B4-BE49-F238E27FC236}">
                <a16:creationId xmlns:a16="http://schemas.microsoft.com/office/drawing/2014/main" id="{4E9D9BAC-00CB-CF90-33FE-4FD2AF14E52F}"/>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895412661"/>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Kontaktside">
    <p:spTree>
      <p:nvGrpSpPr>
        <p:cNvPr id="1" name=""/>
        <p:cNvGrpSpPr/>
        <p:nvPr/>
      </p:nvGrpSpPr>
      <p:grpSpPr>
        <a:xfrm>
          <a:off x="0" y="0"/>
          <a:ext cx="0" cy="0"/>
          <a:chOff x="0" y="0"/>
          <a:chExt cx="0" cy="0"/>
        </a:xfrm>
      </p:grpSpPr>
      <p:sp>
        <p:nvSpPr>
          <p:cNvPr id="2" name="Manuel indlæsning 1">
            <a:extLst>
              <a:ext uri="{FF2B5EF4-FFF2-40B4-BE49-F238E27FC236}">
                <a16:creationId xmlns:a16="http://schemas.microsoft.com/office/drawing/2014/main" id="{C1C202A1-E056-E2E0-858A-B11C91863D7D}"/>
              </a:ext>
            </a:extLst>
          </p:cNvPr>
          <p:cNvSpPr>
            <a:spLocks noChangeAspect="1"/>
          </p:cNvSpPr>
          <p:nvPr/>
        </p:nvSpPr>
        <p:spPr>
          <a:xfrm flipH="1">
            <a:off x="0" y="2708113"/>
            <a:ext cx="12192000" cy="4149887"/>
          </a:xfrm>
          <a:prstGeom prst="flowChartManualInpu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EDFBEEBD-1E10-C64A-9B2F-189B884F45BA}"/>
              </a:ext>
            </a:extLst>
          </p:cNvPr>
          <p:cNvSpPr>
            <a:spLocks noGrp="1"/>
          </p:cNvSpPr>
          <p:nvPr>
            <p:ph type="title"/>
          </p:nvPr>
        </p:nvSpPr>
        <p:spPr>
          <a:xfrm>
            <a:off x="1439999" y="1800000"/>
            <a:ext cx="7920000" cy="553998"/>
          </a:xfrm>
          <a:prstGeom prst="rect">
            <a:avLst/>
          </a:prstGeom>
        </p:spPr>
        <p:txBody>
          <a:bodyPr/>
          <a:lstStyle>
            <a:lvl1pPr>
              <a:defRPr sz="3600" cap="none" baseline="0">
                <a:solidFill>
                  <a:schemeClr val="tx1"/>
                </a:solidFill>
              </a:defRPr>
            </a:lvl1pPr>
          </a:lstStyle>
          <a:p>
            <a:r>
              <a:rPr lang="en-US" noProof="0"/>
              <a:t>Click to edit Master title style</a:t>
            </a:r>
            <a:endParaRPr lang="da-DK"/>
          </a:p>
        </p:txBody>
      </p:sp>
      <p:sp>
        <p:nvSpPr>
          <p:cNvPr id="9" name="Pladsholder til tekst 3">
            <a:extLst>
              <a:ext uri="{FF2B5EF4-FFF2-40B4-BE49-F238E27FC236}">
                <a16:creationId xmlns:a16="http://schemas.microsoft.com/office/drawing/2014/main" id="{63282B2D-EDC0-1744-AB89-A09556139BE1}"/>
              </a:ext>
            </a:extLst>
          </p:cNvPr>
          <p:cNvSpPr>
            <a:spLocks noGrp="1"/>
          </p:cNvSpPr>
          <p:nvPr>
            <p:ph type="body" sz="quarter" idx="10" hasCustomPrompt="1"/>
          </p:nvPr>
        </p:nvSpPr>
        <p:spPr>
          <a:xfrm>
            <a:off x="1438276" y="4043190"/>
            <a:ext cx="3744000" cy="1756811"/>
          </a:xfrm>
        </p:spPr>
        <p:txBody>
          <a:bodyPr/>
          <a:lstStyle>
            <a:lvl1pPr marL="0" indent="0">
              <a:spcBef>
                <a:spcPts val="0"/>
              </a:spcBef>
              <a:spcAft>
                <a:spcPts val="0"/>
              </a:spcAft>
              <a:buFontTx/>
              <a:buNone/>
              <a:defRPr sz="1100">
                <a:solidFill>
                  <a:schemeClr val="bg1"/>
                </a:solidFill>
              </a:defRPr>
            </a:lvl1pPr>
            <a:lvl2pPr marL="0" indent="0">
              <a:buFontTx/>
              <a:buNone/>
              <a:defRPr sz="1400">
                <a:solidFill>
                  <a:schemeClr val="bg1"/>
                </a:solidFill>
              </a:defRPr>
            </a:lvl2pPr>
            <a:lvl3pPr marL="358775" indent="0">
              <a:buFontTx/>
              <a:buNone/>
              <a:defRPr sz="1400">
                <a:solidFill>
                  <a:schemeClr val="bg1"/>
                </a:solidFill>
              </a:defRPr>
            </a:lvl3pPr>
            <a:lvl4pPr marL="717550" indent="0">
              <a:buFontTx/>
              <a:buNone/>
              <a:defRPr sz="1400">
                <a:solidFill>
                  <a:schemeClr val="bg1"/>
                </a:solidFill>
              </a:defRPr>
            </a:lvl4pPr>
            <a:lvl5pPr>
              <a:buFontTx/>
              <a:buNone/>
              <a:defRPr sz="1400">
                <a:solidFill>
                  <a:schemeClr val="bg1"/>
                </a:solidFill>
              </a:defRPr>
            </a:lvl5pPr>
          </a:lstStyle>
          <a:p>
            <a:pPr lvl="0"/>
            <a:r>
              <a:rPr lang="da-DK"/>
              <a:t>Skriv navn og kontaktoplysninger</a:t>
            </a:r>
          </a:p>
        </p:txBody>
      </p:sp>
      <p:sp>
        <p:nvSpPr>
          <p:cNvPr id="11" name="Pladsholder til tekst 3">
            <a:extLst>
              <a:ext uri="{FF2B5EF4-FFF2-40B4-BE49-F238E27FC236}">
                <a16:creationId xmlns:a16="http://schemas.microsoft.com/office/drawing/2014/main" id="{D9306688-7C4E-E347-974F-A4462CC48B1C}"/>
              </a:ext>
            </a:extLst>
          </p:cNvPr>
          <p:cNvSpPr>
            <a:spLocks noGrp="1"/>
          </p:cNvSpPr>
          <p:nvPr>
            <p:ph type="body" sz="quarter" idx="11" hasCustomPrompt="1"/>
          </p:nvPr>
        </p:nvSpPr>
        <p:spPr>
          <a:xfrm>
            <a:off x="5751684" y="4043189"/>
            <a:ext cx="3744000" cy="1756811"/>
          </a:xfrm>
        </p:spPr>
        <p:txBody>
          <a:bodyPr/>
          <a:lstStyle>
            <a:lvl1pPr marL="0" indent="0">
              <a:spcBef>
                <a:spcPts val="0"/>
              </a:spcBef>
              <a:spcAft>
                <a:spcPts val="0"/>
              </a:spcAft>
              <a:buFontTx/>
              <a:buNone/>
              <a:defRPr sz="1100">
                <a:solidFill>
                  <a:schemeClr val="bg1"/>
                </a:solidFill>
              </a:defRPr>
            </a:lvl1pPr>
            <a:lvl2pPr marL="0" indent="0">
              <a:buFontTx/>
              <a:buNone/>
              <a:defRPr sz="1400">
                <a:solidFill>
                  <a:schemeClr val="bg1"/>
                </a:solidFill>
              </a:defRPr>
            </a:lvl2pPr>
            <a:lvl3pPr marL="358775" indent="0">
              <a:buFontTx/>
              <a:buNone/>
              <a:defRPr sz="1400">
                <a:solidFill>
                  <a:schemeClr val="bg1"/>
                </a:solidFill>
              </a:defRPr>
            </a:lvl3pPr>
            <a:lvl4pPr marL="717550" indent="0">
              <a:buFontTx/>
              <a:buNone/>
              <a:defRPr sz="1400">
                <a:solidFill>
                  <a:schemeClr val="bg1"/>
                </a:solidFill>
              </a:defRPr>
            </a:lvl4pPr>
            <a:lvl5pPr>
              <a:buFontTx/>
              <a:buNone/>
              <a:defRPr sz="1400">
                <a:solidFill>
                  <a:schemeClr val="bg1"/>
                </a:solidFill>
              </a:defRPr>
            </a:lvl5pPr>
          </a:lstStyle>
          <a:p>
            <a:pPr lvl="0"/>
            <a:r>
              <a:rPr lang="da-DK"/>
              <a:t>Skriv navn og kontaktoplysninger</a:t>
            </a:r>
          </a:p>
        </p:txBody>
      </p:sp>
      <p:pic>
        <p:nvPicPr>
          <p:cNvPr id="4" name="Billede 3">
            <a:extLst>
              <a:ext uri="{FF2B5EF4-FFF2-40B4-BE49-F238E27FC236}">
                <a16:creationId xmlns:a16="http://schemas.microsoft.com/office/drawing/2014/main" id="{B549FDC7-8610-6A85-1CD7-C0A6A421888F}"/>
              </a:ext>
            </a:extLst>
          </p:cNvPr>
          <p:cNvPicPr>
            <a:picLocks noChangeAspect="1"/>
          </p:cNvPicPr>
          <p:nvPr/>
        </p:nvPicPr>
        <p:blipFill>
          <a:blip r:embed="rId2"/>
          <a:stretch>
            <a:fillRect/>
          </a:stretch>
        </p:blipFill>
        <p:spPr>
          <a:xfrm>
            <a:off x="9672001" y="6120429"/>
            <a:ext cx="2160000" cy="435456"/>
          </a:xfrm>
          <a:prstGeom prst="rect">
            <a:avLst/>
          </a:prstGeom>
        </p:spPr>
      </p:pic>
    </p:spTree>
    <p:extLst>
      <p:ext uri="{BB962C8B-B14F-4D97-AF65-F5344CB8AC3E}">
        <p14:creationId xmlns:p14="http://schemas.microsoft.com/office/powerpoint/2010/main" val="285563392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side hvi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3384E7-0AB4-7441-B5F9-96ACF387B4B7}"/>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9D08CDF3-E58D-014E-8ADC-07E0E0415557}"/>
              </a:ext>
            </a:extLst>
          </p:cNvPr>
          <p:cNvSpPr>
            <a:spLocks noGrp="1"/>
          </p:cNvSpPr>
          <p:nvPr>
            <p:ph idx="1"/>
          </p:nvPr>
        </p:nvSpPr>
        <p:spPr/>
        <p:txBody>
          <a:bodyPr/>
          <a:lstStyle/>
          <a:p>
            <a:pPr lvl="0"/>
            <a:r>
              <a:rPr lang="da-DK" noProof="0"/>
              <a:t>Klik for at redigere teksttypografierne i masteren</a:t>
            </a:r>
          </a:p>
          <a:p>
            <a:pPr lvl="1"/>
            <a:r>
              <a:rPr lang="da-DK" noProof="0"/>
              <a:t>Andet niveau</a:t>
            </a:r>
          </a:p>
          <a:p>
            <a:pPr lvl="2"/>
            <a:r>
              <a:rPr lang="da-DK" noProof="0"/>
              <a:t>Tredje niveau</a:t>
            </a:r>
          </a:p>
        </p:txBody>
      </p:sp>
      <p:sp>
        <p:nvSpPr>
          <p:cNvPr id="4" name="Pladsholder til dato 3">
            <a:extLst>
              <a:ext uri="{FF2B5EF4-FFF2-40B4-BE49-F238E27FC236}">
                <a16:creationId xmlns:a16="http://schemas.microsoft.com/office/drawing/2014/main" id="{4E16925C-47A6-AB40-8A37-5DFAE88A1782}"/>
              </a:ext>
            </a:extLst>
          </p:cNvPr>
          <p:cNvSpPr>
            <a:spLocks noGrp="1"/>
          </p:cNvSpPr>
          <p:nvPr>
            <p:ph type="dt" sz="half" idx="10"/>
          </p:nvPr>
        </p:nvSpPr>
        <p:spPr/>
        <p:txBody>
          <a:bodyPr/>
          <a:lstStyle/>
          <a:p>
            <a:fld id="{1E31781D-1938-4D4D-8804-84A3CA642707}" type="datetime1">
              <a:rPr lang="da-DK" smtClean="0"/>
              <a:t>17-03-2026</a:t>
            </a:fld>
            <a:endParaRPr lang="da-DK"/>
          </a:p>
        </p:txBody>
      </p:sp>
      <p:sp>
        <p:nvSpPr>
          <p:cNvPr id="8" name="Pladsholder til sidefod 7">
            <a:extLst>
              <a:ext uri="{FF2B5EF4-FFF2-40B4-BE49-F238E27FC236}">
                <a16:creationId xmlns:a16="http://schemas.microsoft.com/office/drawing/2014/main" id="{C6636263-FC36-D172-003C-58D9BBADF154}"/>
              </a:ext>
            </a:extLst>
          </p:cNvPr>
          <p:cNvSpPr>
            <a:spLocks noGrp="1"/>
          </p:cNvSpPr>
          <p:nvPr>
            <p:ph type="ftr" sz="quarter" idx="11"/>
          </p:nvPr>
        </p:nvSpPr>
        <p:spPr/>
        <p:txBody>
          <a:bodyPr/>
          <a:lstStyle/>
          <a:p>
            <a:r>
              <a:rPr lang="da-DK"/>
              <a:t>cybersikker.alexandra.dk</a:t>
            </a:r>
          </a:p>
        </p:txBody>
      </p:sp>
      <p:sp>
        <p:nvSpPr>
          <p:cNvPr id="9" name="Pladsholder til slidenummer 8">
            <a:extLst>
              <a:ext uri="{FF2B5EF4-FFF2-40B4-BE49-F238E27FC236}">
                <a16:creationId xmlns:a16="http://schemas.microsoft.com/office/drawing/2014/main" id="{047C7184-ABEE-196E-E69C-81378FA55EC0}"/>
              </a:ext>
            </a:extLst>
          </p:cNvPr>
          <p:cNvSpPr>
            <a:spLocks noGrp="1"/>
          </p:cNvSpPr>
          <p:nvPr>
            <p:ph type="sldNum" sz="quarter" idx="12"/>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1426360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om side">
    <p:spTree>
      <p:nvGrpSpPr>
        <p:cNvPr id="1" name=""/>
        <p:cNvGrpSpPr/>
        <p:nvPr/>
      </p:nvGrpSpPr>
      <p:grpSpPr>
        <a:xfrm>
          <a:off x="0" y="0"/>
          <a:ext cx="0" cy="0"/>
          <a:chOff x="0" y="0"/>
          <a:chExt cx="0" cy="0"/>
        </a:xfrm>
      </p:grpSpPr>
      <p:sp>
        <p:nvSpPr>
          <p:cNvPr id="2" name="Pladsholder til dato 3">
            <a:extLst>
              <a:ext uri="{FF2B5EF4-FFF2-40B4-BE49-F238E27FC236}">
                <a16:creationId xmlns:a16="http://schemas.microsoft.com/office/drawing/2014/main" id="{071DDF98-399A-73C1-6A76-0D87F5D23386}"/>
              </a:ext>
            </a:extLst>
          </p:cNvPr>
          <p:cNvSpPr>
            <a:spLocks noGrp="1"/>
          </p:cNvSpPr>
          <p:nvPr>
            <p:ph type="dt" sz="half" idx="2"/>
          </p:nvPr>
        </p:nvSpPr>
        <p:spPr>
          <a:xfrm>
            <a:off x="900000" y="6356349"/>
            <a:ext cx="2743200" cy="365125"/>
          </a:xfrm>
          <a:prstGeom prst="rect">
            <a:avLst/>
          </a:prstGeom>
        </p:spPr>
        <p:txBody>
          <a:bodyPr vert="horz" lIns="0" tIns="0" rIns="0" bIns="0" rtlCol="0" anchor="ctr"/>
          <a:lstStyle>
            <a:lvl1pPr algn="l">
              <a:defRPr sz="900">
                <a:solidFill>
                  <a:srgbClr val="798690"/>
                </a:solidFill>
                <a:latin typeface="Arial" panose="020B0604020202020204" pitchFamily="34" charset="0"/>
                <a:cs typeface="Arial" panose="020B0604020202020204" pitchFamily="34" charset="0"/>
              </a:defRPr>
            </a:lvl1pPr>
          </a:lstStyle>
          <a:p>
            <a:fld id="{966570FE-B5FB-B343-9266-1BC06216A43C}" type="datetime1">
              <a:rPr lang="da-DK" smtClean="0"/>
              <a:t>17-03-2026</a:t>
            </a:fld>
            <a:endParaRPr lang="da-DK"/>
          </a:p>
        </p:txBody>
      </p:sp>
      <p:sp>
        <p:nvSpPr>
          <p:cNvPr id="3" name="Pladsholder til slidenummer 5">
            <a:extLst>
              <a:ext uri="{FF2B5EF4-FFF2-40B4-BE49-F238E27FC236}">
                <a16:creationId xmlns:a16="http://schemas.microsoft.com/office/drawing/2014/main" id="{06F05687-C8C9-2987-EB9A-C509041A4F9E}"/>
              </a:ext>
            </a:extLst>
          </p:cNvPr>
          <p:cNvSpPr>
            <a:spLocks noGrp="1"/>
          </p:cNvSpPr>
          <p:nvPr>
            <p:ph type="sldNum" sz="quarter" idx="4"/>
          </p:nvPr>
        </p:nvSpPr>
        <p:spPr>
          <a:xfrm>
            <a:off x="8740815" y="6356350"/>
            <a:ext cx="2743200" cy="365125"/>
          </a:xfrm>
          <a:prstGeom prst="rect">
            <a:avLst/>
          </a:prstGeom>
        </p:spPr>
        <p:txBody>
          <a:bodyPr vert="horz" lIns="0" tIns="0" rIns="0" bIns="0" rtlCol="0" anchor="ctr"/>
          <a:lstStyle>
            <a:lvl1pPr algn="r">
              <a:defRPr sz="900">
                <a:solidFill>
                  <a:srgbClr val="798690"/>
                </a:solidFill>
                <a:latin typeface="Arial" panose="020B0604020202020204" pitchFamily="34" charset="0"/>
                <a:cs typeface="Arial" panose="020B0604020202020204" pitchFamily="34" charset="0"/>
              </a:defRPr>
            </a:lvl1pPr>
          </a:lstStyle>
          <a:p>
            <a:fld id="{D9FF5FAE-2060-B54F-BDDB-0825BCE6ACB8}" type="slidenum">
              <a:rPr lang="da-DK" smtClean="0"/>
              <a:pPr/>
              <a:t>‹#›</a:t>
            </a:fld>
            <a:endParaRPr lang="da-DK"/>
          </a:p>
        </p:txBody>
      </p:sp>
      <p:sp>
        <p:nvSpPr>
          <p:cNvPr id="4" name="Pladsholder til sidefod 6">
            <a:extLst>
              <a:ext uri="{FF2B5EF4-FFF2-40B4-BE49-F238E27FC236}">
                <a16:creationId xmlns:a16="http://schemas.microsoft.com/office/drawing/2014/main" id="{CECDAB00-7182-687F-414F-D6394BD24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rgbClr val="798690"/>
                </a:solidFill>
                <a:latin typeface="Arial" panose="020B0604020202020204" pitchFamily="34" charset="0"/>
                <a:cs typeface="Arial" panose="020B0604020202020204" pitchFamily="34" charset="0"/>
              </a:defRPr>
            </a:lvl1pPr>
          </a:lstStyle>
          <a:p>
            <a:r>
              <a:rPr lang="da-DK"/>
              <a:t>cybersikker.alexandra.dk</a:t>
            </a:r>
          </a:p>
        </p:txBody>
      </p:sp>
    </p:spTree>
    <p:extLst>
      <p:ext uri="{BB962C8B-B14F-4D97-AF65-F5344CB8AC3E}">
        <p14:creationId xmlns:p14="http://schemas.microsoft.com/office/powerpoint/2010/main" val="3308425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kontaktside">
    <p:spTree>
      <p:nvGrpSpPr>
        <p:cNvPr id="1" name=""/>
        <p:cNvGrpSpPr/>
        <p:nvPr/>
      </p:nvGrpSpPr>
      <p:grpSpPr>
        <a:xfrm>
          <a:off x="0" y="0"/>
          <a:ext cx="0" cy="0"/>
          <a:chOff x="0" y="0"/>
          <a:chExt cx="0" cy="0"/>
        </a:xfrm>
      </p:grpSpPr>
      <p:sp>
        <p:nvSpPr>
          <p:cNvPr id="5" name="Pladsholder til dato 3">
            <a:extLst>
              <a:ext uri="{FF2B5EF4-FFF2-40B4-BE49-F238E27FC236}">
                <a16:creationId xmlns:a16="http://schemas.microsoft.com/office/drawing/2014/main" id="{84700FE0-3C32-8F5C-A9D6-F84B59ADDAEC}"/>
              </a:ext>
            </a:extLst>
          </p:cNvPr>
          <p:cNvSpPr>
            <a:spLocks noGrp="1"/>
          </p:cNvSpPr>
          <p:nvPr>
            <p:ph type="dt" sz="half" idx="10"/>
          </p:nvPr>
        </p:nvSpPr>
        <p:spPr>
          <a:xfrm>
            <a:off x="900000" y="6356349"/>
            <a:ext cx="2743200" cy="365125"/>
          </a:xfrm>
        </p:spPr>
        <p:txBody>
          <a:bodyPr/>
          <a:lstStyle/>
          <a:p>
            <a:fld id="{2EE2683A-6B2B-964B-B78D-BF9CF3DA3F7B}" type="datetime1">
              <a:rPr lang="da-DK" smtClean="0"/>
              <a:t>17-03-2026</a:t>
            </a:fld>
            <a:endParaRPr lang="da-DK"/>
          </a:p>
        </p:txBody>
      </p:sp>
      <p:sp>
        <p:nvSpPr>
          <p:cNvPr id="6" name="Pladsholder til sidefod 7">
            <a:extLst>
              <a:ext uri="{FF2B5EF4-FFF2-40B4-BE49-F238E27FC236}">
                <a16:creationId xmlns:a16="http://schemas.microsoft.com/office/drawing/2014/main" id="{59524C84-CFEB-9940-04C5-D411D7EFF5D3}"/>
              </a:ext>
            </a:extLst>
          </p:cNvPr>
          <p:cNvSpPr>
            <a:spLocks noGrp="1"/>
          </p:cNvSpPr>
          <p:nvPr>
            <p:ph type="ftr" sz="quarter" idx="11"/>
          </p:nvPr>
        </p:nvSpPr>
        <p:spPr>
          <a:xfrm>
            <a:off x="4038600" y="6356350"/>
            <a:ext cx="4114800" cy="365125"/>
          </a:xfrm>
        </p:spPr>
        <p:txBody>
          <a:bodyPr/>
          <a:lstStyle/>
          <a:p>
            <a:r>
              <a:rPr lang="da-DK"/>
              <a:t>cybersikker.alexandra.dk</a:t>
            </a:r>
          </a:p>
        </p:txBody>
      </p:sp>
      <p:sp>
        <p:nvSpPr>
          <p:cNvPr id="7" name="Pladsholder til slidenummer 8">
            <a:extLst>
              <a:ext uri="{FF2B5EF4-FFF2-40B4-BE49-F238E27FC236}">
                <a16:creationId xmlns:a16="http://schemas.microsoft.com/office/drawing/2014/main" id="{1CF4CAFC-21EA-E01D-3132-21873B0A1DDB}"/>
              </a:ext>
            </a:extLst>
          </p:cNvPr>
          <p:cNvSpPr>
            <a:spLocks noGrp="1"/>
          </p:cNvSpPr>
          <p:nvPr>
            <p:ph type="sldNum" sz="quarter" idx="12"/>
          </p:nvPr>
        </p:nvSpPr>
        <p:spPr>
          <a:xfrm>
            <a:off x="8740815" y="6356350"/>
            <a:ext cx="2743200" cy="365125"/>
          </a:xfrm>
        </p:spPr>
        <p:txBody>
          <a:bodyPr/>
          <a:lstStyle/>
          <a:p>
            <a:fld id="{D9FF5FAE-2060-B54F-BDDB-0825BCE6ACB8}" type="slidenum">
              <a:rPr lang="da-DK" smtClean="0"/>
              <a:pPr/>
              <a:t>‹#›</a:t>
            </a:fld>
            <a:endParaRPr lang="da-DK"/>
          </a:p>
        </p:txBody>
      </p:sp>
      <p:sp>
        <p:nvSpPr>
          <p:cNvPr id="2" name="Dokument 1">
            <a:extLst>
              <a:ext uri="{FF2B5EF4-FFF2-40B4-BE49-F238E27FC236}">
                <a16:creationId xmlns:a16="http://schemas.microsoft.com/office/drawing/2014/main" id="{C5BA8FC3-060D-F0A5-8322-9D30A0E1929B}"/>
              </a:ext>
            </a:extLst>
          </p:cNvPr>
          <p:cNvSpPr/>
          <p:nvPr userDrawn="1"/>
        </p:nvSpPr>
        <p:spPr>
          <a:xfrm rot="10800000" flipH="1">
            <a:off x="0" y="4067175"/>
            <a:ext cx="12191999" cy="2790825"/>
          </a:xfrm>
          <a:prstGeom prst="flowChartDocument">
            <a:avLst/>
          </a:prstGeom>
          <a:solidFill>
            <a:srgbClr val="0038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3F58C07F-51C5-9418-EE26-0A4AF750058D}"/>
              </a:ext>
            </a:extLst>
          </p:cNvPr>
          <p:cNvSpPr>
            <a:spLocks noGrp="1"/>
          </p:cNvSpPr>
          <p:nvPr>
            <p:ph type="title" hasCustomPrompt="1"/>
          </p:nvPr>
        </p:nvSpPr>
        <p:spPr>
          <a:xfrm>
            <a:off x="900000" y="2506824"/>
            <a:ext cx="2283038" cy="941136"/>
          </a:xfrm>
        </p:spPr>
        <p:txBody>
          <a:bodyPr/>
          <a:lstStyle>
            <a:lvl1pPr>
              <a:defRPr>
                <a:solidFill>
                  <a:srgbClr val="003843"/>
                </a:solidFill>
              </a:defRPr>
            </a:lvl1pPr>
          </a:lstStyle>
          <a:p>
            <a:r>
              <a:rPr lang="da-DK"/>
              <a:t>Kontakt</a:t>
            </a:r>
          </a:p>
        </p:txBody>
      </p:sp>
      <p:sp>
        <p:nvSpPr>
          <p:cNvPr id="4" name="Pladsholder til indhold 2">
            <a:extLst>
              <a:ext uri="{FF2B5EF4-FFF2-40B4-BE49-F238E27FC236}">
                <a16:creationId xmlns:a16="http://schemas.microsoft.com/office/drawing/2014/main" id="{526AB892-77E9-213C-01EC-851AF19064EA}"/>
              </a:ext>
            </a:extLst>
          </p:cNvPr>
          <p:cNvSpPr>
            <a:spLocks noGrp="1"/>
          </p:cNvSpPr>
          <p:nvPr>
            <p:ph idx="1"/>
          </p:nvPr>
        </p:nvSpPr>
        <p:spPr>
          <a:xfrm>
            <a:off x="4038600" y="2622287"/>
            <a:ext cx="3124200" cy="1493520"/>
          </a:xfrm>
        </p:spPr>
        <p:txBody>
          <a:bodyPr/>
          <a:lstStyle>
            <a:lvl1pPr marL="0" indent="0">
              <a:lnSpc>
                <a:spcPct val="100000"/>
              </a:lnSpc>
              <a:spcBef>
                <a:spcPts val="0"/>
              </a:spcBef>
              <a:spcAft>
                <a:spcPts val="600"/>
              </a:spcAft>
              <a:buFontTx/>
              <a:buNone/>
              <a:defRPr sz="1400">
                <a:solidFill>
                  <a:schemeClr val="tx1"/>
                </a:solidFill>
              </a:defRPr>
            </a:lvl1pPr>
            <a:lvl2pPr marL="457200" indent="0">
              <a:buFontTx/>
              <a:buNone/>
              <a:defRPr sz="1800">
                <a:solidFill>
                  <a:schemeClr val="bg1"/>
                </a:solidFill>
              </a:defRPr>
            </a:lvl2pPr>
            <a:lvl3pPr marL="914400" indent="0">
              <a:buFontTx/>
              <a:buNone/>
              <a:defRPr sz="1800">
                <a:solidFill>
                  <a:schemeClr val="bg1"/>
                </a:solidFill>
              </a:defRPr>
            </a:lvl3pPr>
            <a:lvl4pPr marL="1371600" indent="0">
              <a:buFontTx/>
              <a:buNone/>
              <a:defRPr sz="1800">
                <a:solidFill>
                  <a:schemeClr val="bg1"/>
                </a:solidFill>
              </a:defRPr>
            </a:lvl4pPr>
            <a:lvl5pPr marL="1828800" indent="0">
              <a:buFontTx/>
              <a:buNone/>
              <a:defRPr sz="1800">
                <a:solidFill>
                  <a:schemeClr val="bg1"/>
                </a:solidFill>
              </a:defRPr>
            </a:lvl5pPr>
          </a:lstStyle>
          <a:p>
            <a:pPr lvl="0"/>
            <a:r>
              <a:rPr lang="da-DK" noProof="0"/>
              <a:t>Klik for at redigere teksttypografierne i masteren</a:t>
            </a:r>
          </a:p>
        </p:txBody>
      </p:sp>
      <p:pic>
        <p:nvPicPr>
          <p:cNvPr id="8" name="Billede 7">
            <a:extLst>
              <a:ext uri="{FF2B5EF4-FFF2-40B4-BE49-F238E27FC236}">
                <a16:creationId xmlns:a16="http://schemas.microsoft.com/office/drawing/2014/main" id="{B323A5C4-9B4E-1258-C4C2-C5DB2E0EA411}"/>
              </a:ext>
            </a:extLst>
          </p:cNvPr>
          <p:cNvPicPr>
            <a:picLocks noChangeAspect="1"/>
          </p:cNvPicPr>
          <p:nvPr userDrawn="1"/>
        </p:nvPicPr>
        <p:blipFill>
          <a:blip r:embed="rId2"/>
          <a:stretch>
            <a:fillRect/>
          </a:stretch>
        </p:blipFill>
        <p:spPr>
          <a:xfrm>
            <a:off x="304800" y="6344053"/>
            <a:ext cx="2808000" cy="241041"/>
          </a:xfrm>
          <a:prstGeom prst="rect">
            <a:avLst/>
          </a:prstGeom>
        </p:spPr>
      </p:pic>
      <p:pic>
        <p:nvPicPr>
          <p:cNvPr id="11" name="Billede 10">
            <a:extLst>
              <a:ext uri="{FF2B5EF4-FFF2-40B4-BE49-F238E27FC236}">
                <a16:creationId xmlns:a16="http://schemas.microsoft.com/office/drawing/2014/main" id="{D671E023-46C6-ED0A-AB96-BDE486EB9333}"/>
              </a:ext>
            </a:extLst>
          </p:cNvPr>
          <p:cNvPicPr>
            <a:picLocks/>
          </p:cNvPicPr>
          <p:nvPr userDrawn="1"/>
        </p:nvPicPr>
        <p:blipFill>
          <a:blip r:embed="rId3"/>
          <a:stretch>
            <a:fillRect/>
          </a:stretch>
        </p:blipFill>
        <p:spPr>
          <a:xfrm>
            <a:off x="876249" y="3048642"/>
            <a:ext cx="1926327" cy="144000"/>
          </a:xfrm>
          <a:prstGeom prst="rect">
            <a:avLst/>
          </a:prstGeom>
        </p:spPr>
      </p:pic>
    </p:spTree>
    <p:extLst>
      <p:ext uri="{BB962C8B-B14F-4D97-AF65-F5344CB8AC3E}">
        <p14:creationId xmlns:p14="http://schemas.microsoft.com/office/powerpoint/2010/main" val="350496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00000" y="1620000"/>
            <a:ext cx="10439999" cy="4320000"/>
          </a:xfrm>
          <a:prstGeom prst="rect">
            <a:avLst/>
          </a:prstGeom>
        </p:spPr>
        <p:txBody>
          <a:bodyPr vert="horz" lIns="0" tIns="0" rIns="0" bIns="0" rtlCol="0">
            <a:noAutofit/>
          </a:bodyPr>
          <a:lstStyle/>
          <a:p>
            <a:pPr lvl="0"/>
            <a:r>
              <a:rPr lang="da-DK" noProof="0"/>
              <a:t>Klik for at redigere</a:t>
            </a:r>
          </a:p>
          <a:p>
            <a:pPr lvl="2"/>
            <a:r>
              <a:rPr lang="da-DK" noProof="0"/>
              <a:t>Andet niveau</a:t>
            </a:r>
          </a:p>
          <a:p>
            <a:pPr lvl="3"/>
            <a:r>
              <a:rPr lang="da-DK" noProof="0"/>
              <a:t>Tredje niveau</a:t>
            </a:r>
          </a:p>
        </p:txBody>
      </p:sp>
      <p:sp>
        <p:nvSpPr>
          <p:cNvPr id="2" name="Title Placeholder 1">
            <a:extLst>
              <a:ext uri="{FF2B5EF4-FFF2-40B4-BE49-F238E27FC236}">
                <a16:creationId xmlns:a16="http://schemas.microsoft.com/office/drawing/2014/main" id="{1FBB6D30-42BF-CA45-976E-18C42243CC7C}"/>
              </a:ext>
            </a:extLst>
          </p:cNvPr>
          <p:cNvSpPr>
            <a:spLocks noGrp="1"/>
          </p:cNvSpPr>
          <p:nvPr>
            <p:ph type="title"/>
          </p:nvPr>
        </p:nvSpPr>
        <p:spPr>
          <a:xfrm>
            <a:off x="899999" y="540000"/>
            <a:ext cx="10440000" cy="553998"/>
          </a:xfrm>
          <a:prstGeom prst="rect">
            <a:avLst/>
          </a:prstGeom>
        </p:spPr>
        <p:txBody>
          <a:bodyPr vert="horz" wrap="square" lIns="0" tIns="0" rIns="0" bIns="0" rtlCol="0" anchor="t" anchorCtr="0">
            <a:spAutoFit/>
          </a:bodyPr>
          <a:lstStyle/>
          <a:p>
            <a:endParaRPr lang="da-DK"/>
          </a:p>
        </p:txBody>
      </p:sp>
      <p:sp>
        <p:nvSpPr>
          <p:cNvPr id="5" name="Pladsholder til dato 33">
            <a:extLst>
              <a:ext uri="{FF2B5EF4-FFF2-40B4-BE49-F238E27FC236}">
                <a16:creationId xmlns:a16="http://schemas.microsoft.com/office/drawing/2014/main" id="{52560EC3-C564-7D2C-3E25-B5570F0A3033}"/>
              </a:ext>
            </a:extLst>
          </p:cNvPr>
          <p:cNvSpPr>
            <a:spLocks noGrp="1"/>
          </p:cNvSpPr>
          <p:nvPr>
            <p:ph type="dt" sz="half" idx="2"/>
          </p:nvPr>
        </p:nvSpPr>
        <p:spPr>
          <a:xfrm>
            <a:off x="4651466" y="6557851"/>
            <a:ext cx="2889068" cy="182562"/>
          </a:xfrm>
          <a:prstGeom prst="rect">
            <a:avLst/>
          </a:prstGeom>
        </p:spPr>
        <p:txBody>
          <a:bodyPr/>
          <a:lstStyle>
            <a:lvl1pPr algn="ctr">
              <a:defRPr sz="800">
                <a:solidFill>
                  <a:schemeClr val="bg1">
                    <a:lumMod val="65000"/>
                  </a:schemeClr>
                </a:solidFill>
              </a:defRPr>
            </a:lvl1pPr>
          </a:lstStyle>
          <a:p>
            <a:fld id="{966570FE-B5FB-B343-9266-1BC06216A43C}" type="datetime1">
              <a:rPr lang="da-DK" smtClean="0"/>
              <a:t>17-03-2026</a:t>
            </a:fld>
            <a:endParaRPr lang="da-DK"/>
          </a:p>
        </p:txBody>
      </p:sp>
      <p:sp>
        <p:nvSpPr>
          <p:cNvPr id="9" name="Pladsholder til sidefod 34">
            <a:extLst>
              <a:ext uri="{FF2B5EF4-FFF2-40B4-BE49-F238E27FC236}">
                <a16:creationId xmlns:a16="http://schemas.microsoft.com/office/drawing/2014/main" id="{93A74E4A-F71B-4F89-2B52-996CFE61BD1F}"/>
              </a:ext>
            </a:extLst>
          </p:cNvPr>
          <p:cNvSpPr>
            <a:spLocks noGrp="1"/>
          </p:cNvSpPr>
          <p:nvPr>
            <p:ph type="ftr" sz="quarter" idx="3"/>
          </p:nvPr>
        </p:nvSpPr>
        <p:spPr>
          <a:xfrm>
            <a:off x="302345" y="6557851"/>
            <a:ext cx="3138687" cy="182562"/>
          </a:xfrm>
          <a:prstGeom prst="rect">
            <a:avLst/>
          </a:prstGeom>
        </p:spPr>
        <p:txBody>
          <a:bodyPr/>
          <a:lstStyle>
            <a:lvl1pPr algn="l">
              <a:defRPr sz="800" cap="all" baseline="0">
                <a:solidFill>
                  <a:schemeClr val="bg1">
                    <a:lumMod val="65000"/>
                  </a:schemeClr>
                </a:solidFill>
              </a:defRPr>
            </a:lvl1pPr>
          </a:lstStyle>
          <a:p>
            <a:r>
              <a:rPr lang="da-DK"/>
              <a:t>cybersikker.alexandra.dk</a:t>
            </a:r>
          </a:p>
        </p:txBody>
      </p:sp>
      <p:sp>
        <p:nvSpPr>
          <p:cNvPr id="10" name="Pladsholder til slidenummer 35">
            <a:extLst>
              <a:ext uri="{FF2B5EF4-FFF2-40B4-BE49-F238E27FC236}">
                <a16:creationId xmlns:a16="http://schemas.microsoft.com/office/drawing/2014/main" id="{3813305E-16A2-1B20-40D8-1AC807D5475D}"/>
              </a:ext>
            </a:extLst>
          </p:cNvPr>
          <p:cNvSpPr>
            <a:spLocks noGrp="1"/>
          </p:cNvSpPr>
          <p:nvPr>
            <p:ph type="sldNum" sz="quarter" idx="4"/>
          </p:nvPr>
        </p:nvSpPr>
        <p:spPr>
          <a:xfrm>
            <a:off x="9945251" y="6567126"/>
            <a:ext cx="1944404" cy="215444"/>
          </a:xfrm>
          <a:prstGeom prst="rect">
            <a:avLst/>
          </a:prstGeom>
        </p:spPr>
        <p:txBody>
          <a:bodyPr/>
          <a:lstStyle>
            <a:lvl1pPr algn="r">
              <a:defRPr sz="800">
                <a:solidFill>
                  <a:schemeClr val="bg1">
                    <a:lumMod val="65000"/>
                  </a:schemeClr>
                </a:solidFill>
              </a:defRPr>
            </a:lvl1pPr>
          </a:lstStyle>
          <a:p>
            <a:fld id="{D9FF5FAE-2060-B54F-BDDB-0825BCE6ACB8}" type="slidenum">
              <a:rPr lang="da-DK" smtClean="0"/>
              <a:pPr/>
              <a:t>‹#›</a:t>
            </a:fld>
            <a:endParaRPr lang="da-DK"/>
          </a:p>
        </p:txBody>
      </p:sp>
    </p:spTree>
    <p:extLst>
      <p:ext uri="{BB962C8B-B14F-4D97-AF65-F5344CB8AC3E}">
        <p14:creationId xmlns:p14="http://schemas.microsoft.com/office/powerpoint/2010/main" val="400678320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4" r:id="rId18"/>
    <p:sldLayoutId id="2147483653" r:id="rId19"/>
    <p:sldLayoutId id="2147483660" r:id="rId20"/>
  </p:sldLayoutIdLst>
  <p:hf hdr="0"/>
  <p:txStyles>
    <p:titleStyle>
      <a:lvl1pPr marL="0" algn="l" defTabSz="457200" rtl="0" eaLnBrk="1" latinLnBrk="0" hangingPunct="1">
        <a:lnSpc>
          <a:spcPct val="100000"/>
        </a:lnSpc>
        <a:spcBef>
          <a:spcPct val="0"/>
        </a:spcBef>
        <a:buNone/>
        <a:defRPr lang="en-US" sz="3600" b="0" i="0" kern="1200" cap="none" baseline="0" dirty="0">
          <a:solidFill>
            <a:srgbClr val="343434"/>
          </a:solidFill>
          <a:latin typeface="Arial" panose="020B0604020202020204" pitchFamily="34" charset="0"/>
          <a:ea typeface="Verdana" panose="020B0604030504040204" pitchFamily="34" charset="0"/>
          <a:cs typeface="Arial" panose="020B0604020202020204" pitchFamily="34" charset="0"/>
        </a:defRPr>
      </a:lvl1pPr>
    </p:titleStyle>
    <p:bodyStyle>
      <a:lvl1pPr marL="360000" indent="-360000" algn="l" defTabSz="457200" rtl="0" eaLnBrk="1" latinLnBrk="0" hangingPunct="1">
        <a:lnSpc>
          <a:spcPct val="114000"/>
        </a:lnSpc>
        <a:spcBef>
          <a:spcPts val="600"/>
        </a:spcBef>
        <a:spcAft>
          <a:spcPts val="0"/>
        </a:spcAft>
        <a:buClr>
          <a:schemeClr val="tx1"/>
        </a:buClr>
        <a:buFont typeface="Arial" panose="020B0604020202020204" pitchFamily="34" charset="0"/>
        <a:buChar char="•"/>
        <a:defRPr sz="2400" kern="1200">
          <a:solidFill>
            <a:srgbClr val="343434"/>
          </a:solidFill>
          <a:latin typeface="Arial" panose="020B0604020202020204" pitchFamily="34" charset="0"/>
          <a:ea typeface="Tahoma" panose="020B0604030504040204" pitchFamily="34" charset="0"/>
          <a:cs typeface="Arial" panose="020B0604020202020204" pitchFamily="34" charset="0"/>
        </a:defRPr>
      </a:lvl1pPr>
      <a:lvl2pPr marL="327538" indent="-360000" algn="l" defTabSz="457200" rtl="0" eaLnBrk="1" latinLnBrk="0" hangingPunct="1">
        <a:lnSpc>
          <a:spcPct val="114000"/>
        </a:lnSpc>
        <a:spcBef>
          <a:spcPts val="1176"/>
        </a:spcBef>
        <a:buClr>
          <a:srgbClr val="D76432"/>
        </a:buClr>
        <a:buFont typeface="Arial" panose="020B0604020202020204" pitchFamily="34" charset="0"/>
        <a:buChar char="•"/>
        <a:tabLst/>
        <a:defRPr sz="2000" kern="1200">
          <a:solidFill>
            <a:schemeClr val="tx1"/>
          </a:solidFill>
          <a:latin typeface="Arial"/>
          <a:ea typeface="+mn-ea"/>
          <a:cs typeface="Arial"/>
        </a:defRPr>
      </a:lvl2pPr>
      <a:lvl3pPr marL="720000" indent="-360000" algn="l" defTabSz="457200" rtl="0" eaLnBrk="1" latinLnBrk="0" hangingPunct="1">
        <a:lnSpc>
          <a:spcPct val="114000"/>
        </a:lnSpc>
        <a:spcBef>
          <a:spcPts val="600"/>
        </a:spcBef>
        <a:spcAft>
          <a:spcPts val="0"/>
        </a:spcAft>
        <a:buClr>
          <a:schemeClr val="tx1"/>
        </a:buClr>
        <a:buFont typeface="Arial" panose="020B0604020202020204" pitchFamily="34" charset="0"/>
        <a:buChar char="•"/>
        <a:tabLst/>
        <a:defRPr sz="2000" kern="1200">
          <a:solidFill>
            <a:srgbClr val="343434"/>
          </a:solidFill>
          <a:latin typeface="Arial" panose="020B0604020202020204" pitchFamily="34" charset="0"/>
          <a:ea typeface="Tahoma" panose="020B0604030504040204" pitchFamily="34" charset="0"/>
          <a:cs typeface="Arial" panose="020B0604020202020204" pitchFamily="34" charset="0"/>
        </a:defRPr>
      </a:lvl3pPr>
      <a:lvl4pPr marL="1080000" indent="-360000" algn="l" defTabSz="457200" rtl="0" eaLnBrk="1" latinLnBrk="0" hangingPunct="1">
        <a:lnSpc>
          <a:spcPct val="114000"/>
        </a:lnSpc>
        <a:spcBef>
          <a:spcPts val="600"/>
        </a:spcBef>
        <a:buClr>
          <a:schemeClr val="tx1"/>
        </a:buClr>
        <a:buFont typeface="Arial" panose="020B0604020202020204" pitchFamily="34" charset="0"/>
        <a:buChar char="•"/>
        <a:tabLst/>
        <a:defRPr sz="1800" kern="1200">
          <a:solidFill>
            <a:srgbClr val="343434"/>
          </a:solidFill>
          <a:latin typeface="Arial" panose="020B0604020202020204" pitchFamily="34" charset="0"/>
          <a:ea typeface="Tahoma" panose="020B0604030504040204" pitchFamily="34" charset="0"/>
          <a:cs typeface="Arial" panose="020B0604020202020204" pitchFamily="34" charset="0"/>
        </a:defRPr>
      </a:lvl4pPr>
      <a:lvl5pPr marL="0" indent="0" algn="l" defTabSz="457200" rtl="0" eaLnBrk="1" latinLnBrk="0" hangingPunct="1">
        <a:lnSpc>
          <a:spcPct val="114000"/>
        </a:lnSpc>
        <a:spcBef>
          <a:spcPct val="20000"/>
        </a:spcBef>
        <a:buClr>
          <a:srgbClr val="D76432"/>
        </a:buClr>
        <a:buFont typeface="Arial" panose="020B0604020202020204" pitchFamily="34" charset="0"/>
        <a:buNone/>
        <a:tabLst/>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lexandrainst/IU-kursus/tree/main/Kursus-3/dag-3" TargetMode="External"/><Relationship Id="rId2" Type="http://schemas.openxmlformats.org/officeDocument/2006/relationships/hyperlink" Target="https://github.com/alexandrainst/IU-kursus/tree/main/Kursus-3" TargetMode="Externa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alexandrainst/IU-kursus/tree/main/Kursus-3/dag-3" TargetMode="External"/><Relationship Id="rId2" Type="http://schemas.openxmlformats.org/officeDocument/2006/relationships/hyperlink" Target="https://github.com/alexandrainst/IU-kursus/tree/main/Kursus-3" TargetMode="Externa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alexandrainst/IU-kursus/tree/main/Kursus-3/dag-3" TargetMode="External"/><Relationship Id="rId2" Type="http://schemas.openxmlformats.org/officeDocument/2006/relationships/hyperlink" Target="https://github.com/alexandrainst/IU-kursus/tree/main/Kursus-3" TargetMode="Externa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935C-07D1-11DA-414F-DED193F28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36B0B-49EF-0BDB-7FE9-6C939B0316A4}"/>
              </a:ext>
            </a:extLst>
          </p:cNvPr>
          <p:cNvSpPr>
            <a:spLocks noGrp="1"/>
          </p:cNvSpPr>
          <p:nvPr>
            <p:ph type="title"/>
          </p:nvPr>
        </p:nvSpPr>
        <p:spPr>
          <a:xfrm>
            <a:off x="1298708" y="2875002"/>
            <a:ext cx="9594585" cy="1107996"/>
          </a:xfrm>
        </p:spPr>
        <p:txBody>
          <a:bodyPr/>
          <a:lstStyle/>
          <a:p>
            <a:r>
              <a:rPr lang="da-DK" noProof="0" dirty="0"/>
              <a:t>Dag 3: </a:t>
            </a:r>
            <a:br>
              <a:rPr lang="da-DK" noProof="0" dirty="0"/>
            </a:br>
            <a:r>
              <a:rPr lang="da-DK" noProof="0" dirty="0"/>
              <a:t>Undervisningsplan og evaluering</a:t>
            </a:r>
          </a:p>
        </p:txBody>
      </p:sp>
    </p:spTree>
    <p:extLst>
      <p:ext uri="{BB962C8B-B14F-4D97-AF65-F5344CB8AC3E}">
        <p14:creationId xmlns:p14="http://schemas.microsoft.com/office/powerpoint/2010/main" val="1511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D437-7DFC-5AA4-A797-2AB92C72E05F}"/>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53220ED4-D37E-638F-8289-DC22A5943C58}"/>
              </a:ext>
            </a:extLst>
          </p:cNvPr>
          <p:cNvSpPr>
            <a:spLocks noGrp="1"/>
          </p:cNvSpPr>
          <p:nvPr>
            <p:ph type="title"/>
          </p:nvPr>
        </p:nvSpPr>
        <p:spPr>
          <a:xfrm>
            <a:off x="899998" y="390038"/>
            <a:ext cx="10584015" cy="553998"/>
          </a:xfrm>
        </p:spPr>
        <p:txBody>
          <a:bodyPr/>
          <a:lstStyle/>
          <a:p>
            <a:r>
              <a:rPr lang="da-DK" noProof="0">
                <a:latin typeface="Arial"/>
                <a:ea typeface="Verdana"/>
                <a:cs typeface="Arial"/>
              </a:rPr>
              <a:t>Agenda: Dag 3</a:t>
            </a:r>
            <a:endParaRPr lang="da-DK" noProof="0"/>
          </a:p>
        </p:txBody>
      </p:sp>
      <p:graphicFrame>
        <p:nvGraphicFramePr>
          <p:cNvPr id="12" name="Pladsholder til indhold 11">
            <a:extLst>
              <a:ext uri="{FF2B5EF4-FFF2-40B4-BE49-F238E27FC236}">
                <a16:creationId xmlns:a16="http://schemas.microsoft.com/office/drawing/2014/main" id="{B39E156A-AAAE-4190-5959-A731C0C57E2E}"/>
              </a:ext>
            </a:extLst>
          </p:cNvPr>
          <p:cNvGraphicFramePr>
            <a:graphicFrameLocks noGrp="1"/>
          </p:cNvGraphicFramePr>
          <p:nvPr>
            <p:ph idx="1"/>
          </p:nvPr>
        </p:nvGraphicFramePr>
        <p:xfrm>
          <a:off x="1245463" y="1025517"/>
          <a:ext cx="10238550" cy="5447817"/>
        </p:xfrm>
        <a:graphic>
          <a:graphicData uri="http://schemas.openxmlformats.org/drawingml/2006/table">
            <a:tbl>
              <a:tblPr firstRow="1" bandRow="1">
                <a:tableStyleId>{5C22544A-7EE6-4342-B048-85BDC9FD1C3A}</a:tableStyleId>
              </a:tblPr>
              <a:tblGrid>
                <a:gridCol w="1775249">
                  <a:extLst>
                    <a:ext uri="{9D8B030D-6E8A-4147-A177-3AD203B41FA5}">
                      <a16:colId xmlns:a16="http://schemas.microsoft.com/office/drawing/2014/main" val="3568212222"/>
                    </a:ext>
                  </a:extLst>
                </a:gridCol>
                <a:gridCol w="6200549">
                  <a:extLst>
                    <a:ext uri="{9D8B030D-6E8A-4147-A177-3AD203B41FA5}">
                      <a16:colId xmlns:a16="http://schemas.microsoft.com/office/drawing/2014/main" val="3991436401"/>
                    </a:ext>
                  </a:extLst>
                </a:gridCol>
                <a:gridCol w="2262752">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8.30-8.45</a:t>
                      </a:r>
                    </a:p>
                  </a:txBody>
                  <a:tcPr/>
                </a:tc>
                <a:tc>
                  <a:txBody>
                    <a:bodyPr/>
                    <a:lstStyle/>
                    <a:p>
                      <a:pPr marL="0" marR="0" lvl="0" indent="0" algn="l">
                        <a:lnSpc>
                          <a:spcPct val="100000"/>
                        </a:lnSpc>
                        <a:spcBef>
                          <a:spcPts val="0"/>
                        </a:spcBef>
                        <a:spcAft>
                          <a:spcPts val="0"/>
                        </a:spcAft>
                        <a:buClrTx/>
                        <a:buSzTx/>
                        <a:buFontTx/>
                        <a:buNone/>
                      </a:pPr>
                      <a:r>
                        <a:rPr lang="en-US" noProof="0" dirty="0" err="1"/>
                        <a:t>Gennemgang</a:t>
                      </a:r>
                      <a:r>
                        <a:rPr lang="en-US" noProof="0" dirty="0"/>
                        <a:t> </a:t>
                      </a:r>
                      <a:r>
                        <a:rPr lang="en-US" noProof="0" dirty="0" err="1"/>
                        <a:t>undervisningsplan</a:t>
                      </a:r>
                      <a:r>
                        <a:rPr lang="en-US" noProof="0" dirty="0"/>
                        <a:t> H4</a:t>
                      </a:r>
                    </a:p>
                    <a:p>
                      <a:pPr marL="457200" marR="0" lvl="1" indent="0" algn="l">
                        <a:lnSpc>
                          <a:spcPct val="100000"/>
                        </a:lnSpc>
                        <a:spcBef>
                          <a:spcPts val="0"/>
                        </a:spcBef>
                        <a:spcAft>
                          <a:spcPts val="0"/>
                        </a:spcAft>
                        <a:buClrTx/>
                        <a:buSzTx/>
                        <a:buFontTx/>
                        <a:buNone/>
                      </a:pPr>
                      <a:r>
                        <a:rPr lang="en-US" sz="1400" noProof="0" dirty="0" err="1"/>
                        <a:t>Præsentation</a:t>
                      </a:r>
                      <a:r>
                        <a:rPr lang="en-US" sz="1400" noProof="0" dirty="0"/>
                        <a:t> </a:t>
                      </a:r>
                      <a:r>
                        <a:rPr lang="en-US" sz="1400" noProof="0" dirty="0" err="1"/>
                        <a:t>af</a:t>
                      </a:r>
                      <a:r>
                        <a:rPr lang="en-US" sz="1400" noProof="0" dirty="0"/>
                        <a:t> den </a:t>
                      </a:r>
                      <a:r>
                        <a:rPr lang="en-US" sz="1400" noProof="0" dirty="0" err="1"/>
                        <a:t>overordnede</a:t>
                      </a:r>
                      <a:r>
                        <a:rPr lang="en-US" sz="1400" noProof="0" dirty="0"/>
                        <a:t> plan</a:t>
                      </a:r>
                    </a:p>
                    <a:p>
                      <a:pPr marL="457200" marR="0" lvl="1" indent="0" algn="l">
                        <a:lnSpc>
                          <a:spcPct val="100000"/>
                        </a:lnSpc>
                        <a:spcBef>
                          <a:spcPts val="0"/>
                        </a:spcBef>
                        <a:spcAft>
                          <a:spcPts val="0"/>
                        </a:spcAft>
                        <a:buClrTx/>
                        <a:buSzTx/>
                        <a:buFontTx/>
                        <a:buNone/>
                      </a:pPr>
                      <a:r>
                        <a:rPr lang="en-US" sz="1400" noProof="0" dirty="0"/>
                        <a:t>De </a:t>
                      </a:r>
                      <a:r>
                        <a:rPr lang="en-US" sz="1400" noProof="0" dirty="0" err="1"/>
                        <a:t>enkelte</a:t>
                      </a:r>
                      <a:r>
                        <a:rPr lang="en-US" sz="1400" noProof="0" dirty="0"/>
                        <a:t> </a:t>
                      </a:r>
                      <a:r>
                        <a:rPr lang="en-US" sz="1400" noProof="0" dirty="0" err="1"/>
                        <a:t>temaer</a:t>
                      </a:r>
                      <a:r>
                        <a:rPr lang="en-US" sz="1400" noProof="0" dirty="0"/>
                        <a:t> </a:t>
                      </a:r>
                      <a:r>
                        <a:rPr lang="en-US" sz="1400" noProof="0" dirty="0" err="1"/>
                        <a:t>gennemgåes</a:t>
                      </a:r>
                      <a:r>
                        <a:rPr lang="en-US" sz="1400" noProof="0" dirty="0"/>
                        <a:t> </a:t>
                      </a:r>
                      <a:r>
                        <a:rPr lang="en-US" sz="1400" noProof="0" dirty="0" err="1"/>
                        <a:t>enkelte</a:t>
                      </a:r>
                      <a:r>
                        <a:rPr lang="en-US" sz="1400" noProof="0" dirty="0"/>
                        <a:t> </a:t>
                      </a:r>
                      <a:r>
                        <a:rPr lang="en-US" sz="1400" noProof="0" dirty="0" err="1"/>
                        <a:t>i</a:t>
                      </a:r>
                      <a:r>
                        <a:rPr lang="en-US" sz="1400" noProof="0" dirty="0"/>
                        <a:t> de </a:t>
                      </a:r>
                      <a:r>
                        <a:rPr lang="en-US" sz="1400" noProof="0" dirty="0" err="1"/>
                        <a:t>efterfølgende</a:t>
                      </a:r>
                      <a:r>
                        <a:rPr lang="en-US" sz="1400" noProof="0" dirty="0"/>
                        <a:t> </a:t>
                      </a:r>
                      <a:r>
                        <a:rPr lang="en-US" sz="1400" noProof="0" dirty="0" err="1"/>
                        <a:t>sessioner</a:t>
                      </a:r>
                      <a:endParaRPr lang="da-DK" sz="14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Oplæg + plenum</a:t>
                      </a:r>
                    </a:p>
                  </a:txBody>
                  <a:tcPr/>
                </a:tc>
                <a:extLst>
                  <a:ext uri="{0D108BD9-81ED-4DB2-BD59-A6C34878D82A}">
                    <a16:rowId xmlns:a16="http://schemas.microsoft.com/office/drawing/2014/main" val="2605721731"/>
                  </a:ext>
                </a:extLst>
              </a:tr>
              <a:tr h="366284">
                <a:tc>
                  <a:txBody>
                    <a:bodyPr/>
                    <a:lstStyle/>
                    <a:p>
                      <a:pPr marL="0" indent="0">
                        <a:buNone/>
                      </a:pPr>
                      <a:r>
                        <a:rPr lang="da-DK" noProof="0" dirty="0"/>
                        <a:t>8.45-9.30</a:t>
                      </a:r>
                    </a:p>
                  </a:txBody>
                  <a:tcPr/>
                </a:tc>
                <a:tc>
                  <a:txBody>
                    <a:bodyPr/>
                    <a:lstStyle/>
                    <a:p>
                      <a:pPr marL="0" marR="0" lvl="0" indent="0" algn="l">
                        <a:lnSpc>
                          <a:spcPct val="100000"/>
                        </a:lnSpc>
                        <a:spcBef>
                          <a:spcPts val="0"/>
                        </a:spcBef>
                        <a:spcAft>
                          <a:spcPts val="0"/>
                        </a:spcAft>
                        <a:buClrTx/>
                        <a:buSzTx/>
                        <a:buFontTx/>
                        <a:buNone/>
                      </a:pPr>
                      <a:r>
                        <a:rPr lang="en-US" noProof="0" dirty="0"/>
                        <a:t>Tema 1: Network Security</a:t>
                      </a:r>
                    </a:p>
                    <a:p>
                      <a:pPr marL="457200" marR="0" lvl="1" indent="0" algn="l">
                        <a:lnSpc>
                          <a:spcPct val="100000"/>
                        </a:lnSpc>
                        <a:spcBef>
                          <a:spcPts val="0"/>
                        </a:spcBef>
                        <a:spcAft>
                          <a:spcPts val="0"/>
                        </a:spcAft>
                        <a:buClrTx/>
                        <a:buSzTx/>
                        <a:buFontTx/>
                        <a:buNone/>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lvl="0">
                        <a:buNone/>
                      </a:pPr>
                      <a:r>
                        <a:rPr lang="da-DK" noProof="0" dirty="0"/>
                        <a:t>Grupper + plenum</a:t>
                      </a:r>
                    </a:p>
                  </a:txBody>
                  <a:tcPr/>
                </a:tc>
                <a:extLst>
                  <a:ext uri="{0D108BD9-81ED-4DB2-BD59-A6C34878D82A}">
                    <a16:rowId xmlns:a16="http://schemas.microsoft.com/office/drawing/2014/main" val="386594966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9.30-9.40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Pause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68376553"/>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9.40-10.25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2: Application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35898247"/>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10.25-10.35</a:t>
                      </a:r>
                    </a:p>
                  </a:txBody>
                  <a:tcPr/>
                </a:tc>
                <a:tc>
                  <a:txBody>
                    <a:bodyPr/>
                    <a:lstStyle/>
                    <a:p>
                      <a:pPr marL="0" marR="0" lvl="0" indent="0" algn="l">
                        <a:lnSpc>
                          <a:spcPct val="100000"/>
                        </a:lnSpc>
                        <a:spcBef>
                          <a:spcPts val="0"/>
                        </a:spcBef>
                        <a:spcAft>
                          <a:spcPts val="0"/>
                        </a:spcAft>
                        <a:buClrTx/>
                        <a:buSzTx/>
                        <a:buFontTx/>
                        <a:buNone/>
                      </a:pPr>
                      <a:r>
                        <a:rPr lang="da-DK" noProof="0" dirty="0"/>
                        <a:t>Pause</a:t>
                      </a:r>
                    </a:p>
                  </a:txBody>
                  <a:tcPr/>
                </a:tc>
                <a:tc>
                  <a:txBody>
                    <a:bodyPr/>
                    <a:lstStyle/>
                    <a:p>
                      <a:pPr marL="0" marR="0" lvl="0" indent="0" algn="l" defTabSz="457200">
                        <a:lnSpc>
                          <a:spcPct val="100000"/>
                        </a:lnSpc>
                        <a:spcBef>
                          <a:spcPts val="0"/>
                        </a:spcBef>
                        <a:spcAft>
                          <a:spcPts val="0"/>
                        </a:spcAft>
                        <a:buNone/>
                        <a:tabLst/>
                        <a:defRPr/>
                      </a:pPr>
                      <a:endParaRPr lang="da-DK" noProof="0" dirty="0"/>
                    </a:p>
                  </a:txBody>
                  <a:tcPr/>
                </a:tc>
                <a:extLst>
                  <a:ext uri="{0D108BD9-81ED-4DB2-BD59-A6C34878D82A}">
                    <a16:rowId xmlns:a16="http://schemas.microsoft.com/office/drawing/2014/main" val="374564217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10.35-11.20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3: Endpoint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endParaRPr lang="da-DK" noProof="0" dirty="0"/>
                    </a:p>
                  </a:txBody>
                  <a:tcPr/>
                </a:tc>
                <a:extLst>
                  <a:ext uri="{0D108BD9-81ED-4DB2-BD59-A6C34878D82A}">
                    <a16:rowId xmlns:a16="http://schemas.microsoft.com/office/drawing/2014/main" val="3215760828"/>
                  </a:ext>
                </a:extLst>
              </a:tr>
              <a:tr h="386565">
                <a:tc>
                  <a:txBody>
                    <a:bodyPr/>
                    <a:lstStyle/>
                    <a:p>
                      <a:pPr marL="0" lvl="0" indent="0">
                        <a:buNone/>
                      </a:pPr>
                      <a:r>
                        <a:rPr lang="da-DK" noProof="0" dirty="0"/>
                        <a:t>11.20-12.00</a:t>
                      </a:r>
                    </a:p>
                  </a:txBody>
                  <a:tcPr/>
                </a:tc>
                <a:tc>
                  <a:txBody>
                    <a:bodyPr/>
                    <a:lstStyle/>
                    <a:p>
                      <a:pPr marL="0" lvl="0" indent="0" algn="l">
                        <a:lnSpc>
                          <a:spcPct val="100000"/>
                        </a:lnSpc>
                        <a:spcBef>
                          <a:spcPts val="0"/>
                        </a:spcBef>
                        <a:spcAft>
                          <a:spcPts val="0"/>
                        </a:spcAft>
                        <a:buFontTx/>
                        <a:buNone/>
                      </a:pPr>
                      <a:r>
                        <a:rPr lang="da-DK" noProof="0" dirty="0"/>
                        <a:t>Evaluering</a:t>
                      </a:r>
                    </a:p>
                    <a:p>
                      <a:pPr marL="457200" lvl="1" indent="0" algn="l">
                        <a:lnSpc>
                          <a:spcPct val="100000"/>
                        </a:lnSpc>
                        <a:spcBef>
                          <a:spcPts val="0"/>
                        </a:spcBef>
                        <a:spcAft>
                          <a:spcPts val="0"/>
                        </a:spcAft>
                        <a:buFontTx/>
                        <a:buNone/>
                      </a:pPr>
                      <a:r>
                        <a:rPr lang="da-DK" sz="1400" noProof="0" dirty="0"/>
                        <a:t>Feedback til kurset generelt</a:t>
                      </a:r>
                    </a:p>
                    <a:p>
                      <a:pPr marL="457200" lvl="1" indent="0" algn="l">
                        <a:lnSpc>
                          <a:spcPct val="100000"/>
                        </a:lnSpc>
                        <a:spcBef>
                          <a:spcPts val="0"/>
                        </a:spcBef>
                        <a:spcAft>
                          <a:spcPts val="0"/>
                        </a:spcAft>
                        <a:buFontTx/>
                        <a:buNone/>
                      </a:pPr>
                      <a:r>
                        <a:rPr lang="da-DK" sz="1400" noProof="0" dirty="0"/>
                        <a:t>Ønsker til UF-4</a:t>
                      </a:r>
                    </a:p>
                  </a:txBody>
                  <a:tcPr/>
                </a:tc>
                <a:tc>
                  <a:txBody>
                    <a:bodyPr/>
                    <a:lstStyle/>
                    <a:p>
                      <a:pPr lvl="0">
                        <a:buNone/>
                      </a:pPr>
                      <a:r>
                        <a:rPr lang="da-DK" noProof="0" dirty="0"/>
                        <a:t>Plenum</a:t>
                      </a:r>
                    </a:p>
                  </a:txBody>
                  <a:tcPr/>
                </a:tc>
                <a:extLst>
                  <a:ext uri="{0D108BD9-81ED-4DB2-BD59-A6C34878D82A}">
                    <a16:rowId xmlns:a16="http://schemas.microsoft.com/office/drawing/2014/main" val="38350355"/>
                  </a:ext>
                </a:extLst>
              </a:tr>
              <a:tr h="386565">
                <a:tc>
                  <a:txBody>
                    <a:bodyPr/>
                    <a:lstStyle/>
                    <a:p>
                      <a:pPr marL="0" lvl="0" indent="0">
                        <a:buNone/>
                      </a:pPr>
                      <a:r>
                        <a:rPr lang="da-DK" noProof="0"/>
                        <a:t>12.00</a:t>
                      </a:r>
                    </a:p>
                  </a:txBody>
                  <a:tcPr/>
                </a:tc>
                <a:tc>
                  <a:txBody>
                    <a:bodyPr/>
                    <a:lstStyle/>
                    <a:p>
                      <a:pPr marL="0" marR="0" lvl="0" indent="0" algn="l" defTabSz="914400">
                        <a:lnSpc>
                          <a:spcPct val="100000"/>
                        </a:lnSpc>
                        <a:spcBef>
                          <a:spcPts val="0"/>
                        </a:spcBef>
                        <a:spcAft>
                          <a:spcPts val="0"/>
                        </a:spcAft>
                        <a:buClrTx/>
                        <a:buSzTx/>
                        <a:buFontTx/>
                        <a:buNone/>
                        <a:tabLst/>
                        <a:defRPr/>
                      </a:pPr>
                      <a:r>
                        <a:rPr lang="da-DK" noProof="0" dirty="0"/>
                        <a:t>Frokost og tak for denne gang</a:t>
                      </a:r>
                    </a:p>
                  </a:txBody>
                  <a:tcPr/>
                </a:tc>
                <a:tc>
                  <a:txBody>
                    <a:bodyPr/>
                    <a:lstStyle/>
                    <a:p>
                      <a:endParaRPr lang="da-DK" noProof="0" dirty="0"/>
                    </a:p>
                  </a:txBody>
                  <a:tcPr/>
                </a:tc>
                <a:extLst>
                  <a:ext uri="{0D108BD9-81ED-4DB2-BD59-A6C34878D82A}">
                    <a16:rowId xmlns:a16="http://schemas.microsoft.com/office/drawing/2014/main" val="618353634"/>
                  </a:ext>
                </a:extLst>
              </a:tr>
            </a:tbl>
          </a:graphicData>
        </a:graphic>
      </p:graphicFrame>
      <p:sp>
        <p:nvSpPr>
          <p:cNvPr id="4" name="Pladsholder til dato 3">
            <a:extLst>
              <a:ext uri="{FF2B5EF4-FFF2-40B4-BE49-F238E27FC236}">
                <a16:creationId xmlns:a16="http://schemas.microsoft.com/office/drawing/2014/main" id="{E56F9D8C-CB27-2B2D-C3B1-675E5A2CB104}"/>
              </a:ext>
            </a:extLst>
          </p:cNvPr>
          <p:cNvSpPr>
            <a:spLocks noGrp="1"/>
          </p:cNvSpPr>
          <p:nvPr>
            <p:ph type="dt" sz="half" idx="10"/>
          </p:nvPr>
        </p:nvSpPr>
        <p:spPr/>
        <p:txBody>
          <a:bodyPr/>
          <a:lstStyle/>
          <a:p>
            <a:fld id="{7437D938-B50E-D842-AEDC-C3B711F6BEE0}" type="datetime1">
              <a:rPr lang="da-DK" noProof="0" smtClean="0"/>
              <a:t>17-03-2026</a:t>
            </a:fld>
            <a:endParaRPr lang="da-DK" noProof="0"/>
          </a:p>
        </p:txBody>
      </p:sp>
      <p:sp>
        <p:nvSpPr>
          <p:cNvPr id="5" name="Pladsholder til sidefod 4">
            <a:extLst>
              <a:ext uri="{FF2B5EF4-FFF2-40B4-BE49-F238E27FC236}">
                <a16:creationId xmlns:a16="http://schemas.microsoft.com/office/drawing/2014/main" id="{C46A61D0-A2DA-2956-504B-A952F8DC8158}"/>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72EC01F4-4B2A-2049-E429-A388BB3DB855}"/>
              </a:ext>
            </a:extLst>
          </p:cNvPr>
          <p:cNvSpPr>
            <a:spLocks noGrp="1"/>
          </p:cNvSpPr>
          <p:nvPr>
            <p:ph type="sldNum" sz="quarter" idx="12"/>
          </p:nvPr>
        </p:nvSpPr>
        <p:spPr/>
        <p:txBody>
          <a:bodyPr/>
          <a:lstStyle/>
          <a:p>
            <a:fld id="{D9FF5FAE-2060-B54F-BDDB-0825BCE6ACB8}" type="slidenum">
              <a:rPr lang="da-DK" noProof="0" smtClean="0"/>
              <a:pPr/>
              <a:t>2</a:t>
            </a:fld>
            <a:endParaRPr lang="da-DK" noProof="0"/>
          </a:p>
        </p:txBody>
      </p:sp>
    </p:spTree>
    <p:extLst>
      <p:ext uri="{BB962C8B-B14F-4D97-AF65-F5344CB8AC3E}">
        <p14:creationId xmlns:p14="http://schemas.microsoft.com/office/powerpoint/2010/main" val="1520841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4C85-ECB3-FF3C-B369-94BF1046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6DE10-425C-0492-6234-FC7B0E37C955}"/>
              </a:ext>
            </a:extLst>
          </p:cNvPr>
          <p:cNvSpPr>
            <a:spLocks noGrp="1"/>
          </p:cNvSpPr>
          <p:nvPr>
            <p:ph type="title"/>
          </p:nvPr>
        </p:nvSpPr>
        <p:spPr/>
        <p:txBody>
          <a:bodyPr/>
          <a:lstStyle/>
          <a:p>
            <a:r>
              <a:rPr lang="da-DK" noProof="0" dirty="0"/>
              <a:t>Undervisningsplan H4</a:t>
            </a:r>
          </a:p>
        </p:txBody>
      </p:sp>
      <p:sp>
        <p:nvSpPr>
          <p:cNvPr id="3" name="Content Placeholder 2">
            <a:extLst>
              <a:ext uri="{FF2B5EF4-FFF2-40B4-BE49-F238E27FC236}">
                <a16:creationId xmlns:a16="http://schemas.microsoft.com/office/drawing/2014/main" id="{8FF47F5F-01B0-A2C0-C700-744FF690223A}"/>
              </a:ext>
            </a:extLst>
          </p:cNvPr>
          <p:cNvSpPr>
            <a:spLocks noGrp="1"/>
          </p:cNvSpPr>
          <p:nvPr>
            <p:ph idx="1"/>
          </p:nvPr>
        </p:nvSpPr>
        <p:spPr/>
        <p:txBody>
          <a:bodyPr/>
          <a:lstStyle/>
          <a:p>
            <a:r>
              <a:rPr lang="da-DK" sz="1800" dirty="0"/>
              <a:t>3 temaer á 3 uger (dybde i ét fag ad gangen) i rækkefølgen: </a:t>
            </a:r>
          </a:p>
          <a:p>
            <a:pPr lvl="2"/>
            <a:r>
              <a:rPr lang="da-DK" sz="1400" dirty="0"/>
              <a:t>Network Security (uge 1–3) </a:t>
            </a:r>
          </a:p>
          <a:p>
            <a:pPr lvl="2"/>
            <a:r>
              <a:rPr lang="da-DK" sz="1400" dirty="0"/>
              <a:t>Application Security (uge 4–6) </a:t>
            </a:r>
          </a:p>
          <a:p>
            <a:pPr lvl="2"/>
            <a:r>
              <a:rPr lang="da-DK" sz="1400" dirty="0"/>
              <a:t>Endpoint Security (uge 7–9) </a:t>
            </a:r>
          </a:p>
          <a:p>
            <a:endParaRPr lang="da-DK" sz="1800" dirty="0"/>
          </a:p>
          <a:p>
            <a:r>
              <a:rPr lang="da-DK" sz="1800" dirty="0"/>
              <a:t>3 tværgående fag hele perioden:  </a:t>
            </a:r>
          </a:p>
          <a:p>
            <a:pPr lvl="2"/>
            <a:r>
              <a:rPr lang="da-DK" sz="1400" dirty="0"/>
              <a:t>Data Security  </a:t>
            </a:r>
          </a:p>
          <a:p>
            <a:pPr lvl="2"/>
            <a:r>
              <a:rPr lang="da-DK" sz="1400" dirty="0"/>
              <a:t>Informations- og cybersikkerhed  </a:t>
            </a:r>
          </a:p>
          <a:p>
            <a:pPr lvl="2"/>
            <a:r>
              <a:rPr lang="da-DK" sz="1400" dirty="0"/>
              <a:t>Detektion og respons </a:t>
            </a:r>
          </a:p>
          <a:p>
            <a:endParaRPr lang="da-DK" sz="1800" dirty="0"/>
          </a:p>
          <a:p>
            <a:r>
              <a:rPr lang="da-DK" sz="1800" dirty="0"/>
              <a:t>Idé til rød tråd: </a:t>
            </a:r>
          </a:p>
          <a:p>
            <a:pPr lvl="2"/>
            <a:r>
              <a:rPr lang="da-DK" sz="1400" dirty="0"/>
              <a:t>Design → Implementér → Overvåg → Test → Forbedr → Dokumentér i en samlet Security Portfolio. </a:t>
            </a:r>
          </a:p>
          <a:p>
            <a:endParaRPr lang="da-DK" noProof="0" dirty="0"/>
          </a:p>
        </p:txBody>
      </p:sp>
      <p:sp>
        <p:nvSpPr>
          <p:cNvPr id="4" name="Date Placeholder 3">
            <a:extLst>
              <a:ext uri="{FF2B5EF4-FFF2-40B4-BE49-F238E27FC236}">
                <a16:creationId xmlns:a16="http://schemas.microsoft.com/office/drawing/2014/main" id="{EC833551-F05A-9052-6B80-B5BE08517F54}"/>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68304FA9-2990-467B-A142-29E1AAEE1078}"/>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6F6804F3-B8C7-F103-75D6-FF2C64CEF158}"/>
              </a:ext>
            </a:extLst>
          </p:cNvPr>
          <p:cNvSpPr>
            <a:spLocks noGrp="1"/>
          </p:cNvSpPr>
          <p:nvPr>
            <p:ph type="sldNum" sz="quarter" idx="12"/>
          </p:nvPr>
        </p:nvSpPr>
        <p:spPr/>
        <p:txBody>
          <a:bodyPr/>
          <a:lstStyle/>
          <a:p>
            <a:fld id="{D9FF5FAE-2060-B54F-BDDB-0825BCE6ACB8}" type="slidenum">
              <a:rPr lang="da-DK" noProof="0" smtClean="0"/>
              <a:pPr/>
              <a:t>3</a:t>
            </a:fld>
            <a:endParaRPr lang="da-DK" noProof="0" dirty="0"/>
          </a:p>
        </p:txBody>
      </p:sp>
    </p:spTree>
    <p:extLst>
      <p:ext uri="{BB962C8B-B14F-4D97-AF65-F5344CB8AC3E}">
        <p14:creationId xmlns:p14="http://schemas.microsoft.com/office/powerpoint/2010/main" val="328352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E6C72-995A-1A23-4F00-E07998ADA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CE5CE-D4AD-6E34-5A07-173BA7AE59CF}"/>
              </a:ext>
            </a:extLst>
          </p:cNvPr>
          <p:cNvSpPr>
            <a:spLocks noGrp="1"/>
          </p:cNvSpPr>
          <p:nvPr>
            <p:ph type="title"/>
          </p:nvPr>
        </p:nvSpPr>
        <p:spPr/>
        <p:txBody>
          <a:bodyPr/>
          <a:lstStyle/>
          <a:p>
            <a:r>
              <a:rPr lang="da-DK" noProof="0"/>
              <a:t>Emner for de gennemgående </a:t>
            </a:r>
            <a:r>
              <a:rPr lang="da-DK" noProof="0" dirty="0"/>
              <a:t>fag</a:t>
            </a:r>
          </a:p>
        </p:txBody>
      </p:sp>
      <p:sp>
        <p:nvSpPr>
          <p:cNvPr id="3" name="Content Placeholder 2">
            <a:extLst>
              <a:ext uri="{FF2B5EF4-FFF2-40B4-BE49-F238E27FC236}">
                <a16:creationId xmlns:a16="http://schemas.microsoft.com/office/drawing/2014/main" id="{46B85A8A-7DBD-C36B-AFDA-2C96F56212AF}"/>
              </a:ext>
            </a:extLst>
          </p:cNvPr>
          <p:cNvSpPr>
            <a:spLocks noGrp="1"/>
          </p:cNvSpPr>
          <p:nvPr>
            <p:ph idx="1"/>
          </p:nvPr>
        </p:nvSpPr>
        <p:spPr/>
        <p:txBody>
          <a:bodyPr/>
          <a:lstStyle/>
          <a:p>
            <a:r>
              <a:rPr lang="da-DK" sz="1800" dirty="0"/>
              <a:t>Detektion og respons </a:t>
            </a:r>
          </a:p>
          <a:p>
            <a:pPr lvl="2"/>
            <a:r>
              <a:rPr lang="da-DK" sz="1400" dirty="0"/>
              <a:t>Logs til Kali </a:t>
            </a:r>
          </a:p>
          <a:p>
            <a:pPr lvl="2"/>
            <a:r>
              <a:rPr lang="da-DK" sz="1400" dirty="0"/>
              <a:t>IDS logs til Wazuh </a:t>
            </a:r>
          </a:p>
          <a:p>
            <a:pPr lvl="2"/>
            <a:r>
              <a:rPr lang="da-DK" sz="1400" dirty="0"/>
              <a:t>Wazuh agent </a:t>
            </a:r>
          </a:p>
          <a:p>
            <a:pPr lvl="2"/>
            <a:endParaRPr lang="da-DK" sz="1400" dirty="0"/>
          </a:p>
          <a:p>
            <a:r>
              <a:rPr lang="da-DK" sz="1800" dirty="0"/>
              <a:t> Informations- og cybersikkerhed  </a:t>
            </a:r>
          </a:p>
          <a:p>
            <a:pPr lvl="2"/>
            <a:r>
              <a:rPr lang="da-DK" sz="1400" dirty="0"/>
              <a:t>GDPR/ISO </a:t>
            </a:r>
          </a:p>
          <a:p>
            <a:pPr lvl="2"/>
            <a:r>
              <a:rPr lang="da-DK" sz="1400" dirty="0"/>
              <a:t>Killchain/Mitre </a:t>
            </a:r>
          </a:p>
          <a:p>
            <a:pPr lvl="2"/>
            <a:r>
              <a:rPr lang="da-DK" sz="1400" dirty="0"/>
              <a:t>Plan-Do-Check-Act </a:t>
            </a:r>
          </a:p>
          <a:p>
            <a:pPr lvl="2"/>
            <a:endParaRPr lang="da-DK" sz="1400" dirty="0"/>
          </a:p>
          <a:p>
            <a:r>
              <a:rPr lang="da-DK" sz="1800" dirty="0"/>
              <a:t>Data security</a:t>
            </a:r>
            <a:endParaRPr lang="da-DK" noProof="0" dirty="0"/>
          </a:p>
        </p:txBody>
      </p:sp>
      <p:sp>
        <p:nvSpPr>
          <p:cNvPr id="4" name="Date Placeholder 3">
            <a:extLst>
              <a:ext uri="{FF2B5EF4-FFF2-40B4-BE49-F238E27FC236}">
                <a16:creationId xmlns:a16="http://schemas.microsoft.com/office/drawing/2014/main" id="{19D3EBB8-4F7E-8705-7203-7C7E6475C3B3}"/>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6846C8A2-A95A-4C7F-1476-511AAB8C5BE3}"/>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4432F0EA-5747-CBE2-1630-164B8DA7BBF5}"/>
              </a:ext>
            </a:extLst>
          </p:cNvPr>
          <p:cNvSpPr>
            <a:spLocks noGrp="1"/>
          </p:cNvSpPr>
          <p:nvPr>
            <p:ph type="sldNum" sz="quarter" idx="12"/>
          </p:nvPr>
        </p:nvSpPr>
        <p:spPr/>
        <p:txBody>
          <a:bodyPr/>
          <a:lstStyle/>
          <a:p>
            <a:fld id="{D9FF5FAE-2060-B54F-BDDB-0825BCE6ACB8}" type="slidenum">
              <a:rPr lang="da-DK" noProof="0" smtClean="0"/>
              <a:pPr/>
              <a:t>4</a:t>
            </a:fld>
            <a:endParaRPr lang="da-DK" noProof="0" dirty="0"/>
          </a:p>
        </p:txBody>
      </p:sp>
    </p:spTree>
    <p:extLst>
      <p:ext uri="{BB962C8B-B14F-4D97-AF65-F5344CB8AC3E}">
        <p14:creationId xmlns:p14="http://schemas.microsoft.com/office/powerpoint/2010/main" val="97812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EE13-99EC-0EEE-1D69-C970E3903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39E3C-ADB8-FF86-A7FF-B5EBAB9CD4B1}"/>
              </a:ext>
            </a:extLst>
          </p:cNvPr>
          <p:cNvSpPr>
            <a:spLocks noGrp="1"/>
          </p:cNvSpPr>
          <p:nvPr>
            <p:ph type="title"/>
          </p:nvPr>
        </p:nvSpPr>
        <p:spPr>
          <a:xfrm>
            <a:off x="899999" y="540000"/>
            <a:ext cx="10440000" cy="430887"/>
          </a:xfrm>
        </p:spPr>
        <p:txBody>
          <a:bodyPr/>
          <a:lstStyle/>
          <a:p>
            <a:r>
              <a:rPr lang="da-DK" sz="2800" dirty="0"/>
              <a:t>Læringsmål: gennemgående fag - </a:t>
            </a:r>
            <a:r>
              <a:rPr lang="da-DK" sz="2800" noProof="0" dirty="0"/>
              <a:t>Data Security 2</a:t>
            </a:r>
          </a:p>
        </p:txBody>
      </p:sp>
      <p:sp>
        <p:nvSpPr>
          <p:cNvPr id="3" name="Content Placeholder 2">
            <a:extLst>
              <a:ext uri="{FF2B5EF4-FFF2-40B4-BE49-F238E27FC236}">
                <a16:creationId xmlns:a16="http://schemas.microsoft.com/office/drawing/2014/main" id="{D2C1BD14-BFA8-4C34-448C-15FA63DD0F36}"/>
              </a:ext>
            </a:extLst>
          </p:cNvPr>
          <p:cNvSpPr>
            <a:spLocks noGrp="1"/>
          </p:cNvSpPr>
          <p:nvPr>
            <p:ph idx="1"/>
          </p:nvPr>
        </p:nvSpPr>
        <p:spPr/>
        <p:txBody>
          <a:bodyPr/>
          <a:lstStyle/>
          <a:p>
            <a:pPr>
              <a:buFont typeface="+mj-lt"/>
              <a:buAutoNum type="arabicPeriod"/>
            </a:pPr>
            <a:r>
              <a:rPr lang="da-DK" sz="1600" i="1" dirty="0"/>
              <a:t>Principper og praksis</a:t>
            </a:r>
            <a:r>
              <a:rPr lang="da-DK" sz="1600" dirty="0"/>
              <a:t> </a:t>
            </a:r>
          </a:p>
          <a:p>
            <a:pPr lvl="2"/>
            <a:r>
              <a:rPr lang="da-DK" sz="1200" i="1" dirty="0"/>
              <a:t>Ved fagets afslutning kan eleven anvende centrale datasikkerhedsprincipper til at designe og begrunde konkrete beskyttelsestiltag i et givent miljø.</a:t>
            </a:r>
            <a:r>
              <a:rPr lang="da-DK" sz="1200" dirty="0"/>
              <a:t> </a:t>
            </a:r>
          </a:p>
          <a:p>
            <a:pPr>
              <a:buFont typeface="+mj-lt"/>
              <a:buAutoNum type="arabicPeriod"/>
            </a:pPr>
            <a:r>
              <a:rPr lang="da-DK" sz="1600" i="1" dirty="0"/>
              <a:t>Compliance og governance</a:t>
            </a:r>
            <a:r>
              <a:rPr lang="da-DK" sz="1600" dirty="0"/>
              <a:t> </a:t>
            </a:r>
          </a:p>
          <a:p>
            <a:pPr lvl="2"/>
            <a:r>
              <a:rPr lang="da-DK" sz="1200" i="1" dirty="0"/>
              <a:t>Ved fagets afslutning kan eleven forklare og anvende centrale krav fra relevante lov- og standardrammer og vurdere konsekvenser for datahåndtering og dataopbevaring.</a:t>
            </a:r>
            <a:r>
              <a:rPr lang="da-DK" sz="1200" dirty="0"/>
              <a:t> </a:t>
            </a:r>
          </a:p>
          <a:p>
            <a:pPr>
              <a:buFont typeface="+mj-lt"/>
              <a:buAutoNum type="arabicPeriod"/>
            </a:pPr>
            <a:r>
              <a:rPr lang="da-DK" sz="1600" i="1" dirty="0"/>
              <a:t>Backup, restore og robusthed</a:t>
            </a:r>
            <a:r>
              <a:rPr lang="da-DK" sz="1600" dirty="0"/>
              <a:t> </a:t>
            </a:r>
          </a:p>
          <a:p>
            <a:pPr lvl="2"/>
            <a:r>
              <a:rPr lang="da-DK" sz="1200" i="1" dirty="0"/>
              <a:t>Ved fagets afslutning kan eleven planlægge, dokumentere og teste backup- og gendannelsesstrategier, herunder valg af passende backup-miljø, overvågning af procedurer og brug af versionsstyring, så løsningen kan indgå i organisationens beredskab.</a:t>
            </a:r>
            <a:r>
              <a:rPr lang="da-DK" sz="1200" dirty="0"/>
              <a:t> </a:t>
            </a:r>
          </a:p>
          <a:p>
            <a:pPr>
              <a:buFont typeface="+mj-lt"/>
              <a:buAutoNum type="arabicPeriod"/>
            </a:pPr>
            <a:r>
              <a:rPr lang="da-DK" sz="1600" i="1" dirty="0"/>
              <a:t>Dataklassifikation og trusselsdrevet beskyttelse</a:t>
            </a:r>
            <a:r>
              <a:rPr lang="da-DK" sz="1600" dirty="0"/>
              <a:t> </a:t>
            </a:r>
          </a:p>
          <a:p>
            <a:pPr lvl="2"/>
            <a:r>
              <a:rPr lang="da-DK" sz="1200" i="1" dirty="0"/>
              <a:t>Ved fagets afslutning kan eleven klassificere data, anvende trusselsmodeller og vælge relevante databeskyttelsesteknikker, så følsomme data beskyttes ud fra risiko og kontekst.</a:t>
            </a:r>
            <a:r>
              <a:rPr lang="da-DK" sz="1200" dirty="0"/>
              <a:t> </a:t>
            </a:r>
          </a:p>
          <a:p>
            <a:pPr>
              <a:buFont typeface="+mj-lt"/>
              <a:buAutoNum type="arabicPeriod"/>
            </a:pPr>
            <a:r>
              <a:rPr lang="da-DK" sz="1600" i="1" dirty="0"/>
              <a:t>Strategier, beredskabsplaner og måling</a:t>
            </a:r>
            <a:r>
              <a:rPr lang="da-DK" sz="1600" dirty="0"/>
              <a:t> </a:t>
            </a:r>
          </a:p>
          <a:p>
            <a:pPr lvl="2"/>
            <a:r>
              <a:rPr lang="da-DK" sz="1200" i="1" dirty="0"/>
              <a:t>Ved fagets afslutning kan eleven analysere og kommunikere datasikkerhedsstrategier og beredskabsplaner samt vurdere konsekvenser af databrud.</a:t>
            </a:r>
            <a:r>
              <a:rPr lang="da-DK" sz="1200" dirty="0"/>
              <a:t> </a:t>
            </a:r>
          </a:p>
        </p:txBody>
      </p:sp>
      <p:sp>
        <p:nvSpPr>
          <p:cNvPr id="4" name="Date Placeholder 3">
            <a:extLst>
              <a:ext uri="{FF2B5EF4-FFF2-40B4-BE49-F238E27FC236}">
                <a16:creationId xmlns:a16="http://schemas.microsoft.com/office/drawing/2014/main" id="{EF40C83A-EF8D-6B25-45B1-EBC54A472479}"/>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C3D3E792-21ED-500A-F94E-9F3E7B9CD8CB}"/>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ED1B0EF4-F882-1496-7542-B5231DAE4D64}"/>
              </a:ext>
            </a:extLst>
          </p:cNvPr>
          <p:cNvSpPr>
            <a:spLocks noGrp="1"/>
          </p:cNvSpPr>
          <p:nvPr>
            <p:ph type="sldNum" sz="quarter" idx="12"/>
          </p:nvPr>
        </p:nvSpPr>
        <p:spPr/>
        <p:txBody>
          <a:bodyPr/>
          <a:lstStyle/>
          <a:p>
            <a:fld id="{D9FF5FAE-2060-B54F-BDDB-0825BCE6ACB8}" type="slidenum">
              <a:rPr lang="da-DK" noProof="0" smtClean="0"/>
              <a:pPr/>
              <a:t>5</a:t>
            </a:fld>
            <a:endParaRPr lang="da-DK" noProof="0" dirty="0"/>
          </a:p>
        </p:txBody>
      </p:sp>
    </p:spTree>
    <p:extLst>
      <p:ext uri="{BB962C8B-B14F-4D97-AF65-F5344CB8AC3E}">
        <p14:creationId xmlns:p14="http://schemas.microsoft.com/office/powerpoint/2010/main" val="308937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09874-7BDD-98AA-626A-6A010CF0A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579D8-145A-758D-D5D2-8B6FBD0DF2C8}"/>
              </a:ext>
            </a:extLst>
          </p:cNvPr>
          <p:cNvSpPr>
            <a:spLocks noGrp="1"/>
          </p:cNvSpPr>
          <p:nvPr>
            <p:ph type="title"/>
          </p:nvPr>
        </p:nvSpPr>
        <p:spPr>
          <a:xfrm>
            <a:off x="899999" y="540000"/>
            <a:ext cx="10440000" cy="861774"/>
          </a:xfrm>
        </p:spPr>
        <p:txBody>
          <a:bodyPr/>
          <a:lstStyle/>
          <a:p>
            <a:r>
              <a:rPr lang="da-DK" sz="2800" dirty="0"/>
              <a:t>Læringsmål: gennemgående fag - Informations- og cybersikkerhed 4</a:t>
            </a:r>
            <a:endParaRPr lang="da-DK" sz="2800" noProof="0" dirty="0"/>
          </a:p>
        </p:txBody>
      </p:sp>
      <p:sp>
        <p:nvSpPr>
          <p:cNvPr id="3" name="Content Placeholder 2">
            <a:extLst>
              <a:ext uri="{FF2B5EF4-FFF2-40B4-BE49-F238E27FC236}">
                <a16:creationId xmlns:a16="http://schemas.microsoft.com/office/drawing/2014/main" id="{F226A2F2-FFD0-5F3E-FB2A-3F6B99B4ACD0}"/>
              </a:ext>
            </a:extLst>
          </p:cNvPr>
          <p:cNvSpPr>
            <a:spLocks noGrp="1"/>
          </p:cNvSpPr>
          <p:nvPr>
            <p:ph idx="1"/>
          </p:nvPr>
        </p:nvSpPr>
        <p:spPr/>
        <p:txBody>
          <a:bodyPr/>
          <a:lstStyle/>
          <a:p>
            <a:pPr>
              <a:buFont typeface="+mj-lt"/>
              <a:buAutoNum type="arabicPeriod"/>
            </a:pPr>
            <a:r>
              <a:rPr lang="da-DK" sz="1400" i="1" dirty="0"/>
              <a:t>GDPR og informationssikkerhed </a:t>
            </a:r>
            <a:r>
              <a:rPr lang="da-DK" sz="1400" dirty="0"/>
              <a:t> </a:t>
            </a:r>
          </a:p>
          <a:p>
            <a:pPr lvl="2"/>
            <a:r>
              <a:rPr lang="da-DK" sz="1100" i="1" dirty="0"/>
              <a:t>Ved fagets afslutning kan eleven forklare grundlæggende GDPR-begreber og beskrive, hvordan de påvirker arbejdet med informationssikkerhed i en organisation. </a:t>
            </a:r>
            <a:r>
              <a:rPr lang="da-DK" sz="1100" dirty="0"/>
              <a:t> </a:t>
            </a:r>
          </a:p>
          <a:p>
            <a:pPr>
              <a:buFont typeface="+mj-lt"/>
              <a:buAutoNum type="arabicPeriod"/>
            </a:pPr>
            <a:r>
              <a:rPr lang="da-DK" sz="1400" i="1" dirty="0"/>
              <a:t>Etik i cybersikkerhed </a:t>
            </a:r>
            <a:r>
              <a:rPr lang="da-DK" sz="1400" dirty="0"/>
              <a:t> </a:t>
            </a:r>
          </a:p>
          <a:p>
            <a:pPr lvl="2"/>
            <a:r>
              <a:rPr lang="da-DK" sz="1100" i="1" dirty="0"/>
              <a:t>Ved fagets afslutning kan eleven forklare centrale etiske hensyn i cybersikkerhedsarbejde og anvende dem til at vurdere enkle dilemmaer. </a:t>
            </a:r>
            <a:r>
              <a:rPr lang="da-DK" sz="1100" dirty="0"/>
              <a:t> </a:t>
            </a:r>
          </a:p>
          <a:p>
            <a:pPr>
              <a:buFont typeface="+mj-lt"/>
              <a:buAutoNum type="arabicPeriod"/>
            </a:pPr>
            <a:r>
              <a:rPr lang="da-DK" sz="1400" i="1" dirty="0"/>
              <a:t>Standarder, SOC 2 og compliance (inkl. tredjepart) </a:t>
            </a:r>
            <a:r>
              <a:rPr lang="da-DK" sz="1400" dirty="0"/>
              <a:t> </a:t>
            </a:r>
          </a:p>
          <a:p>
            <a:pPr lvl="2"/>
            <a:r>
              <a:rPr lang="da-DK" sz="1100" i="1" dirty="0"/>
              <a:t>Ved fagets afslutning kan eleven forklare formålet med SOC 2 og beskrive sammenhænge til gængse standarder samt bidrage til et afgrænset compliance review. </a:t>
            </a:r>
            <a:r>
              <a:rPr lang="da-DK" sz="1100" dirty="0"/>
              <a:t> </a:t>
            </a:r>
          </a:p>
          <a:p>
            <a:pPr>
              <a:buFont typeface="+mj-lt"/>
              <a:buAutoNum type="arabicPeriod"/>
            </a:pPr>
            <a:r>
              <a:rPr lang="da-DK" sz="1400" i="1" dirty="0"/>
              <a:t>Tegn på kompromittering og grundlæggende hændelsesanalyse </a:t>
            </a:r>
            <a:r>
              <a:rPr lang="da-DK" sz="1400" dirty="0"/>
              <a:t> </a:t>
            </a:r>
          </a:p>
          <a:p>
            <a:pPr lvl="2"/>
            <a:r>
              <a:rPr lang="da-DK" sz="1100" i="1" dirty="0"/>
              <a:t>Ved fagets afslutning kan eleven genkende typiske tegn på kompromittering og gennemføre en grundlæggende analyse af en hændelse for at beskrive, hvad der sandsynligvis er sket, samt foreslå enkle forebyggende tiltag. </a:t>
            </a:r>
            <a:r>
              <a:rPr lang="da-DK" sz="1100" dirty="0"/>
              <a:t> </a:t>
            </a:r>
          </a:p>
          <a:p>
            <a:pPr>
              <a:buFont typeface="+mj-lt"/>
              <a:buAutoNum type="arabicPeriod"/>
            </a:pPr>
            <a:r>
              <a:rPr lang="da-DK" sz="1400" i="1" dirty="0"/>
              <a:t>Cybersikkerhedsmodel til at strukturere vurdering </a:t>
            </a:r>
            <a:r>
              <a:rPr lang="da-DK" sz="1400" dirty="0"/>
              <a:t> </a:t>
            </a:r>
          </a:p>
          <a:p>
            <a:pPr lvl="2"/>
            <a:r>
              <a:rPr lang="da-DK" sz="1100" i="1" dirty="0"/>
              <a:t>Ved fagets afslutning kan eleven anvende en cybersikkerhedsmodel til at strukturere vurdering af et scenarie. </a:t>
            </a:r>
            <a:r>
              <a:rPr lang="da-DK" sz="1100" dirty="0"/>
              <a:t> </a:t>
            </a:r>
          </a:p>
          <a:p>
            <a:pPr>
              <a:buFont typeface="+mj-lt"/>
              <a:buAutoNum type="arabicPeriod"/>
            </a:pPr>
            <a:r>
              <a:rPr lang="da-DK" sz="1400" i="1" dirty="0"/>
              <a:t>Asset- og lifecycle management  </a:t>
            </a:r>
            <a:r>
              <a:rPr lang="da-DK" sz="1400" dirty="0"/>
              <a:t> </a:t>
            </a:r>
          </a:p>
          <a:p>
            <a:pPr lvl="2"/>
            <a:r>
              <a:rPr lang="da-DK" sz="1100" i="1" dirty="0"/>
              <a:t>Ved fagets afslutning kan eleven bidrage til asset- og lifecycle management ved at opbygge og vedligeholde en enkel asset-oversigt. </a:t>
            </a:r>
            <a:r>
              <a:rPr lang="da-DK" sz="1100" dirty="0"/>
              <a:t> </a:t>
            </a:r>
          </a:p>
          <a:p>
            <a:pPr>
              <a:buFont typeface="+mj-lt"/>
              <a:buAutoNum type="arabicPeriod"/>
            </a:pPr>
            <a:r>
              <a:rPr lang="da-DK" sz="1400" i="1" dirty="0"/>
              <a:t>Change management </a:t>
            </a:r>
            <a:r>
              <a:rPr lang="da-DK" sz="1400" dirty="0"/>
              <a:t> </a:t>
            </a:r>
          </a:p>
          <a:p>
            <a:pPr lvl="2"/>
            <a:r>
              <a:rPr lang="da-DK" sz="1200" i="1" dirty="0"/>
              <a:t>Ved fagets afslutning kan eleven forklare formålet med change management og PDCA-tænkning ved at anvende en skabelon til at beskrive en ændring.</a:t>
            </a:r>
            <a:r>
              <a:rPr lang="da-DK" sz="1200" dirty="0"/>
              <a:t>  </a:t>
            </a:r>
          </a:p>
          <a:p>
            <a:pPr lvl="2">
              <a:buFont typeface="+mj-lt"/>
              <a:buAutoNum type="arabicPeriod"/>
            </a:pPr>
            <a:endParaRPr lang="da-DK" sz="1050" dirty="0"/>
          </a:p>
        </p:txBody>
      </p:sp>
      <p:sp>
        <p:nvSpPr>
          <p:cNvPr id="4" name="Date Placeholder 3">
            <a:extLst>
              <a:ext uri="{FF2B5EF4-FFF2-40B4-BE49-F238E27FC236}">
                <a16:creationId xmlns:a16="http://schemas.microsoft.com/office/drawing/2014/main" id="{F19879A2-FB8B-8A80-EE90-BDA620A37E23}"/>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8E3B37AF-8E33-70CF-848B-C1E7B7747AA9}"/>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1C5088F7-6EDA-5666-AC2A-80B883C2F842}"/>
              </a:ext>
            </a:extLst>
          </p:cNvPr>
          <p:cNvSpPr>
            <a:spLocks noGrp="1"/>
          </p:cNvSpPr>
          <p:nvPr>
            <p:ph type="sldNum" sz="quarter" idx="12"/>
          </p:nvPr>
        </p:nvSpPr>
        <p:spPr/>
        <p:txBody>
          <a:bodyPr/>
          <a:lstStyle/>
          <a:p>
            <a:fld id="{D9FF5FAE-2060-B54F-BDDB-0825BCE6ACB8}" type="slidenum">
              <a:rPr lang="da-DK" noProof="0" smtClean="0"/>
              <a:pPr/>
              <a:t>6</a:t>
            </a:fld>
            <a:endParaRPr lang="da-DK" noProof="0" dirty="0"/>
          </a:p>
        </p:txBody>
      </p:sp>
    </p:spTree>
    <p:extLst>
      <p:ext uri="{BB962C8B-B14F-4D97-AF65-F5344CB8AC3E}">
        <p14:creationId xmlns:p14="http://schemas.microsoft.com/office/powerpoint/2010/main" val="331224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EE85-031E-2EC5-6811-51396AEF9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4772A-9BC2-7B03-33FD-625EEF2DC1A4}"/>
              </a:ext>
            </a:extLst>
          </p:cNvPr>
          <p:cNvSpPr>
            <a:spLocks noGrp="1"/>
          </p:cNvSpPr>
          <p:nvPr>
            <p:ph type="title"/>
          </p:nvPr>
        </p:nvSpPr>
        <p:spPr>
          <a:xfrm>
            <a:off x="899999" y="540000"/>
            <a:ext cx="10440000" cy="430887"/>
          </a:xfrm>
        </p:spPr>
        <p:txBody>
          <a:bodyPr/>
          <a:lstStyle/>
          <a:p>
            <a:r>
              <a:rPr lang="da-DK" sz="2800" dirty="0"/>
              <a:t>Læringsmål: gennemgående fag - Detektion og respons 1</a:t>
            </a:r>
            <a:endParaRPr lang="da-DK" sz="2800" noProof="0" dirty="0"/>
          </a:p>
        </p:txBody>
      </p:sp>
      <p:sp>
        <p:nvSpPr>
          <p:cNvPr id="3" name="Content Placeholder 2">
            <a:extLst>
              <a:ext uri="{FF2B5EF4-FFF2-40B4-BE49-F238E27FC236}">
                <a16:creationId xmlns:a16="http://schemas.microsoft.com/office/drawing/2014/main" id="{028172E1-C0A0-03D9-5D40-14212E6BE680}"/>
              </a:ext>
            </a:extLst>
          </p:cNvPr>
          <p:cNvSpPr>
            <a:spLocks noGrp="1"/>
          </p:cNvSpPr>
          <p:nvPr>
            <p:ph idx="1"/>
          </p:nvPr>
        </p:nvSpPr>
        <p:spPr/>
        <p:txBody>
          <a:bodyPr/>
          <a:lstStyle/>
          <a:p>
            <a:pPr marL="457200" indent="-457200">
              <a:buFont typeface="+mj-lt"/>
              <a:buAutoNum type="arabicPeriod"/>
            </a:pPr>
            <a:r>
              <a:rPr lang="da-DK" sz="1600" i="1" dirty="0"/>
              <a:t>Strategi: proaktiv vs. reaktiv </a:t>
            </a:r>
            <a:r>
              <a:rPr lang="da-DK" sz="1600" dirty="0"/>
              <a:t> </a:t>
            </a:r>
          </a:p>
          <a:p>
            <a:pPr lvl="2"/>
            <a:r>
              <a:rPr lang="da-DK" sz="1400" i="1" dirty="0"/>
              <a:t>Ved fagets afslutning kan eleven forklare forskellen mellem proaktiv og reaktiv cybersikkerhed og beskrive, hvordan detektion og respons understøtter organisationens sikkerhedsstrategi. </a:t>
            </a:r>
            <a:r>
              <a:rPr lang="da-DK" sz="1400" dirty="0"/>
              <a:t> </a:t>
            </a:r>
          </a:p>
          <a:p>
            <a:pPr marL="457200" indent="-457200">
              <a:buFont typeface="+mj-lt"/>
              <a:buAutoNum type="arabicPeriod"/>
            </a:pPr>
            <a:r>
              <a:rPr lang="da-DK" sz="1600" i="1" dirty="0"/>
              <a:t>Overvågning og grundlæggende analyse  </a:t>
            </a:r>
            <a:r>
              <a:rPr lang="da-DK" sz="1600" dirty="0"/>
              <a:t> </a:t>
            </a:r>
          </a:p>
          <a:p>
            <a:pPr lvl="2"/>
            <a:r>
              <a:rPr lang="da-DK" sz="1400" i="1" dirty="0"/>
              <a:t>Ved fagets afslutning kan eleven forklare formålet med netværksovervågning og genkende almindelige angrebsmønstre, samt udføre en grundlæggende analyse af observationer. </a:t>
            </a:r>
            <a:r>
              <a:rPr lang="da-DK" sz="1400" dirty="0"/>
              <a:t> </a:t>
            </a:r>
          </a:p>
          <a:p>
            <a:pPr marL="457200" indent="-457200">
              <a:buFont typeface="+mj-lt"/>
              <a:buAutoNum type="arabicPeriod"/>
            </a:pPr>
            <a:r>
              <a:rPr lang="da-DK" sz="1600" i="1" dirty="0"/>
              <a:t>IDS/IPS, SIEM og SOC-arbejdsgang </a:t>
            </a:r>
            <a:r>
              <a:rPr lang="da-DK" sz="1600" dirty="0"/>
              <a:t> </a:t>
            </a:r>
          </a:p>
          <a:p>
            <a:pPr lvl="2"/>
            <a:r>
              <a:rPr lang="da-DK" sz="1400" i="1" dirty="0"/>
              <a:t>Ved fagets afslutning kan eleven bidrage til detektion og eskalering ved at anvende IDS/IPS og SIEM og forklare en enkel SOC-arbejdsgang for håndtering og eskalering af fund. </a:t>
            </a:r>
            <a:r>
              <a:rPr lang="da-DK" sz="1400" dirty="0"/>
              <a:t> </a:t>
            </a:r>
          </a:p>
        </p:txBody>
      </p:sp>
      <p:sp>
        <p:nvSpPr>
          <p:cNvPr id="4" name="Date Placeholder 3">
            <a:extLst>
              <a:ext uri="{FF2B5EF4-FFF2-40B4-BE49-F238E27FC236}">
                <a16:creationId xmlns:a16="http://schemas.microsoft.com/office/drawing/2014/main" id="{18FB1782-95A4-CE47-90EA-13A1B67073C1}"/>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9A355EC6-F553-0947-0511-4225ADF03F8E}"/>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2A9ED5FC-D7D0-FB58-C678-953F49435150}"/>
              </a:ext>
            </a:extLst>
          </p:cNvPr>
          <p:cNvSpPr>
            <a:spLocks noGrp="1"/>
          </p:cNvSpPr>
          <p:nvPr>
            <p:ph type="sldNum" sz="quarter" idx="12"/>
          </p:nvPr>
        </p:nvSpPr>
        <p:spPr/>
        <p:txBody>
          <a:bodyPr/>
          <a:lstStyle/>
          <a:p>
            <a:fld id="{D9FF5FAE-2060-B54F-BDDB-0825BCE6ACB8}" type="slidenum">
              <a:rPr lang="da-DK" noProof="0" smtClean="0"/>
              <a:pPr/>
              <a:t>7</a:t>
            </a:fld>
            <a:endParaRPr lang="da-DK" noProof="0" dirty="0"/>
          </a:p>
        </p:txBody>
      </p:sp>
    </p:spTree>
    <p:extLst>
      <p:ext uri="{BB962C8B-B14F-4D97-AF65-F5344CB8AC3E}">
        <p14:creationId xmlns:p14="http://schemas.microsoft.com/office/powerpoint/2010/main" val="1873137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60BE-3CF9-FE4E-F98E-D870D6C68859}"/>
              </a:ext>
            </a:extLst>
          </p:cNvPr>
          <p:cNvSpPr>
            <a:spLocks noGrp="1"/>
          </p:cNvSpPr>
          <p:nvPr>
            <p:ph type="title"/>
          </p:nvPr>
        </p:nvSpPr>
        <p:spPr>
          <a:xfrm>
            <a:off x="1298708" y="2875002"/>
            <a:ext cx="9594585" cy="1107996"/>
          </a:xfrm>
        </p:spPr>
        <p:txBody>
          <a:bodyPr/>
          <a:lstStyle/>
          <a:p>
            <a:r>
              <a:rPr lang="da-DK" noProof="0" dirty="0"/>
              <a:t>TEMA 1: </a:t>
            </a:r>
            <a:br>
              <a:rPr lang="da-DK" noProof="0" dirty="0"/>
            </a:br>
            <a:r>
              <a:rPr lang="da-DK" noProof="0" dirty="0"/>
              <a:t>Network Security</a:t>
            </a:r>
          </a:p>
        </p:txBody>
      </p:sp>
    </p:spTree>
    <p:extLst>
      <p:ext uri="{BB962C8B-B14F-4D97-AF65-F5344CB8AC3E}">
        <p14:creationId xmlns:p14="http://schemas.microsoft.com/office/powerpoint/2010/main" val="1394081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5CD9A-5AC4-A52C-2787-00A8843E7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A7328-25B1-CFAD-F10E-87F29DEDB3CA}"/>
              </a:ext>
            </a:extLst>
          </p:cNvPr>
          <p:cNvSpPr>
            <a:spLocks noGrp="1"/>
          </p:cNvSpPr>
          <p:nvPr>
            <p:ph type="title"/>
          </p:nvPr>
        </p:nvSpPr>
        <p:spPr>
          <a:xfrm>
            <a:off x="899999" y="540000"/>
            <a:ext cx="10440000" cy="430887"/>
          </a:xfrm>
        </p:spPr>
        <p:txBody>
          <a:bodyPr/>
          <a:lstStyle/>
          <a:p>
            <a:r>
              <a:rPr lang="da-DK" sz="2800" dirty="0"/>
              <a:t>Læringsmål: Tema 1 - </a:t>
            </a:r>
            <a:r>
              <a:rPr lang="da-DK" sz="2800" noProof="0" dirty="0"/>
              <a:t>Network Security 2</a:t>
            </a:r>
          </a:p>
        </p:txBody>
      </p:sp>
      <p:sp>
        <p:nvSpPr>
          <p:cNvPr id="3" name="Content Placeholder 2">
            <a:extLst>
              <a:ext uri="{FF2B5EF4-FFF2-40B4-BE49-F238E27FC236}">
                <a16:creationId xmlns:a16="http://schemas.microsoft.com/office/drawing/2014/main" id="{8FE2F582-3729-C395-5AD0-0E06D0C3D315}"/>
              </a:ext>
            </a:extLst>
          </p:cNvPr>
          <p:cNvSpPr>
            <a:spLocks noGrp="1"/>
          </p:cNvSpPr>
          <p:nvPr>
            <p:ph idx="1"/>
          </p:nvPr>
        </p:nvSpPr>
        <p:spPr/>
        <p:txBody>
          <a:bodyPr/>
          <a:lstStyle/>
          <a:p>
            <a:pPr marL="457200" indent="-457200">
              <a:buFont typeface="+mj-lt"/>
              <a:buAutoNum type="arabicPeriod"/>
            </a:pPr>
            <a:r>
              <a:rPr lang="da-DK" sz="1600" i="1" dirty="0"/>
              <a:t>Sikker fjernadgang</a:t>
            </a:r>
            <a:r>
              <a:rPr lang="da-DK" sz="1600" dirty="0"/>
              <a:t> </a:t>
            </a:r>
          </a:p>
          <a:p>
            <a:pPr lvl="2"/>
            <a:r>
              <a:rPr lang="da-DK" sz="1400" i="1" dirty="0"/>
              <a:t>Ved fagets afslutning kan eleven konfigurere VPN-løsning til sikker fjernadgang og forklare de centrale valg.</a:t>
            </a:r>
            <a:r>
              <a:rPr lang="da-DK" sz="1400" dirty="0"/>
              <a:t> </a:t>
            </a:r>
          </a:p>
          <a:p>
            <a:pPr marL="457200" indent="-457200">
              <a:buFont typeface="+mj-lt"/>
              <a:buAutoNum type="arabicPeriod"/>
            </a:pPr>
            <a:r>
              <a:rPr lang="da-DK" sz="1600" i="1" dirty="0"/>
              <a:t>Firewall, IDS/IPS, logning og alarmer</a:t>
            </a:r>
            <a:r>
              <a:rPr lang="da-DK" sz="1600" dirty="0"/>
              <a:t> </a:t>
            </a:r>
          </a:p>
          <a:p>
            <a:pPr lvl="2"/>
            <a:r>
              <a:rPr lang="da-DK" sz="1400" i="1" dirty="0"/>
              <a:t>Ved fagets afslutning kan eleven implementere og konfigurere firewall samt anvende IDS/IPS i et øvelsesscenarie og forklare nødvendigheden af logning og alarmer.</a:t>
            </a:r>
            <a:r>
              <a:rPr lang="da-DK" sz="1400" dirty="0"/>
              <a:t> </a:t>
            </a:r>
          </a:p>
          <a:p>
            <a:pPr marL="457200" indent="-457200">
              <a:buFont typeface="+mj-lt"/>
              <a:buAutoNum type="arabicPeriod"/>
            </a:pPr>
            <a:r>
              <a:rPr lang="da-DK" sz="1600" i="1" dirty="0"/>
              <a:t>Micro-segmentering og Zero Trust</a:t>
            </a:r>
            <a:r>
              <a:rPr lang="da-DK" sz="1600" dirty="0"/>
              <a:t> </a:t>
            </a:r>
          </a:p>
          <a:p>
            <a:pPr lvl="2"/>
            <a:r>
              <a:rPr lang="da-DK" sz="1400" i="1" dirty="0"/>
              <a:t>Ved fagets afslutning kan eleven forklare formålet med micro-segmentering og relationen til Zero Trust.</a:t>
            </a:r>
            <a:r>
              <a:rPr lang="da-DK" sz="1400" dirty="0"/>
              <a:t> </a:t>
            </a:r>
          </a:p>
          <a:p>
            <a:pPr marL="457200" indent="-457200">
              <a:buFont typeface="+mj-lt"/>
              <a:buAutoNum type="arabicPeriod"/>
            </a:pPr>
            <a:r>
              <a:rPr lang="da-DK" sz="1600" i="1" dirty="0"/>
              <a:t>Adgangskontrol til netværksressourcer</a:t>
            </a:r>
            <a:r>
              <a:rPr lang="da-DK" sz="1600" dirty="0"/>
              <a:t> </a:t>
            </a:r>
          </a:p>
          <a:p>
            <a:pPr lvl="2"/>
            <a:r>
              <a:rPr lang="da-DK" sz="1400" i="1" dirty="0"/>
              <a:t>Ved fagets afslutning kan eleven bidrage til sikker adgangskontrol ved at identificere og anvende gældende anbefalinger og dokumentere en anbefalet løsning.</a:t>
            </a:r>
            <a:r>
              <a:rPr lang="da-DK" sz="1400" dirty="0"/>
              <a:t> </a:t>
            </a:r>
          </a:p>
          <a:p>
            <a:pPr marL="457200" indent="-457200">
              <a:buFont typeface="+mj-lt"/>
              <a:buAutoNum type="arabicPeriod"/>
            </a:pPr>
            <a:r>
              <a:rPr lang="da-DK" sz="1600" i="1" dirty="0"/>
              <a:t>Sikker netværks adgang </a:t>
            </a:r>
            <a:r>
              <a:rPr lang="da-DK" sz="1600" dirty="0"/>
              <a:t> </a:t>
            </a:r>
          </a:p>
          <a:p>
            <a:pPr lvl="2"/>
            <a:r>
              <a:rPr lang="da-DK" sz="1400" i="1" dirty="0"/>
              <a:t>Ved fagets afslutning kan eleven forklare, hvordan mekanismer som f.eks. 802.1X og NAC kan bruges til at skabe sikker netværksadgang.</a:t>
            </a:r>
            <a:endParaRPr lang="da-DK" dirty="0"/>
          </a:p>
        </p:txBody>
      </p:sp>
      <p:sp>
        <p:nvSpPr>
          <p:cNvPr id="4" name="Date Placeholder 3">
            <a:extLst>
              <a:ext uri="{FF2B5EF4-FFF2-40B4-BE49-F238E27FC236}">
                <a16:creationId xmlns:a16="http://schemas.microsoft.com/office/drawing/2014/main" id="{3C013F16-8C59-C0BC-0F96-241E52265D3A}"/>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16BCACD5-CF1A-2354-D307-B0C75C82DB21}"/>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44F6DA1D-5088-300D-CCF8-4DE003FFFCC5}"/>
              </a:ext>
            </a:extLst>
          </p:cNvPr>
          <p:cNvSpPr>
            <a:spLocks noGrp="1"/>
          </p:cNvSpPr>
          <p:nvPr>
            <p:ph type="sldNum" sz="quarter" idx="12"/>
          </p:nvPr>
        </p:nvSpPr>
        <p:spPr/>
        <p:txBody>
          <a:bodyPr/>
          <a:lstStyle/>
          <a:p>
            <a:fld id="{D9FF5FAE-2060-B54F-BDDB-0825BCE6ACB8}" type="slidenum">
              <a:rPr lang="da-DK" noProof="0" smtClean="0"/>
              <a:pPr/>
              <a:t>9</a:t>
            </a:fld>
            <a:endParaRPr lang="da-DK" noProof="0" dirty="0"/>
          </a:p>
        </p:txBody>
      </p:sp>
    </p:spTree>
    <p:extLst>
      <p:ext uri="{BB962C8B-B14F-4D97-AF65-F5344CB8AC3E}">
        <p14:creationId xmlns:p14="http://schemas.microsoft.com/office/powerpoint/2010/main" val="2349681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F039D-AA53-4E26-AA79-75F684B3B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8FBD9-E5E6-368C-7D32-7AB188A6A910}"/>
              </a:ext>
            </a:extLst>
          </p:cNvPr>
          <p:cNvSpPr>
            <a:spLocks noGrp="1"/>
          </p:cNvSpPr>
          <p:nvPr>
            <p:ph type="title"/>
          </p:nvPr>
        </p:nvSpPr>
        <p:spPr>
          <a:xfrm>
            <a:off x="899999" y="540000"/>
            <a:ext cx="10440000" cy="553998"/>
          </a:xfrm>
        </p:spPr>
        <p:txBody>
          <a:bodyPr/>
          <a:lstStyle/>
          <a:p>
            <a:r>
              <a:rPr lang="da-DK" dirty="0"/>
              <a:t>Ideer til aktiviteter</a:t>
            </a:r>
            <a:endParaRPr lang="da-DK" noProof="0" dirty="0"/>
          </a:p>
        </p:txBody>
      </p:sp>
      <p:sp>
        <p:nvSpPr>
          <p:cNvPr id="3" name="Content Placeholder 2">
            <a:extLst>
              <a:ext uri="{FF2B5EF4-FFF2-40B4-BE49-F238E27FC236}">
                <a16:creationId xmlns:a16="http://schemas.microsoft.com/office/drawing/2014/main" id="{A284DFD0-6E71-961F-3FF9-36E6A955C802}"/>
              </a:ext>
            </a:extLst>
          </p:cNvPr>
          <p:cNvSpPr>
            <a:spLocks noGrp="1"/>
          </p:cNvSpPr>
          <p:nvPr>
            <p:ph idx="1"/>
          </p:nvPr>
        </p:nvSpPr>
        <p:spPr/>
        <p:txBody>
          <a:bodyPr/>
          <a:lstStyle/>
          <a:p>
            <a:r>
              <a:rPr lang="da-DK" b="1" dirty="0"/>
              <a:t>IDS enabled – forbinde til Wazuh </a:t>
            </a:r>
          </a:p>
          <a:p>
            <a:r>
              <a:rPr lang="da-DK" b="1" dirty="0"/>
              <a:t>(Flow) Logs enabled - / Alert – wazuh </a:t>
            </a:r>
          </a:p>
          <a:p>
            <a:r>
              <a:rPr lang="da-DK" dirty="0"/>
              <a:t>Policies Deny/Permit </a:t>
            </a:r>
          </a:p>
          <a:p>
            <a:r>
              <a:rPr lang="da-DK" b="1" dirty="0"/>
              <a:t>IPS enabled midt i APP-Sec for at blokere for vuln scan </a:t>
            </a:r>
          </a:p>
          <a:p>
            <a:r>
              <a:rPr lang="da-DK" dirty="0"/>
              <a:t>IPsec mellem to miljøer eller flere </a:t>
            </a:r>
          </a:p>
          <a:p>
            <a:r>
              <a:rPr lang="da-DK" b="1" dirty="0"/>
              <a:t>Suricata install </a:t>
            </a:r>
          </a:p>
          <a:p>
            <a:r>
              <a:rPr lang="da-DK" b="1" dirty="0"/>
              <a:t>AAA (OPNsense -&gt; RADIUS) </a:t>
            </a:r>
          </a:p>
        </p:txBody>
      </p:sp>
      <p:sp>
        <p:nvSpPr>
          <p:cNvPr id="4" name="Date Placeholder 3">
            <a:extLst>
              <a:ext uri="{FF2B5EF4-FFF2-40B4-BE49-F238E27FC236}">
                <a16:creationId xmlns:a16="http://schemas.microsoft.com/office/drawing/2014/main" id="{3A8F24C1-04C3-526F-1010-F1A9F1FCF1D5}"/>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C26651E0-4B64-558F-CA3C-6D6BA45A2490}"/>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A58A4EDF-146E-CB96-437D-440F03DE69B8}"/>
              </a:ext>
            </a:extLst>
          </p:cNvPr>
          <p:cNvSpPr>
            <a:spLocks noGrp="1"/>
          </p:cNvSpPr>
          <p:nvPr>
            <p:ph type="sldNum" sz="quarter" idx="12"/>
          </p:nvPr>
        </p:nvSpPr>
        <p:spPr/>
        <p:txBody>
          <a:bodyPr/>
          <a:lstStyle/>
          <a:p>
            <a:fld id="{D9FF5FAE-2060-B54F-BDDB-0825BCE6ACB8}" type="slidenum">
              <a:rPr lang="da-DK" noProof="0" smtClean="0"/>
              <a:pPr/>
              <a:t>10</a:t>
            </a:fld>
            <a:endParaRPr lang="da-DK" noProof="0" dirty="0"/>
          </a:p>
        </p:txBody>
      </p:sp>
    </p:spTree>
    <p:extLst>
      <p:ext uri="{BB962C8B-B14F-4D97-AF65-F5344CB8AC3E}">
        <p14:creationId xmlns:p14="http://schemas.microsoft.com/office/powerpoint/2010/main" val="855544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B3172-2764-F851-B3FE-C066B1094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64F3A-1D2D-6D77-19A1-35457AE742B6}"/>
              </a:ext>
            </a:extLst>
          </p:cNvPr>
          <p:cNvSpPr>
            <a:spLocks noGrp="1"/>
          </p:cNvSpPr>
          <p:nvPr>
            <p:ph type="title"/>
          </p:nvPr>
        </p:nvSpPr>
        <p:spPr>
          <a:xfrm>
            <a:off x="899999" y="540000"/>
            <a:ext cx="10440000" cy="861774"/>
          </a:xfrm>
        </p:spPr>
        <p:txBody>
          <a:bodyPr/>
          <a:lstStyle/>
          <a:p>
            <a:r>
              <a:rPr lang="da-DK" sz="3200" dirty="0"/>
              <a:t>Ugeplan 1: (Network) design + baseline logning</a:t>
            </a:r>
            <a:br>
              <a:rPr lang="da-DK" sz="3200" dirty="0"/>
            </a:br>
            <a:r>
              <a:rPr lang="da-DK" sz="2400" b="1" dirty="0"/>
              <a:t>Formål:</a:t>
            </a:r>
            <a:r>
              <a:rPr lang="da-DK" sz="2400" dirty="0"/>
              <a:t> Få fælles netværksmodel, zoner og logpipeline i gang. </a:t>
            </a:r>
            <a:endParaRPr lang="da-DK" sz="3200" noProof="0" dirty="0"/>
          </a:p>
        </p:txBody>
      </p:sp>
      <p:sp>
        <p:nvSpPr>
          <p:cNvPr id="3" name="Content Placeholder 2">
            <a:extLst>
              <a:ext uri="{FF2B5EF4-FFF2-40B4-BE49-F238E27FC236}">
                <a16:creationId xmlns:a16="http://schemas.microsoft.com/office/drawing/2014/main" id="{4581E685-7071-8DC7-7B11-85D94FA5C8EE}"/>
              </a:ext>
            </a:extLst>
          </p:cNvPr>
          <p:cNvSpPr>
            <a:spLocks noGrp="1"/>
          </p:cNvSpPr>
          <p:nvPr>
            <p:ph idx="1"/>
          </p:nvPr>
        </p:nvSpPr>
        <p:spPr/>
        <p:txBody>
          <a:bodyPr/>
          <a:lstStyle/>
          <a:p>
            <a:r>
              <a:rPr lang="da-DK" sz="1800" b="1" dirty="0"/>
              <a:t>Aktiviteter:</a:t>
            </a:r>
            <a:r>
              <a:rPr lang="da-DK" sz="1800" dirty="0"/>
              <a:t> </a:t>
            </a:r>
          </a:p>
          <a:p>
            <a:pPr lvl="2"/>
            <a:r>
              <a:rPr lang="da-DK" sz="1400" b="1" dirty="0"/>
              <a:t>Dag 1:</a:t>
            </a:r>
            <a:r>
              <a:rPr lang="da-DK" sz="1400" dirty="0"/>
              <a:t> Safe-lab briefing + etik + scope. Tegn netværksdiagram (zoner: WAN/DMZ/APP/CLIENT/MGMT/AD). </a:t>
            </a:r>
            <a:br>
              <a:rPr lang="da-DK" sz="1400" dirty="0"/>
            </a:br>
            <a:r>
              <a:rPr lang="da-DK" sz="1400" b="1" dirty="0"/>
              <a:t>Elevproduktion:</a:t>
            </a:r>
            <a:r>
              <a:rPr lang="da-DK" sz="1400" dirty="0"/>
              <a:t> Netværksdiagram + “asset list” (min. 10 assets) + dataflow (hvem taler med hvem). </a:t>
            </a:r>
          </a:p>
          <a:p>
            <a:pPr lvl="2"/>
            <a:r>
              <a:rPr lang="da-DK" sz="1400" b="1" dirty="0"/>
              <a:t>Dag 2:</a:t>
            </a:r>
            <a:r>
              <a:rPr lang="da-DK" sz="1400" dirty="0"/>
              <a:t> OPNsense grundpolitik (default deny mellem zoner) + logging til Wazuh. </a:t>
            </a:r>
            <a:br>
              <a:rPr lang="da-DK" sz="1400" dirty="0"/>
            </a:br>
            <a:r>
              <a:rPr lang="da-DK" sz="1400" b="1" dirty="0"/>
              <a:t>Elevproduktion:</a:t>
            </a:r>
            <a:r>
              <a:rPr lang="da-DK" sz="1400" dirty="0"/>
              <a:t> Regelmatrix + log-kontrol (“hvilke events skal vi kunne se?”) </a:t>
            </a:r>
          </a:p>
          <a:p>
            <a:pPr lvl="2"/>
            <a:r>
              <a:rPr lang="da-DK" sz="1400" b="1" dirty="0"/>
              <a:t>Dag 3:</a:t>
            </a:r>
            <a:r>
              <a:rPr lang="da-DK" sz="1400" dirty="0"/>
              <a:t> Suricata aktiveres (IDS-only ???) + send alerts til Wazuh. </a:t>
            </a:r>
            <a:br>
              <a:rPr lang="da-DK" sz="1400" dirty="0"/>
            </a:br>
            <a:r>
              <a:rPr lang="da-DK" sz="1400" b="1" dirty="0"/>
              <a:t>Elevproduktion:</a:t>
            </a:r>
            <a:r>
              <a:rPr lang="da-DK" sz="1400" dirty="0"/>
              <a:t> “Detection coverage note” (hvilke typer alarmer ser vi nu?) </a:t>
            </a:r>
          </a:p>
          <a:p>
            <a:pPr lvl="2"/>
            <a:r>
              <a:rPr lang="da-DK" sz="1400" b="1" dirty="0"/>
              <a:t>Dag 4–5:</a:t>
            </a:r>
            <a:r>
              <a:rPr lang="da-DK" sz="1400" dirty="0"/>
              <a:t> Micro-segmentering mini-case: adskil AD/MGMT/DMZ; tillad kun nødvendige flows. </a:t>
            </a:r>
            <a:br>
              <a:rPr lang="da-DK" sz="1400" dirty="0"/>
            </a:br>
            <a:r>
              <a:rPr lang="da-DK" sz="1400" b="1" dirty="0"/>
              <a:t>Elevproduktion:</a:t>
            </a:r>
            <a:r>
              <a:rPr lang="da-DK" sz="1400" dirty="0"/>
              <a:t> Change request (PDCA) + før/efter policy og effekt. </a:t>
            </a:r>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1976E04E-0210-A57A-63C9-99064241155C}"/>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9F99A03C-8202-06A9-FB2B-745AC4F32294}"/>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657AF5D6-EA2D-5816-57EB-07D27266EF91}"/>
              </a:ext>
            </a:extLst>
          </p:cNvPr>
          <p:cNvSpPr>
            <a:spLocks noGrp="1"/>
          </p:cNvSpPr>
          <p:nvPr>
            <p:ph type="sldNum" sz="quarter" idx="12"/>
          </p:nvPr>
        </p:nvSpPr>
        <p:spPr/>
        <p:txBody>
          <a:bodyPr/>
          <a:lstStyle/>
          <a:p>
            <a:fld id="{D9FF5FAE-2060-B54F-BDDB-0825BCE6ACB8}" type="slidenum">
              <a:rPr lang="da-DK" noProof="0" smtClean="0"/>
              <a:pPr/>
              <a:t>11</a:t>
            </a:fld>
            <a:endParaRPr lang="da-DK" noProof="0" dirty="0"/>
          </a:p>
        </p:txBody>
      </p:sp>
    </p:spTree>
    <p:extLst>
      <p:ext uri="{BB962C8B-B14F-4D97-AF65-F5344CB8AC3E}">
        <p14:creationId xmlns:p14="http://schemas.microsoft.com/office/powerpoint/2010/main" val="143723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2F17F-0FA6-D867-AABB-973491CDE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A3B4C-3B06-AF05-7A52-09BBDDD85325}"/>
              </a:ext>
            </a:extLst>
          </p:cNvPr>
          <p:cNvSpPr>
            <a:spLocks noGrp="1"/>
          </p:cNvSpPr>
          <p:nvPr>
            <p:ph type="title"/>
          </p:nvPr>
        </p:nvSpPr>
        <p:spPr>
          <a:xfrm>
            <a:off x="899999" y="540000"/>
            <a:ext cx="10440000" cy="861774"/>
          </a:xfrm>
        </p:spPr>
        <p:txBody>
          <a:bodyPr/>
          <a:lstStyle/>
          <a:p>
            <a:r>
              <a:rPr lang="da-DK" sz="3200" dirty="0"/>
              <a:t>Ugeplan 2: (Network) VPN + AAA + adgangskontrol</a:t>
            </a:r>
            <a:br>
              <a:rPr lang="da-DK" sz="3200" dirty="0"/>
            </a:br>
            <a:r>
              <a:rPr lang="da-DK" sz="2400" b="1" dirty="0"/>
              <a:t>Formål:</a:t>
            </a:r>
            <a:r>
              <a:rPr lang="da-DK" sz="2400" dirty="0"/>
              <a:t> Sikker fjernadgang og central auth. </a:t>
            </a:r>
            <a:endParaRPr lang="da-DK" sz="3200" noProof="0" dirty="0"/>
          </a:p>
        </p:txBody>
      </p:sp>
      <p:sp>
        <p:nvSpPr>
          <p:cNvPr id="3" name="Content Placeholder 2">
            <a:extLst>
              <a:ext uri="{FF2B5EF4-FFF2-40B4-BE49-F238E27FC236}">
                <a16:creationId xmlns:a16="http://schemas.microsoft.com/office/drawing/2014/main" id="{EA8DE60D-E377-605D-26EA-FB0AC9267AC7}"/>
              </a:ext>
            </a:extLst>
          </p:cNvPr>
          <p:cNvSpPr>
            <a:spLocks noGrp="1"/>
          </p:cNvSpPr>
          <p:nvPr>
            <p:ph idx="1"/>
          </p:nvPr>
        </p:nvSpPr>
        <p:spPr/>
        <p:txBody>
          <a:bodyPr/>
          <a:lstStyle/>
          <a:p>
            <a:r>
              <a:rPr lang="da-DK" sz="1800" b="1" dirty="0"/>
              <a:t>Aktiviteter:</a:t>
            </a:r>
            <a:r>
              <a:rPr lang="da-DK" sz="1800" dirty="0"/>
              <a:t> </a:t>
            </a:r>
          </a:p>
          <a:p>
            <a:pPr lvl="2"/>
            <a:r>
              <a:rPr lang="da-DK" sz="1600" b="1" dirty="0"/>
              <a:t>VPN-lab:</a:t>
            </a:r>
            <a:r>
              <a:rPr lang="da-DK" sz="1600" dirty="0"/>
              <a:t> Sæt VPN op (IPsec/WireGuard/OpenVPN ???) med “least access”. </a:t>
            </a:r>
          </a:p>
          <a:p>
            <a:pPr lvl="2"/>
            <a:r>
              <a:rPr lang="da-DK" sz="1600" b="1" dirty="0"/>
              <a:t>AAA-lab:</a:t>
            </a:r>
            <a:r>
              <a:rPr lang="da-DK" sz="1600" dirty="0"/>
              <a:t> OPNsense → RADIUS , rollebaseret adgang (admin vs. read-only). </a:t>
            </a:r>
          </a:p>
          <a:p>
            <a:pPr lvl="2"/>
            <a:r>
              <a:rPr lang="da-DK" sz="1600" b="1" dirty="0"/>
              <a:t>Overvågning:</a:t>
            </a:r>
            <a:r>
              <a:rPr lang="da-DK" sz="1600" dirty="0"/>
              <a:t> Wazuh dashboards: VPN login-forsøg, firewall denies, Suricata alerts. </a:t>
            </a:r>
            <a:br>
              <a:rPr lang="da-DK" sz="1600" dirty="0"/>
            </a:br>
            <a:r>
              <a:rPr lang="da-DK" sz="1600" b="1" dirty="0"/>
              <a:t>Elevproduktion:</a:t>
            </a:r>
            <a:r>
              <a:rPr lang="da-DK" sz="1600" dirty="0"/>
              <a:t> VPN designnotat + “access policy” + evidens (skærmbilleder/loguddrag). </a:t>
            </a:r>
          </a:p>
          <a:p>
            <a:endParaRPr lang="da-DK" sz="1800" b="1" dirty="0"/>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C3242FC6-7D68-BB3F-8CF5-FDD4FFC8D725}"/>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18551CD3-EC6A-7B88-8EDF-79BAF79AC7B2}"/>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52514AD0-AAB2-EA91-3ED7-F810A5F70051}"/>
              </a:ext>
            </a:extLst>
          </p:cNvPr>
          <p:cNvSpPr>
            <a:spLocks noGrp="1"/>
          </p:cNvSpPr>
          <p:nvPr>
            <p:ph type="sldNum" sz="quarter" idx="12"/>
          </p:nvPr>
        </p:nvSpPr>
        <p:spPr/>
        <p:txBody>
          <a:bodyPr/>
          <a:lstStyle/>
          <a:p>
            <a:fld id="{D9FF5FAE-2060-B54F-BDDB-0825BCE6ACB8}" type="slidenum">
              <a:rPr lang="da-DK" noProof="0" smtClean="0"/>
              <a:pPr/>
              <a:t>12</a:t>
            </a:fld>
            <a:endParaRPr lang="da-DK" noProof="0" dirty="0"/>
          </a:p>
        </p:txBody>
      </p:sp>
    </p:spTree>
    <p:extLst>
      <p:ext uri="{BB962C8B-B14F-4D97-AF65-F5344CB8AC3E}">
        <p14:creationId xmlns:p14="http://schemas.microsoft.com/office/powerpoint/2010/main" val="3367073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6229-FE7F-534B-C49B-BECBCD7ED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42FB8-DBB8-1C60-D785-29754C839B8B}"/>
              </a:ext>
            </a:extLst>
          </p:cNvPr>
          <p:cNvSpPr>
            <a:spLocks noGrp="1"/>
          </p:cNvSpPr>
          <p:nvPr>
            <p:ph type="title"/>
          </p:nvPr>
        </p:nvSpPr>
        <p:spPr>
          <a:xfrm>
            <a:off x="899999" y="540000"/>
            <a:ext cx="10440000" cy="861774"/>
          </a:xfrm>
        </p:spPr>
        <p:txBody>
          <a:bodyPr/>
          <a:lstStyle/>
          <a:p>
            <a:r>
              <a:rPr lang="da-DK" sz="3200" dirty="0"/>
              <a:t>Ugeplan 3: (Network) Test + Forbedr + Dokumenter</a:t>
            </a:r>
            <a:br>
              <a:rPr lang="da-DK" sz="3200" dirty="0"/>
            </a:br>
            <a:r>
              <a:rPr lang="da-DK" sz="2400" b="1" dirty="0"/>
              <a:t>Formål:</a:t>
            </a:r>
            <a:r>
              <a:rPr lang="da-DK" sz="2400" dirty="0"/>
              <a:t> Bevis at designet virker og kan driftes</a:t>
            </a:r>
            <a:endParaRPr lang="da-DK" sz="3200" noProof="0" dirty="0"/>
          </a:p>
        </p:txBody>
      </p:sp>
      <p:sp>
        <p:nvSpPr>
          <p:cNvPr id="3" name="Content Placeholder 2">
            <a:extLst>
              <a:ext uri="{FF2B5EF4-FFF2-40B4-BE49-F238E27FC236}">
                <a16:creationId xmlns:a16="http://schemas.microsoft.com/office/drawing/2014/main" id="{7421C18A-9A4F-2917-5551-2B6E6ED5687D}"/>
              </a:ext>
            </a:extLst>
          </p:cNvPr>
          <p:cNvSpPr>
            <a:spLocks noGrp="1"/>
          </p:cNvSpPr>
          <p:nvPr>
            <p:ph idx="1"/>
          </p:nvPr>
        </p:nvSpPr>
        <p:spPr/>
        <p:txBody>
          <a:bodyPr/>
          <a:lstStyle/>
          <a:p>
            <a:r>
              <a:rPr lang="da-DK" sz="1800" b="1" dirty="0"/>
              <a:t>Aktiviteter:</a:t>
            </a:r>
            <a:r>
              <a:rPr lang="da-DK" sz="1800" dirty="0"/>
              <a:t> </a:t>
            </a:r>
          </a:p>
          <a:p>
            <a:pPr lvl="2"/>
            <a:r>
              <a:rPr lang="da-DK" sz="1600" dirty="0"/>
              <a:t>Testplan: “hvilke flows skal virke/ikke virke?” </a:t>
            </a:r>
          </a:p>
          <a:p>
            <a:pPr lvl="2"/>
            <a:r>
              <a:rPr lang="da-DK" sz="1600" dirty="0"/>
              <a:t>Alarmtuning: reducer støj, definér eskaleringskriterier. </a:t>
            </a:r>
          </a:p>
          <a:p>
            <a:pPr lvl="2"/>
            <a:r>
              <a:rPr lang="da-DK" sz="1600" dirty="0"/>
              <a:t>Mini-incident: simuler fejlkonfiguration (ikke angreb) og gennemfør change/rollback. </a:t>
            </a:r>
            <a:br>
              <a:rPr lang="da-DK" sz="1600" dirty="0"/>
            </a:br>
            <a:r>
              <a:rPr lang="da-DK" sz="1600" b="1" dirty="0"/>
              <a:t>Elevproduktion:</a:t>
            </a:r>
            <a:r>
              <a:rPr lang="da-DK" sz="1600" dirty="0"/>
              <a:t> Testprotokol + “lessons learned” + opdateret netværksdokumentation. </a:t>
            </a:r>
          </a:p>
          <a:p>
            <a:pPr marL="0" indent="0">
              <a:buNone/>
            </a:pPr>
            <a:endParaRPr lang="da-DK" dirty="0"/>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BD1974F2-AD5A-6DA2-1464-E9F821A0D752}"/>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E1823EBB-DAD8-4F1B-F91D-6EA87D7D5584}"/>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EF0CF87C-EFB9-0EF8-8E2F-5F966EE892A5}"/>
              </a:ext>
            </a:extLst>
          </p:cNvPr>
          <p:cNvSpPr>
            <a:spLocks noGrp="1"/>
          </p:cNvSpPr>
          <p:nvPr>
            <p:ph type="sldNum" sz="quarter" idx="12"/>
          </p:nvPr>
        </p:nvSpPr>
        <p:spPr/>
        <p:txBody>
          <a:bodyPr/>
          <a:lstStyle/>
          <a:p>
            <a:fld id="{D9FF5FAE-2060-B54F-BDDB-0825BCE6ACB8}" type="slidenum">
              <a:rPr lang="da-DK" noProof="0" smtClean="0"/>
              <a:pPr/>
              <a:t>13</a:t>
            </a:fld>
            <a:endParaRPr lang="da-DK" noProof="0" dirty="0"/>
          </a:p>
        </p:txBody>
      </p:sp>
    </p:spTree>
    <p:extLst>
      <p:ext uri="{BB962C8B-B14F-4D97-AF65-F5344CB8AC3E}">
        <p14:creationId xmlns:p14="http://schemas.microsoft.com/office/powerpoint/2010/main" val="238507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B106A-0166-B449-FF1B-F5B90796A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25B8A-E290-330F-CB8D-C9472DC533E6}"/>
              </a:ext>
            </a:extLst>
          </p:cNvPr>
          <p:cNvSpPr>
            <a:spLocks noGrp="1"/>
          </p:cNvSpPr>
          <p:nvPr>
            <p:ph type="title"/>
          </p:nvPr>
        </p:nvSpPr>
        <p:spPr/>
        <p:txBody>
          <a:bodyPr/>
          <a:lstStyle/>
          <a:p>
            <a:r>
              <a:rPr lang="da-DK" noProof="0" dirty="0"/>
              <a:t>Diskussion i grupper</a:t>
            </a:r>
          </a:p>
        </p:txBody>
      </p:sp>
      <p:sp>
        <p:nvSpPr>
          <p:cNvPr id="3" name="Content Placeholder 2">
            <a:extLst>
              <a:ext uri="{FF2B5EF4-FFF2-40B4-BE49-F238E27FC236}">
                <a16:creationId xmlns:a16="http://schemas.microsoft.com/office/drawing/2014/main" id="{38A80605-79E2-22AA-981C-AB09DD622946}"/>
              </a:ext>
            </a:extLst>
          </p:cNvPr>
          <p:cNvSpPr>
            <a:spLocks noGrp="1"/>
          </p:cNvSpPr>
          <p:nvPr>
            <p:ph idx="1"/>
          </p:nvPr>
        </p:nvSpPr>
        <p:spPr>
          <a:xfrm>
            <a:off x="899999" y="1205121"/>
            <a:ext cx="10923192" cy="4320000"/>
          </a:xfrm>
        </p:spPr>
        <p:txBody>
          <a:bodyPr/>
          <a:lstStyle/>
          <a:p>
            <a:r>
              <a:rPr lang="da-DK" dirty="0"/>
              <a:t>Kan i bruge de 3 ugeplaner direkte eller skal noget ændres?</a:t>
            </a:r>
          </a:p>
          <a:p>
            <a:r>
              <a:rPr lang="da-DK" dirty="0"/>
              <a:t>Hvordan kan man lave differentiering og evaluering? </a:t>
            </a:r>
          </a:p>
          <a:p>
            <a:r>
              <a:rPr lang="da-DK" dirty="0"/>
              <a:t>Hvilke materialer/værktøjer er nødvendige (udover EUD Cyber miljøet)?</a:t>
            </a:r>
          </a:p>
          <a:p>
            <a:r>
              <a:rPr lang="da-DK" dirty="0"/>
              <a:t>Andre tanker/kommentarer?</a:t>
            </a:r>
          </a:p>
          <a:p>
            <a:endParaRPr lang="da-DK" dirty="0"/>
          </a:p>
          <a:p>
            <a:r>
              <a:rPr lang="da-DK" dirty="0"/>
              <a:t>Slides findes på:</a:t>
            </a:r>
            <a:endParaRPr lang="da-DK" dirty="0">
              <a:hlinkClick r:id="rId2"/>
            </a:endParaRPr>
          </a:p>
          <a:p>
            <a:pPr lvl="2"/>
            <a:r>
              <a:rPr lang="da-DK" dirty="0">
                <a:hlinkClick r:id="rId3"/>
              </a:rPr>
              <a:t>https://github.com/alexandrainst/IU-kursus/tree/main/Kursus-3/dag-3</a:t>
            </a:r>
            <a:endParaRPr lang="da-DK" dirty="0"/>
          </a:p>
          <a:p>
            <a:pPr lvl="2"/>
            <a:endParaRPr lang="da-DK" sz="3600" noProof="0" dirty="0"/>
          </a:p>
          <a:p>
            <a:pPr marL="0" indent="0" algn="ctr">
              <a:buNone/>
            </a:pPr>
            <a:r>
              <a:rPr lang="da-DK" sz="3600" noProof="0" dirty="0"/>
              <a:t>Opsamling kl. 9.10</a:t>
            </a:r>
          </a:p>
          <a:p>
            <a:pPr marL="360000" lvl="2" indent="0">
              <a:buNone/>
            </a:pPr>
            <a:r>
              <a:rPr lang="da-DK" noProof="0" dirty="0"/>
              <a:t> </a:t>
            </a:r>
          </a:p>
        </p:txBody>
      </p:sp>
      <p:sp>
        <p:nvSpPr>
          <p:cNvPr id="4" name="Date Placeholder 3">
            <a:extLst>
              <a:ext uri="{FF2B5EF4-FFF2-40B4-BE49-F238E27FC236}">
                <a16:creationId xmlns:a16="http://schemas.microsoft.com/office/drawing/2014/main" id="{AC083F51-1FF5-839A-0BE0-5B66F7D6ABE6}"/>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B71643E5-FEAC-512D-FC82-2C1A7B83C838}"/>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88C2A1D6-D634-E498-E5AA-35A8334DC4A5}"/>
              </a:ext>
            </a:extLst>
          </p:cNvPr>
          <p:cNvSpPr>
            <a:spLocks noGrp="1"/>
          </p:cNvSpPr>
          <p:nvPr>
            <p:ph type="sldNum" sz="quarter" idx="12"/>
          </p:nvPr>
        </p:nvSpPr>
        <p:spPr/>
        <p:txBody>
          <a:bodyPr/>
          <a:lstStyle/>
          <a:p>
            <a:fld id="{D9FF5FAE-2060-B54F-BDDB-0825BCE6ACB8}" type="slidenum">
              <a:rPr lang="da-DK" noProof="0" smtClean="0"/>
              <a:pPr/>
              <a:t>14</a:t>
            </a:fld>
            <a:endParaRPr lang="da-DK" noProof="0" dirty="0"/>
          </a:p>
        </p:txBody>
      </p:sp>
    </p:spTree>
    <p:extLst>
      <p:ext uri="{BB962C8B-B14F-4D97-AF65-F5344CB8AC3E}">
        <p14:creationId xmlns:p14="http://schemas.microsoft.com/office/powerpoint/2010/main" val="3476062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1C353-1F25-BB1B-9146-E0BB257F98F3}"/>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9F9E1E04-EA96-C19F-3B3D-EDE01C7D880F}"/>
              </a:ext>
            </a:extLst>
          </p:cNvPr>
          <p:cNvSpPr>
            <a:spLocks noGrp="1"/>
          </p:cNvSpPr>
          <p:nvPr>
            <p:ph type="title"/>
          </p:nvPr>
        </p:nvSpPr>
        <p:spPr>
          <a:xfrm>
            <a:off x="899998" y="390038"/>
            <a:ext cx="10584015" cy="553998"/>
          </a:xfrm>
        </p:spPr>
        <p:txBody>
          <a:bodyPr/>
          <a:lstStyle/>
          <a:p>
            <a:r>
              <a:rPr lang="da-DK" noProof="0">
                <a:latin typeface="Arial"/>
                <a:ea typeface="Verdana"/>
                <a:cs typeface="Arial"/>
              </a:rPr>
              <a:t>Agenda: Dag 3</a:t>
            </a:r>
            <a:endParaRPr lang="da-DK" noProof="0"/>
          </a:p>
        </p:txBody>
      </p:sp>
      <p:graphicFrame>
        <p:nvGraphicFramePr>
          <p:cNvPr id="12" name="Pladsholder til indhold 11">
            <a:extLst>
              <a:ext uri="{FF2B5EF4-FFF2-40B4-BE49-F238E27FC236}">
                <a16:creationId xmlns:a16="http://schemas.microsoft.com/office/drawing/2014/main" id="{22F6EBF8-3578-3886-BD96-FDB69606EDC7}"/>
              </a:ext>
            </a:extLst>
          </p:cNvPr>
          <p:cNvGraphicFramePr>
            <a:graphicFrameLocks noGrp="1"/>
          </p:cNvGraphicFramePr>
          <p:nvPr>
            <p:ph idx="1"/>
          </p:nvPr>
        </p:nvGraphicFramePr>
        <p:xfrm>
          <a:off x="1245463" y="1025517"/>
          <a:ext cx="10238550" cy="5447817"/>
        </p:xfrm>
        <a:graphic>
          <a:graphicData uri="http://schemas.openxmlformats.org/drawingml/2006/table">
            <a:tbl>
              <a:tblPr firstRow="1" bandRow="1">
                <a:tableStyleId>{5C22544A-7EE6-4342-B048-85BDC9FD1C3A}</a:tableStyleId>
              </a:tblPr>
              <a:tblGrid>
                <a:gridCol w="1775249">
                  <a:extLst>
                    <a:ext uri="{9D8B030D-6E8A-4147-A177-3AD203B41FA5}">
                      <a16:colId xmlns:a16="http://schemas.microsoft.com/office/drawing/2014/main" val="3568212222"/>
                    </a:ext>
                  </a:extLst>
                </a:gridCol>
                <a:gridCol w="6200549">
                  <a:extLst>
                    <a:ext uri="{9D8B030D-6E8A-4147-A177-3AD203B41FA5}">
                      <a16:colId xmlns:a16="http://schemas.microsoft.com/office/drawing/2014/main" val="3991436401"/>
                    </a:ext>
                  </a:extLst>
                </a:gridCol>
                <a:gridCol w="2262752">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8.30-8.45</a:t>
                      </a:r>
                    </a:p>
                  </a:txBody>
                  <a:tcPr/>
                </a:tc>
                <a:tc>
                  <a:txBody>
                    <a:bodyPr/>
                    <a:lstStyle/>
                    <a:p>
                      <a:pPr marL="0" marR="0" lvl="0" indent="0" algn="l">
                        <a:lnSpc>
                          <a:spcPct val="100000"/>
                        </a:lnSpc>
                        <a:spcBef>
                          <a:spcPts val="0"/>
                        </a:spcBef>
                        <a:spcAft>
                          <a:spcPts val="0"/>
                        </a:spcAft>
                        <a:buClrTx/>
                        <a:buSzTx/>
                        <a:buFontTx/>
                        <a:buNone/>
                      </a:pPr>
                      <a:r>
                        <a:rPr lang="en-US" noProof="0" dirty="0" err="1"/>
                        <a:t>Gennemgang</a:t>
                      </a:r>
                      <a:r>
                        <a:rPr lang="en-US" noProof="0" dirty="0"/>
                        <a:t> </a:t>
                      </a:r>
                      <a:r>
                        <a:rPr lang="en-US" noProof="0" dirty="0" err="1"/>
                        <a:t>undervisningsplan</a:t>
                      </a:r>
                      <a:r>
                        <a:rPr lang="en-US" noProof="0" dirty="0"/>
                        <a:t> H4</a:t>
                      </a:r>
                    </a:p>
                    <a:p>
                      <a:pPr marL="457200" marR="0" lvl="1" indent="0" algn="l">
                        <a:lnSpc>
                          <a:spcPct val="100000"/>
                        </a:lnSpc>
                        <a:spcBef>
                          <a:spcPts val="0"/>
                        </a:spcBef>
                        <a:spcAft>
                          <a:spcPts val="0"/>
                        </a:spcAft>
                        <a:buClrTx/>
                        <a:buSzTx/>
                        <a:buFontTx/>
                        <a:buNone/>
                      </a:pPr>
                      <a:r>
                        <a:rPr lang="en-US" sz="1400" noProof="0" dirty="0" err="1"/>
                        <a:t>Præsentation</a:t>
                      </a:r>
                      <a:r>
                        <a:rPr lang="en-US" sz="1400" noProof="0" dirty="0"/>
                        <a:t> </a:t>
                      </a:r>
                      <a:r>
                        <a:rPr lang="en-US" sz="1400" noProof="0" dirty="0" err="1"/>
                        <a:t>af</a:t>
                      </a:r>
                      <a:r>
                        <a:rPr lang="en-US" sz="1400" noProof="0" dirty="0"/>
                        <a:t> den </a:t>
                      </a:r>
                      <a:r>
                        <a:rPr lang="en-US" sz="1400" noProof="0" dirty="0" err="1"/>
                        <a:t>overordnede</a:t>
                      </a:r>
                      <a:r>
                        <a:rPr lang="en-US" sz="1400" noProof="0" dirty="0"/>
                        <a:t> plan</a:t>
                      </a:r>
                    </a:p>
                    <a:p>
                      <a:pPr marL="457200" marR="0" lvl="1" indent="0" algn="l">
                        <a:lnSpc>
                          <a:spcPct val="100000"/>
                        </a:lnSpc>
                        <a:spcBef>
                          <a:spcPts val="0"/>
                        </a:spcBef>
                        <a:spcAft>
                          <a:spcPts val="0"/>
                        </a:spcAft>
                        <a:buClrTx/>
                        <a:buSzTx/>
                        <a:buFontTx/>
                        <a:buNone/>
                      </a:pPr>
                      <a:r>
                        <a:rPr lang="en-US" sz="1400" noProof="0" dirty="0"/>
                        <a:t>De </a:t>
                      </a:r>
                      <a:r>
                        <a:rPr lang="en-US" sz="1400" noProof="0" dirty="0" err="1"/>
                        <a:t>enkelte</a:t>
                      </a:r>
                      <a:r>
                        <a:rPr lang="en-US" sz="1400" noProof="0" dirty="0"/>
                        <a:t> </a:t>
                      </a:r>
                      <a:r>
                        <a:rPr lang="en-US" sz="1400" noProof="0" dirty="0" err="1"/>
                        <a:t>temaer</a:t>
                      </a:r>
                      <a:r>
                        <a:rPr lang="en-US" sz="1400" noProof="0" dirty="0"/>
                        <a:t> </a:t>
                      </a:r>
                      <a:r>
                        <a:rPr lang="en-US" sz="1400" noProof="0" dirty="0" err="1"/>
                        <a:t>gennemgåes</a:t>
                      </a:r>
                      <a:r>
                        <a:rPr lang="en-US" sz="1400" noProof="0" dirty="0"/>
                        <a:t> </a:t>
                      </a:r>
                      <a:r>
                        <a:rPr lang="en-US" sz="1400" noProof="0" dirty="0" err="1"/>
                        <a:t>enkelte</a:t>
                      </a:r>
                      <a:r>
                        <a:rPr lang="en-US" sz="1400" noProof="0" dirty="0"/>
                        <a:t> </a:t>
                      </a:r>
                      <a:r>
                        <a:rPr lang="en-US" sz="1400" noProof="0" dirty="0" err="1"/>
                        <a:t>i</a:t>
                      </a:r>
                      <a:r>
                        <a:rPr lang="en-US" sz="1400" noProof="0" dirty="0"/>
                        <a:t> de </a:t>
                      </a:r>
                      <a:r>
                        <a:rPr lang="en-US" sz="1400" noProof="0" dirty="0" err="1"/>
                        <a:t>efterfølgende</a:t>
                      </a:r>
                      <a:r>
                        <a:rPr lang="en-US" sz="1400" noProof="0" dirty="0"/>
                        <a:t> </a:t>
                      </a:r>
                      <a:r>
                        <a:rPr lang="en-US" sz="1400" noProof="0" dirty="0" err="1"/>
                        <a:t>sessioner</a:t>
                      </a:r>
                      <a:endParaRPr lang="da-DK" sz="14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Oplæg + plenum</a:t>
                      </a:r>
                    </a:p>
                  </a:txBody>
                  <a:tcPr/>
                </a:tc>
                <a:extLst>
                  <a:ext uri="{0D108BD9-81ED-4DB2-BD59-A6C34878D82A}">
                    <a16:rowId xmlns:a16="http://schemas.microsoft.com/office/drawing/2014/main" val="2605721731"/>
                  </a:ext>
                </a:extLst>
              </a:tr>
              <a:tr h="366284">
                <a:tc>
                  <a:txBody>
                    <a:bodyPr/>
                    <a:lstStyle/>
                    <a:p>
                      <a:pPr marL="0" indent="0">
                        <a:buNone/>
                      </a:pPr>
                      <a:r>
                        <a:rPr lang="da-DK" noProof="0" dirty="0"/>
                        <a:t>8.45-9.30</a:t>
                      </a:r>
                    </a:p>
                  </a:txBody>
                  <a:tcPr/>
                </a:tc>
                <a:tc>
                  <a:txBody>
                    <a:bodyPr/>
                    <a:lstStyle/>
                    <a:p>
                      <a:pPr marL="0" marR="0" lvl="0" indent="0" algn="l">
                        <a:lnSpc>
                          <a:spcPct val="100000"/>
                        </a:lnSpc>
                        <a:spcBef>
                          <a:spcPts val="0"/>
                        </a:spcBef>
                        <a:spcAft>
                          <a:spcPts val="0"/>
                        </a:spcAft>
                        <a:buClrTx/>
                        <a:buSzTx/>
                        <a:buFontTx/>
                        <a:buNone/>
                      </a:pPr>
                      <a:r>
                        <a:rPr lang="en-US" noProof="0" dirty="0"/>
                        <a:t>Tema 1: Network Security</a:t>
                      </a:r>
                    </a:p>
                    <a:p>
                      <a:pPr marL="457200" marR="0" lvl="1" indent="0" algn="l">
                        <a:lnSpc>
                          <a:spcPct val="100000"/>
                        </a:lnSpc>
                        <a:spcBef>
                          <a:spcPts val="0"/>
                        </a:spcBef>
                        <a:spcAft>
                          <a:spcPts val="0"/>
                        </a:spcAft>
                        <a:buClrTx/>
                        <a:buSzTx/>
                        <a:buFontTx/>
                        <a:buNone/>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lvl="0">
                        <a:buNone/>
                      </a:pPr>
                      <a:r>
                        <a:rPr lang="da-DK" noProof="0" dirty="0"/>
                        <a:t>Grupper + plenum</a:t>
                      </a:r>
                    </a:p>
                  </a:txBody>
                  <a:tcPr/>
                </a:tc>
                <a:extLst>
                  <a:ext uri="{0D108BD9-81ED-4DB2-BD59-A6C34878D82A}">
                    <a16:rowId xmlns:a16="http://schemas.microsoft.com/office/drawing/2014/main" val="386594966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9.30-9.40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Pause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68376553"/>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9.40-10.25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2: Application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35898247"/>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10.25-10.35</a:t>
                      </a:r>
                    </a:p>
                  </a:txBody>
                  <a:tcPr/>
                </a:tc>
                <a:tc>
                  <a:txBody>
                    <a:bodyPr/>
                    <a:lstStyle/>
                    <a:p>
                      <a:pPr marL="0" marR="0" lvl="0" indent="0" algn="l">
                        <a:lnSpc>
                          <a:spcPct val="100000"/>
                        </a:lnSpc>
                        <a:spcBef>
                          <a:spcPts val="0"/>
                        </a:spcBef>
                        <a:spcAft>
                          <a:spcPts val="0"/>
                        </a:spcAft>
                        <a:buClrTx/>
                        <a:buSzTx/>
                        <a:buFontTx/>
                        <a:buNone/>
                      </a:pPr>
                      <a:r>
                        <a:rPr lang="da-DK" noProof="0" dirty="0"/>
                        <a:t>Pause</a:t>
                      </a:r>
                    </a:p>
                  </a:txBody>
                  <a:tcPr/>
                </a:tc>
                <a:tc>
                  <a:txBody>
                    <a:bodyPr/>
                    <a:lstStyle/>
                    <a:p>
                      <a:pPr marL="0" marR="0" lvl="0" indent="0" algn="l" defTabSz="457200">
                        <a:lnSpc>
                          <a:spcPct val="100000"/>
                        </a:lnSpc>
                        <a:spcBef>
                          <a:spcPts val="0"/>
                        </a:spcBef>
                        <a:spcAft>
                          <a:spcPts val="0"/>
                        </a:spcAft>
                        <a:buNone/>
                        <a:tabLst/>
                        <a:defRPr/>
                      </a:pPr>
                      <a:endParaRPr lang="da-DK" noProof="0" dirty="0"/>
                    </a:p>
                  </a:txBody>
                  <a:tcPr/>
                </a:tc>
                <a:extLst>
                  <a:ext uri="{0D108BD9-81ED-4DB2-BD59-A6C34878D82A}">
                    <a16:rowId xmlns:a16="http://schemas.microsoft.com/office/drawing/2014/main" val="374564217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10.35-11.20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3: Endpoint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endParaRPr lang="da-DK" noProof="0" dirty="0"/>
                    </a:p>
                  </a:txBody>
                  <a:tcPr/>
                </a:tc>
                <a:extLst>
                  <a:ext uri="{0D108BD9-81ED-4DB2-BD59-A6C34878D82A}">
                    <a16:rowId xmlns:a16="http://schemas.microsoft.com/office/drawing/2014/main" val="3215760828"/>
                  </a:ext>
                </a:extLst>
              </a:tr>
              <a:tr h="386565">
                <a:tc>
                  <a:txBody>
                    <a:bodyPr/>
                    <a:lstStyle/>
                    <a:p>
                      <a:pPr marL="0" lvl="0" indent="0">
                        <a:buNone/>
                      </a:pPr>
                      <a:r>
                        <a:rPr lang="da-DK" noProof="0" dirty="0"/>
                        <a:t>11.20-12.00</a:t>
                      </a:r>
                    </a:p>
                  </a:txBody>
                  <a:tcPr/>
                </a:tc>
                <a:tc>
                  <a:txBody>
                    <a:bodyPr/>
                    <a:lstStyle/>
                    <a:p>
                      <a:pPr marL="0" lvl="0" indent="0" algn="l">
                        <a:lnSpc>
                          <a:spcPct val="100000"/>
                        </a:lnSpc>
                        <a:spcBef>
                          <a:spcPts val="0"/>
                        </a:spcBef>
                        <a:spcAft>
                          <a:spcPts val="0"/>
                        </a:spcAft>
                        <a:buFontTx/>
                        <a:buNone/>
                      </a:pPr>
                      <a:r>
                        <a:rPr lang="da-DK" noProof="0" dirty="0"/>
                        <a:t>Evaluering</a:t>
                      </a:r>
                    </a:p>
                    <a:p>
                      <a:pPr marL="457200" lvl="1" indent="0" algn="l">
                        <a:lnSpc>
                          <a:spcPct val="100000"/>
                        </a:lnSpc>
                        <a:spcBef>
                          <a:spcPts val="0"/>
                        </a:spcBef>
                        <a:spcAft>
                          <a:spcPts val="0"/>
                        </a:spcAft>
                        <a:buFontTx/>
                        <a:buNone/>
                      </a:pPr>
                      <a:r>
                        <a:rPr lang="da-DK" sz="1400" noProof="0" dirty="0"/>
                        <a:t>Feedback til kurset generelt</a:t>
                      </a:r>
                    </a:p>
                    <a:p>
                      <a:pPr marL="457200" lvl="1" indent="0" algn="l">
                        <a:lnSpc>
                          <a:spcPct val="100000"/>
                        </a:lnSpc>
                        <a:spcBef>
                          <a:spcPts val="0"/>
                        </a:spcBef>
                        <a:spcAft>
                          <a:spcPts val="0"/>
                        </a:spcAft>
                        <a:buFontTx/>
                        <a:buNone/>
                      </a:pPr>
                      <a:r>
                        <a:rPr lang="da-DK" sz="1400" noProof="0" dirty="0"/>
                        <a:t>Ønsker til UF-4</a:t>
                      </a:r>
                    </a:p>
                  </a:txBody>
                  <a:tcPr/>
                </a:tc>
                <a:tc>
                  <a:txBody>
                    <a:bodyPr/>
                    <a:lstStyle/>
                    <a:p>
                      <a:pPr lvl="0">
                        <a:buNone/>
                      </a:pPr>
                      <a:r>
                        <a:rPr lang="da-DK" noProof="0" dirty="0"/>
                        <a:t>Plenum</a:t>
                      </a:r>
                    </a:p>
                  </a:txBody>
                  <a:tcPr/>
                </a:tc>
                <a:extLst>
                  <a:ext uri="{0D108BD9-81ED-4DB2-BD59-A6C34878D82A}">
                    <a16:rowId xmlns:a16="http://schemas.microsoft.com/office/drawing/2014/main" val="38350355"/>
                  </a:ext>
                </a:extLst>
              </a:tr>
              <a:tr h="386565">
                <a:tc>
                  <a:txBody>
                    <a:bodyPr/>
                    <a:lstStyle/>
                    <a:p>
                      <a:pPr marL="0" lvl="0" indent="0">
                        <a:buNone/>
                      </a:pPr>
                      <a:r>
                        <a:rPr lang="da-DK" noProof="0"/>
                        <a:t>12.00</a:t>
                      </a:r>
                    </a:p>
                  </a:txBody>
                  <a:tcPr/>
                </a:tc>
                <a:tc>
                  <a:txBody>
                    <a:bodyPr/>
                    <a:lstStyle/>
                    <a:p>
                      <a:pPr marL="0" marR="0" lvl="0" indent="0" algn="l" defTabSz="914400">
                        <a:lnSpc>
                          <a:spcPct val="100000"/>
                        </a:lnSpc>
                        <a:spcBef>
                          <a:spcPts val="0"/>
                        </a:spcBef>
                        <a:spcAft>
                          <a:spcPts val="0"/>
                        </a:spcAft>
                        <a:buClrTx/>
                        <a:buSzTx/>
                        <a:buFontTx/>
                        <a:buNone/>
                        <a:tabLst/>
                        <a:defRPr/>
                      </a:pPr>
                      <a:r>
                        <a:rPr lang="da-DK" noProof="0" dirty="0"/>
                        <a:t>Frokost og tak for denne gang</a:t>
                      </a:r>
                    </a:p>
                  </a:txBody>
                  <a:tcPr/>
                </a:tc>
                <a:tc>
                  <a:txBody>
                    <a:bodyPr/>
                    <a:lstStyle/>
                    <a:p>
                      <a:endParaRPr lang="da-DK" noProof="0" dirty="0"/>
                    </a:p>
                  </a:txBody>
                  <a:tcPr/>
                </a:tc>
                <a:extLst>
                  <a:ext uri="{0D108BD9-81ED-4DB2-BD59-A6C34878D82A}">
                    <a16:rowId xmlns:a16="http://schemas.microsoft.com/office/drawing/2014/main" val="618353634"/>
                  </a:ext>
                </a:extLst>
              </a:tr>
            </a:tbl>
          </a:graphicData>
        </a:graphic>
      </p:graphicFrame>
      <p:sp>
        <p:nvSpPr>
          <p:cNvPr id="4" name="Pladsholder til dato 3">
            <a:extLst>
              <a:ext uri="{FF2B5EF4-FFF2-40B4-BE49-F238E27FC236}">
                <a16:creationId xmlns:a16="http://schemas.microsoft.com/office/drawing/2014/main" id="{2200490F-8BE6-DB86-B057-C597BEFD94B4}"/>
              </a:ext>
            </a:extLst>
          </p:cNvPr>
          <p:cNvSpPr>
            <a:spLocks noGrp="1"/>
          </p:cNvSpPr>
          <p:nvPr>
            <p:ph type="dt" sz="half" idx="10"/>
          </p:nvPr>
        </p:nvSpPr>
        <p:spPr/>
        <p:txBody>
          <a:bodyPr/>
          <a:lstStyle/>
          <a:p>
            <a:fld id="{7437D938-B50E-D842-AEDC-C3B711F6BEE0}" type="datetime1">
              <a:rPr lang="da-DK" noProof="0" smtClean="0"/>
              <a:t>17-03-2026</a:t>
            </a:fld>
            <a:endParaRPr lang="da-DK" noProof="0"/>
          </a:p>
        </p:txBody>
      </p:sp>
      <p:sp>
        <p:nvSpPr>
          <p:cNvPr id="5" name="Pladsholder til sidefod 4">
            <a:extLst>
              <a:ext uri="{FF2B5EF4-FFF2-40B4-BE49-F238E27FC236}">
                <a16:creationId xmlns:a16="http://schemas.microsoft.com/office/drawing/2014/main" id="{9EA3DBF0-C61F-BCFF-43C0-DF02BFEFF36A}"/>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8FE8D25D-0756-BBB2-9092-2244BA2E3803}"/>
              </a:ext>
            </a:extLst>
          </p:cNvPr>
          <p:cNvSpPr>
            <a:spLocks noGrp="1"/>
          </p:cNvSpPr>
          <p:nvPr>
            <p:ph type="sldNum" sz="quarter" idx="12"/>
          </p:nvPr>
        </p:nvSpPr>
        <p:spPr/>
        <p:txBody>
          <a:bodyPr/>
          <a:lstStyle/>
          <a:p>
            <a:fld id="{D9FF5FAE-2060-B54F-BDDB-0825BCE6ACB8}" type="slidenum">
              <a:rPr lang="da-DK" noProof="0" smtClean="0"/>
              <a:pPr/>
              <a:t>15</a:t>
            </a:fld>
            <a:endParaRPr lang="da-DK" noProof="0"/>
          </a:p>
        </p:txBody>
      </p:sp>
    </p:spTree>
    <p:extLst>
      <p:ext uri="{BB962C8B-B14F-4D97-AF65-F5344CB8AC3E}">
        <p14:creationId xmlns:p14="http://schemas.microsoft.com/office/powerpoint/2010/main" val="401516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25A3A-D2F3-FD21-40FA-1D4F30E7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2F9C5-7014-CDF2-EB1F-00C60FA7F5B0}"/>
              </a:ext>
            </a:extLst>
          </p:cNvPr>
          <p:cNvSpPr>
            <a:spLocks noGrp="1"/>
          </p:cNvSpPr>
          <p:nvPr>
            <p:ph type="title"/>
          </p:nvPr>
        </p:nvSpPr>
        <p:spPr>
          <a:xfrm>
            <a:off x="1298708" y="2875002"/>
            <a:ext cx="9594585" cy="1107996"/>
          </a:xfrm>
        </p:spPr>
        <p:txBody>
          <a:bodyPr/>
          <a:lstStyle/>
          <a:p>
            <a:r>
              <a:rPr lang="da-DK" noProof="0" dirty="0"/>
              <a:t>Tema 2: </a:t>
            </a:r>
            <a:br>
              <a:rPr lang="da-DK" noProof="0" dirty="0"/>
            </a:br>
            <a:r>
              <a:rPr lang="da-DK" noProof="0" dirty="0"/>
              <a:t>Application Security</a:t>
            </a:r>
          </a:p>
        </p:txBody>
      </p:sp>
    </p:spTree>
    <p:extLst>
      <p:ext uri="{BB962C8B-B14F-4D97-AF65-F5344CB8AC3E}">
        <p14:creationId xmlns:p14="http://schemas.microsoft.com/office/powerpoint/2010/main" val="3758327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CE74-F958-3A9B-F3A7-E76289F1D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AC725-B333-9FD3-5C9D-58B1151177A5}"/>
              </a:ext>
            </a:extLst>
          </p:cNvPr>
          <p:cNvSpPr>
            <a:spLocks noGrp="1"/>
          </p:cNvSpPr>
          <p:nvPr>
            <p:ph type="title"/>
          </p:nvPr>
        </p:nvSpPr>
        <p:spPr>
          <a:xfrm>
            <a:off x="899999" y="540000"/>
            <a:ext cx="10440000" cy="430887"/>
          </a:xfrm>
        </p:spPr>
        <p:txBody>
          <a:bodyPr/>
          <a:lstStyle/>
          <a:p>
            <a:r>
              <a:rPr lang="da-DK" sz="2800" dirty="0"/>
              <a:t>Læringsmål: Tema 2 - </a:t>
            </a:r>
            <a:r>
              <a:rPr lang="da-DK" sz="2800" noProof="0" dirty="0"/>
              <a:t>Application Security 2</a:t>
            </a:r>
          </a:p>
        </p:txBody>
      </p:sp>
      <p:sp>
        <p:nvSpPr>
          <p:cNvPr id="3" name="Content Placeholder 2">
            <a:extLst>
              <a:ext uri="{FF2B5EF4-FFF2-40B4-BE49-F238E27FC236}">
                <a16:creationId xmlns:a16="http://schemas.microsoft.com/office/drawing/2014/main" id="{A93856FA-9802-7DBD-EB7F-60F5674A9A58}"/>
              </a:ext>
            </a:extLst>
          </p:cNvPr>
          <p:cNvSpPr>
            <a:spLocks noGrp="1"/>
          </p:cNvSpPr>
          <p:nvPr>
            <p:ph idx="1"/>
          </p:nvPr>
        </p:nvSpPr>
        <p:spPr/>
        <p:txBody>
          <a:bodyPr/>
          <a:lstStyle/>
          <a:p>
            <a:pPr marL="457200" indent="-457200">
              <a:buFont typeface="+mj-lt"/>
              <a:buAutoNum type="arabicPeriod"/>
            </a:pPr>
            <a:r>
              <a:rPr lang="da-DK" sz="1800" i="1" dirty="0"/>
              <a:t>Ved fagets afslutning kan eleven forklare, hvordan sårbarhedshåndtering indgår som en løbende proces i et udviklingsmiljø, og vurdere hvordan sårbarheder bør prioriteres og håndteres.</a:t>
            </a:r>
            <a:r>
              <a:rPr lang="da-DK" sz="1800" dirty="0"/>
              <a:t> </a:t>
            </a:r>
          </a:p>
          <a:p>
            <a:pPr marL="457200" indent="-457200">
              <a:buFont typeface="+mj-lt"/>
              <a:buAutoNum type="arabicPeriod"/>
            </a:pPr>
            <a:r>
              <a:rPr lang="da-DK" sz="1800" i="1" dirty="0"/>
              <a:t>Ved fagets afslutning kan eleven forklare, hvordan autentifikation, sessionshåndtering og API-adgang hænger sammen i en applikation.</a:t>
            </a:r>
            <a:r>
              <a:rPr lang="da-DK" sz="1800" dirty="0"/>
              <a:t> </a:t>
            </a:r>
          </a:p>
          <a:p>
            <a:pPr marL="457200" indent="-457200">
              <a:buFont typeface="+mj-lt"/>
              <a:buAutoNum type="arabicPeriod"/>
            </a:pPr>
            <a:r>
              <a:rPr lang="da-DK" sz="1800" i="1" dirty="0"/>
              <a:t>Ved fagets afslutning kan eleven forklare formålet med OWASP Top Ten.</a:t>
            </a:r>
            <a:r>
              <a:rPr lang="da-DK" sz="1800" dirty="0"/>
              <a:t> </a:t>
            </a:r>
          </a:p>
          <a:p>
            <a:pPr marL="457200" indent="-457200">
              <a:buFont typeface="+mj-lt"/>
              <a:buAutoNum type="arabicPeriod"/>
            </a:pPr>
            <a:r>
              <a:rPr lang="da-DK" sz="1800" i="1" dirty="0"/>
              <a:t>Ved fagets afslutning kan eleven forklare, hvorfor kryptografi og korrekt nøglehåndtering er afgørende for at beskytte data i applikationer.</a:t>
            </a:r>
            <a:r>
              <a:rPr lang="da-DK" sz="1800" dirty="0"/>
              <a:t> </a:t>
            </a:r>
          </a:p>
          <a:p>
            <a:pPr marL="457200" indent="-457200">
              <a:buFont typeface="+mj-lt"/>
              <a:buAutoNum type="arabicPeriod"/>
            </a:pPr>
            <a:r>
              <a:rPr lang="da-DK" sz="1800" i="1" dirty="0"/>
              <a:t>Ved fagets afslutning kan eleven forstå og anvende resultater fra sikkerhedstests, til at vurdere risici og foreslå forbedringer af applikationens sikkerhed.</a:t>
            </a:r>
            <a:r>
              <a:rPr lang="da-DK" sz="1800" dirty="0"/>
              <a:t> </a:t>
            </a:r>
          </a:p>
          <a:p>
            <a:pPr marL="457200" indent="-457200">
              <a:buFont typeface="+mj-lt"/>
              <a:buAutoNum type="arabicPeriod"/>
            </a:pPr>
            <a:r>
              <a:rPr lang="da-DK" sz="1800" i="1" dirty="0"/>
              <a:t>Ved fagets afslutning kan eleven forklare, hvorfor afhængigheder og leverandører er et centralt fokusområde i moderne applikationssikkerhed.</a:t>
            </a:r>
            <a:r>
              <a:rPr lang="da-DK" sz="1800" dirty="0"/>
              <a:t> </a:t>
            </a:r>
          </a:p>
          <a:p>
            <a:pPr marL="457200" indent="-457200">
              <a:buFont typeface="+mj-lt"/>
              <a:buAutoNum type="arabicPeriod"/>
            </a:pPr>
            <a:r>
              <a:rPr lang="da-DK" sz="1800" i="1" dirty="0"/>
              <a:t>Ved fagets afslutning kan eleven forklare, hvordan netværkssegmentering og proxy-/firewall-arkitekturer bidrager til at beskytte applikationer.</a:t>
            </a:r>
            <a:r>
              <a:rPr lang="da-DK" sz="1800" dirty="0"/>
              <a:t> </a:t>
            </a:r>
          </a:p>
        </p:txBody>
      </p:sp>
      <p:sp>
        <p:nvSpPr>
          <p:cNvPr id="4" name="Date Placeholder 3">
            <a:extLst>
              <a:ext uri="{FF2B5EF4-FFF2-40B4-BE49-F238E27FC236}">
                <a16:creationId xmlns:a16="http://schemas.microsoft.com/office/drawing/2014/main" id="{76A07A70-F045-6B34-D068-1BC476347298}"/>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33DB9E8E-4A21-B954-9FB1-44396EC3AE12}"/>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436224F1-700F-325C-8CAE-914225618BF4}"/>
              </a:ext>
            </a:extLst>
          </p:cNvPr>
          <p:cNvSpPr>
            <a:spLocks noGrp="1"/>
          </p:cNvSpPr>
          <p:nvPr>
            <p:ph type="sldNum" sz="quarter" idx="12"/>
          </p:nvPr>
        </p:nvSpPr>
        <p:spPr/>
        <p:txBody>
          <a:bodyPr/>
          <a:lstStyle/>
          <a:p>
            <a:fld id="{D9FF5FAE-2060-B54F-BDDB-0825BCE6ACB8}" type="slidenum">
              <a:rPr lang="da-DK" noProof="0" smtClean="0"/>
              <a:pPr/>
              <a:t>17</a:t>
            </a:fld>
            <a:endParaRPr lang="da-DK" noProof="0" dirty="0"/>
          </a:p>
        </p:txBody>
      </p:sp>
    </p:spTree>
    <p:extLst>
      <p:ext uri="{BB962C8B-B14F-4D97-AF65-F5344CB8AC3E}">
        <p14:creationId xmlns:p14="http://schemas.microsoft.com/office/powerpoint/2010/main" val="1378888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C5FB-20B4-7433-2E2E-AA4881086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9AAB3-7F8D-D52A-3365-C2B3D9C45F2D}"/>
              </a:ext>
            </a:extLst>
          </p:cNvPr>
          <p:cNvSpPr>
            <a:spLocks noGrp="1"/>
          </p:cNvSpPr>
          <p:nvPr>
            <p:ph type="title"/>
          </p:nvPr>
        </p:nvSpPr>
        <p:spPr>
          <a:xfrm>
            <a:off x="899999" y="540000"/>
            <a:ext cx="10440000" cy="553998"/>
          </a:xfrm>
        </p:spPr>
        <p:txBody>
          <a:bodyPr/>
          <a:lstStyle/>
          <a:p>
            <a:r>
              <a:rPr lang="da-DK" dirty="0"/>
              <a:t>Ideer til aktiviteter</a:t>
            </a:r>
            <a:endParaRPr lang="da-DK" noProof="0" dirty="0"/>
          </a:p>
        </p:txBody>
      </p:sp>
      <p:sp>
        <p:nvSpPr>
          <p:cNvPr id="3" name="Content Placeholder 2">
            <a:extLst>
              <a:ext uri="{FF2B5EF4-FFF2-40B4-BE49-F238E27FC236}">
                <a16:creationId xmlns:a16="http://schemas.microsoft.com/office/drawing/2014/main" id="{11626953-5F8F-3C44-ACB9-DBF4740BFB3B}"/>
              </a:ext>
            </a:extLst>
          </p:cNvPr>
          <p:cNvSpPr>
            <a:spLocks noGrp="1"/>
          </p:cNvSpPr>
          <p:nvPr>
            <p:ph idx="1"/>
          </p:nvPr>
        </p:nvSpPr>
        <p:spPr/>
        <p:txBody>
          <a:bodyPr/>
          <a:lstStyle/>
          <a:p>
            <a:pPr marL="457200" indent="-457200">
              <a:buFont typeface="+mj-lt"/>
              <a:buAutoNum type="arabicPeriod"/>
            </a:pPr>
            <a:r>
              <a:rPr lang="da-DK" sz="1400" dirty="0"/>
              <a:t>Safe-lab, værktøjer og baseline </a:t>
            </a:r>
          </a:p>
          <a:p>
            <a:pPr lvl="2"/>
            <a:r>
              <a:rPr lang="da-DK" sz="1200" dirty="0"/>
              <a:t>Formål: Få miljøet op, fælles sprog, “hvad er et fund?” </a:t>
            </a:r>
          </a:p>
          <a:p>
            <a:pPr lvl="2"/>
            <a:r>
              <a:rPr lang="da-DK" sz="1200" dirty="0"/>
              <a:t>Aktiviteter:  </a:t>
            </a:r>
          </a:p>
          <a:p>
            <a:pPr marL="457200" indent="-457200">
              <a:buFont typeface="+mj-lt"/>
              <a:buAutoNum type="arabicPeriod"/>
            </a:pPr>
            <a:r>
              <a:rPr lang="da-DK" sz="1400" dirty="0"/>
              <a:t>HTTP, sessions og autentifikation i praksis </a:t>
            </a:r>
          </a:p>
          <a:p>
            <a:pPr lvl="2"/>
            <a:r>
              <a:rPr lang="da-DK" sz="1200" dirty="0"/>
              <a:t>Formål: Forstå session/token, cookie-attributter, login-flow og fejlkilder </a:t>
            </a:r>
          </a:p>
          <a:p>
            <a:pPr lvl="2"/>
            <a:r>
              <a:rPr lang="da-DK" sz="1200" dirty="0"/>
              <a:t>Aktiviteter:   </a:t>
            </a:r>
          </a:p>
          <a:p>
            <a:pPr marL="457200" indent="-457200">
              <a:buFont typeface="+mj-lt"/>
              <a:buAutoNum type="arabicPeriod"/>
            </a:pPr>
            <a:r>
              <a:rPr lang="da-DK" sz="1400" dirty="0"/>
              <a:t>Burp Suite fundamentals </a:t>
            </a:r>
          </a:p>
          <a:p>
            <a:pPr lvl="2"/>
            <a:r>
              <a:rPr lang="da-DK" sz="1200" dirty="0"/>
              <a:t>Formål: Systematik i test </a:t>
            </a:r>
          </a:p>
          <a:p>
            <a:pPr lvl="2"/>
            <a:r>
              <a:rPr lang="da-DK" sz="1200" dirty="0"/>
              <a:t>Aktiviteter: </a:t>
            </a:r>
          </a:p>
          <a:p>
            <a:pPr marL="457200" indent="-457200">
              <a:buFont typeface="+mj-lt"/>
              <a:buAutoNum type="arabicPeriod"/>
            </a:pPr>
            <a:r>
              <a:rPr lang="da-DK" sz="1400" dirty="0"/>
              <a:t> OWASP i praksis </a:t>
            </a:r>
          </a:p>
          <a:p>
            <a:pPr lvl="2"/>
            <a:r>
              <a:rPr lang="da-DK" sz="1200" dirty="0"/>
              <a:t>Formål: Oversætte OWASP til konkrete defensive kontroller </a:t>
            </a:r>
          </a:p>
          <a:p>
            <a:pPr lvl="2"/>
            <a:r>
              <a:rPr lang="da-DK" sz="1200" dirty="0"/>
              <a:t>Aktiviteter: </a:t>
            </a:r>
          </a:p>
          <a:p>
            <a:pPr marL="457200" indent="-457200">
              <a:buFont typeface="+mj-lt"/>
              <a:buAutoNum type="arabicPeriod"/>
            </a:pPr>
            <a:r>
              <a:rPr lang="da-DK" sz="1400" dirty="0"/>
              <a:t> Autorisation, adgangskontrol </a:t>
            </a:r>
          </a:p>
          <a:p>
            <a:pPr lvl="2"/>
            <a:r>
              <a:rPr lang="da-DK" sz="1200" dirty="0"/>
              <a:t>Formål: Rollen af autorisation (ikke bare login)  </a:t>
            </a:r>
          </a:p>
          <a:p>
            <a:pPr lvl="2"/>
            <a:r>
              <a:rPr lang="da-DK" sz="1200" dirty="0"/>
              <a:t>Aktiviteter: </a:t>
            </a:r>
            <a:endParaRPr lang="da-DK" dirty="0"/>
          </a:p>
        </p:txBody>
      </p:sp>
      <p:sp>
        <p:nvSpPr>
          <p:cNvPr id="4" name="Date Placeholder 3">
            <a:extLst>
              <a:ext uri="{FF2B5EF4-FFF2-40B4-BE49-F238E27FC236}">
                <a16:creationId xmlns:a16="http://schemas.microsoft.com/office/drawing/2014/main" id="{B07026BC-730E-721A-78BD-ADF3AAA4A5F5}"/>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F7430B13-F2B2-65E1-1192-0CE23FBB946F}"/>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91B8C161-5775-F1AD-6BBE-1071B47BD15C}"/>
              </a:ext>
            </a:extLst>
          </p:cNvPr>
          <p:cNvSpPr>
            <a:spLocks noGrp="1"/>
          </p:cNvSpPr>
          <p:nvPr>
            <p:ph type="sldNum" sz="quarter" idx="12"/>
          </p:nvPr>
        </p:nvSpPr>
        <p:spPr/>
        <p:txBody>
          <a:bodyPr/>
          <a:lstStyle/>
          <a:p>
            <a:fld id="{D9FF5FAE-2060-B54F-BDDB-0825BCE6ACB8}" type="slidenum">
              <a:rPr lang="da-DK" noProof="0" smtClean="0"/>
              <a:pPr/>
              <a:t>18</a:t>
            </a:fld>
            <a:endParaRPr lang="da-DK" noProof="0" dirty="0"/>
          </a:p>
        </p:txBody>
      </p:sp>
    </p:spTree>
    <p:extLst>
      <p:ext uri="{BB962C8B-B14F-4D97-AF65-F5344CB8AC3E}">
        <p14:creationId xmlns:p14="http://schemas.microsoft.com/office/powerpoint/2010/main" val="1728293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8C600-2DC9-CD20-0BA1-70C478489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CEEBB-F60D-E4AD-792C-4BCA65E5717E}"/>
              </a:ext>
            </a:extLst>
          </p:cNvPr>
          <p:cNvSpPr>
            <a:spLocks noGrp="1"/>
          </p:cNvSpPr>
          <p:nvPr>
            <p:ph type="title"/>
          </p:nvPr>
        </p:nvSpPr>
        <p:spPr/>
        <p:txBody>
          <a:bodyPr/>
          <a:lstStyle/>
          <a:p>
            <a:r>
              <a:rPr lang="da-DK" noProof="0" dirty="0"/>
              <a:t>Diskussion i grupper</a:t>
            </a:r>
          </a:p>
        </p:txBody>
      </p:sp>
      <p:sp>
        <p:nvSpPr>
          <p:cNvPr id="3" name="Content Placeholder 2">
            <a:extLst>
              <a:ext uri="{FF2B5EF4-FFF2-40B4-BE49-F238E27FC236}">
                <a16:creationId xmlns:a16="http://schemas.microsoft.com/office/drawing/2014/main" id="{E72D4132-BD4E-7933-2EA4-A88847385A70}"/>
              </a:ext>
            </a:extLst>
          </p:cNvPr>
          <p:cNvSpPr>
            <a:spLocks noGrp="1"/>
          </p:cNvSpPr>
          <p:nvPr>
            <p:ph idx="1"/>
          </p:nvPr>
        </p:nvSpPr>
        <p:spPr>
          <a:xfrm>
            <a:off x="899999" y="1205121"/>
            <a:ext cx="10923192" cy="4320000"/>
          </a:xfrm>
        </p:spPr>
        <p:txBody>
          <a:bodyPr/>
          <a:lstStyle/>
          <a:p>
            <a:r>
              <a:rPr lang="da-DK" dirty="0"/>
              <a:t>Hvordan kan aktiviteterne udbygges/struktureres?</a:t>
            </a:r>
          </a:p>
          <a:p>
            <a:r>
              <a:rPr lang="da-DK" dirty="0"/>
              <a:t>Kunne andre aktiviteter være relevante?</a:t>
            </a:r>
          </a:p>
          <a:p>
            <a:r>
              <a:rPr lang="da-DK" dirty="0"/>
              <a:t>Hvordan kan man lave differentiering og evaluering? </a:t>
            </a:r>
          </a:p>
          <a:p>
            <a:r>
              <a:rPr lang="da-DK" dirty="0"/>
              <a:t>Hvilke materialer/værktøjer er nødvendige (udover EUD Cyber miljøet)?</a:t>
            </a:r>
          </a:p>
          <a:p>
            <a:r>
              <a:rPr lang="da-DK" dirty="0"/>
              <a:t>Andre tanker/kommentarer?</a:t>
            </a:r>
          </a:p>
          <a:p>
            <a:endParaRPr lang="da-DK" dirty="0"/>
          </a:p>
          <a:p>
            <a:r>
              <a:rPr lang="da-DK" dirty="0"/>
              <a:t>Slides findes på:</a:t>
            </a:r>
            <a:endParaRPr lang="da-DK" dirty="0">
              <a:hlinkClick r:id="rId2"/>
            </a:endParaRPr>
          </a:p>
          <a:p>
            <a:pPr lvl="2"/>
            <a:r>
              <a:rPr lang="da-DK" dirty="0">
                <a:hlinkClick r:id="rId3"/>
              </a:rPr>
              <a:t>https://github.com/alexandrainst/IU-kursus/tree/main/Kursus-3/dag-3</a:t>
            </a:r>
            <a:endParaRPr lang="da-DK" dirty="0"/>
          </a:p>
          <a:p>
            <a:pPr lvl="2"/>
            <a:endParaRPr lang="da-DK" dirty="0"/>
          </a:p>
          <a:p>
            <a:pPr marL="0" indent="0" algn="ctr">
              <a:buNone/>
            </a:pPr>
            <a:endParaRPr lang="da-DK" sz="3600" noProof="0" dirty="0"/>
          </a:p>
          <a:p>
            <a:pPr marL="0" indent="0" algn="ctr">
              <a:buNone/>
            </a:pPr>
            <a:r>
              <a:rPr lang="da-DK" sz="3600" noProof="0" dirty="0"/>
              <a:t>Opsamling kl. 10.05</a:t>
            </a:r>
          </a:p>
          <a:p>
            <a:pPr marL="360000" lvl="2" indent="0">
              <a:buNone/>
            </a:pPr>
            <a:r>
              <a:rPr lang="da-DK" noProof="0" dirty="0"/>
              <a:t> </a:t>
            </a:r>
          </a:p>
        </p:txBody>
      </p:sp>
      <p:sp>
        <p:nvSpPr>
          <p:cNvPr id="4" name="Date Placeholder 3">
            <a:extLst>
              <a:ext uri="{FF2B5EF4-FFF2-40B4-BE49-F238E27FC236}">
                <a16:creationId xmlns:a16="http://schemas.microsoft.com/office/drawing/2014/main" id="{674A47CF-C331-6006-DA1B-7E330737D604}"/>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DB5ECEE1-032E-8341-7569-6951EE4E765B}"/>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0723FD18-4997-4E3E-BD4E-3EC65B24BD63}"/>
              </a:ext>
            </a:extLst>
          </p:cNvPr>
          <p:cNvSpPr>
            <a:spLocks noGrp="1"/>
          </p:cNvSpPr>
          <p:nvPr>
            <p:ph type="sldNum" sz="quarter" idx="12"/>
          </p:nvPr>
        </p:nvSpPr>
        <p:spPr/>
        <p:txBody>
          <a:bodyPr/>
          <a:lstStyle/>
          <a:p>
            <a:fld id="{D9FF5FAE-2060-B54F-BDDB-0825BCE6ACB8}" type="slidenum">
              <a:rPr lang="da-DK" noProof="0" smtClean="0"/>
              <a:pPr/>
              <a:t>19</a:t>
            </a:fld>
            <a:endParaRPr lang="da-DK" noProof="0" dirty="0"/>
          </a:p>
        </p:txBody>
      </p:sp>
    </p:spTree>
    <p:extLst>
      <p:ext uri="{BB962C8B-B14F-4D97-AF65-F5344CB8AC3E}">
        <p14:creationId xmlns:p14="http://schemas.microsoft.com/office/powerpoint/2010/main" val="3193684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A9285-9282-DAC4-D5BA-1A78B65CE516}"/>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68A618A6-FBB1-A368-BAC5-B797746E40D2}"/>
              </a:ext>
            </a:extLst>
          </p:cNvPr>
          <p:cNvSpPr>
            <a:spLocks noGrp="1"/>
          </p:cNvSpPr>
          <p:nvPr>
            <p:ph type="title"/>
          </p:nvPr>
        </p:nvSpPr>
        <p:spPr>
          <a:xfrm>
            <a:off x="899998" y="390038"/>
            <a:ext cx="10584015" cy="553998"/>
          </a:xfrm>
        </p:spPr>
        <p:txBody>
          <a:bodyPr/>
          <a:lstStyle/>
          <a:p>
            <a:r>
              <a:rPr lang="da-DK" noProof="0">
                <a:latin typeface="Arial"/>
                <a:ea typeface="Verdana"/>
                <a:cs typeface="Arial"/>
              </a:rPr>
              <a:t>Agenda: Dag 3</a:t>
            </a:r>
            <a:endParaRPr lang="da-DK" noProof="0"/>
          </a:p>
        </p:txBody>
      </p:sp>
      <p:graphicFrame>
        <p:nvGraphicFramePr>
          <p:cNvPr id="12" name="Pladsholder til indhold 11">
            <a:extLst>
              <a:ext uri="{FF2B5EF4-FFF2-40B4-BE49-F238E27FC236}">
                <a16:creationId xmlns:a16="http://schemas.microsoft.com/office/drawing/2014/main" id="{F5EBA5F4-C613-762A-FDD4-904A38422018}"/>
              </a:ext>
            </a:extLst>
          </p:cNvPr>
          <p:cNvGraphicFramePr>
            <a:graphicFrameLocks noGrp="1"/>
          </p:cNvGraphicFramePr>
          <p:nvPr>
            <p:ph idx="1"/>
          </p:nvPr>
        </p:nvGraphicFramePr>
        <p:xfrm>
          <a:off x="1245463" y="1025517"/>
          <a:ext cx="10238550" cy="5447817"/>
        </p:xfrm>
        <a:graphic>
          <a:graphicData uri="http://schemas.openxmlformats.org/drawingml/2006/table">
            <a:tbl>
              <a:tblPr firstRow="1" bandRow="1">
                <a:tableStyleId>{5C22544A-7EE6-4342-B048-85BDC9FD1C3A}</a:tableStyleId>
              </a:tblPr>
              <a:tblGrid>
                <a:gridCol w="1775249">
                  <a:extLst>
                    <a:ext uri="{9D8B030D-6E8A-4147-A177-3AD203B41FA5}">
                      <a16:colId xmlns:a16="http://schemas.microsoft.com/office/drawing/2014/main" val="3568212222"/>
                    </a:ext>
                  </a:extLst>
                </a:gridCol>
                <a:gridCol w="6200549">
                  <a:extLst>
                    <a:ext uri="{9D8B030D-6E8A-4147-A177-3AD203B41FA5}">
                      <a16:colId xmlns:a16="http://schemas.microsoft.com/office/drawing/2014/main" val="3991436401"/>
                    </a:ext>
                  </a:extLst>
                </a:gridCol>
                <a:gridCol w="2262752">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8.30-8.45</a:t>
                      </a:r>
                    </a:p>
                  </a:txBody>
                  <a:tcPr/>
                </a:tc>
                <a:tc>
                  <a:txBody>
                    <a:bodyPr/>
                    <a:lstStyle/>
                    <a:p>
                      <a:pPr marL="0" marR="0" lvl="0" indent="0" algn="l">
                        <a:lnSpc>
                          <a:spcPct val="100000"/>
                        </a:lnSpc>
                        <a:spcBef>
                          <a:spcPts val="0"/>
                        </a:spcBef>
                        <a:spcAft>
                          <a:spcPts val="0"/>
                        </a:spcAft>
                        <a:buClrTx/>
                        <a:buSzTx/>
                        <a:buFontTx/>
                        <a:buNone/>
                      </a:pPr>
                      <a:r>
                        <a:rPr lang="en-US" noProof="0" dirty="0" err="1"/>
                        <a:t>Gennemgang</a:t>
                      </a:r>
                      <a:r>
                        <a:rPr lang="en-US" noProof="0" dirty="0"/>
                        <a:t> </a:t>
                      </a:r>
                      <a:r>
                        <a:rPr lang="en-US" noProof="0" dirty="0" err="1"/>
                        <a:t>undervisningsplan</a:t>
                      </a:r>
                      <a:r>
                        <a:rPr lang="en-US" noProof="0" dirty="0"/>
                        <a:t> H4</a:t>
                      </a:r>
                    </a:p>
                    <a:p>
                      <a:pPr marL="457200" marR="0" lvl="1" indent="0" algn="l">
                        <a:lnSpc>
                          <a:spcPct val="100000"/>
                        </a:lnSpc>
                        <a:spcBef>
                          <a:spcPts val="0"/>
                        </a:spcBef>
                        <a:spcAft>
                          <a:spcPts val="0"/>
                        </a:spcAft>
                        <a:buClrTx/>
                        <a:buSzTx/>
                        <a:buFontTx/>
                        <a:buNone/>
                      </a:pPr>
                      <a:r>
                        <a:rPr lang="en-US" sz="1400" noProof="0" dirty="0" err="1"/>
                        <a:t>Præsentation</a:t>
                      </a:r>
                      <a:r>
                        <a:rPr lang="en-US" sz="1400" noProof="0" dirty="0"/>
                        <a:t> </a:t>
                      </a:r>
                      <a:r>
                        <a:rPr lang="en-US" sz="1400" noProof="0" dirty="0" err="1"/>
                        <a:t>af</a:t>
                      </a:r>
                      <a:r>
                        <a:rPr lang="en-US" sz="1400" noProof="0" dirty="0"/>
                        <a:t> den </a:t>
                      </a:r>
                      <a:r>
                        <a:rPr lang="en-US" sz="1400" noProof="0" dirty="0" err="1"/>
                        <a:t>overordnede</a:t>
                      </a:r>
                      <a:r>
                        <a:rPr lang="en-US" sz="1400" noProof="0" dirty="0"/>
                        <a:t> plan</a:t>
                      </a:r>
                    </a:p>
                    <a:p>
                      <a:pPr marL="457200" marR="0" lvl="1" indent="0" algn="l">
                        <a:lnSpc>
                          <a:spcPct val="100000"/>
                        </a:lnSpc>
                        <a:spcBef>
                          <a:spcPts val="0"/>
                        </a:spcBef>
                        <a:spcAft>
                          <a:spcPts val="0"/>
                        </a:spcAft>
                        <a:buClrTx/>
                        <a:buSzTx/>
                        <a:buFontTx/>
                        <a:buNone/>
                      </a:pPr>
                      <a:r>
                        <a:rPr lang="en-US" sz="1400" noProof="0" dirty="0"/>
                        <a:t>De </a:t>
                      </a:r>
                      <a:r>
                        <a:rPr lang="en-US" sz="1400" noProof="0" dirty="0" err="1"/>
                        <a:t>enkelte</a:t>
                      </a:r>
                      <a:r>
                        <a:rPr lang="en-US" sz="1400" noProof="0" dirty="0"/>
                        <a:t> </a:t>
                      </a:r>
                      <a:r>
                        <a:rPr lang="en-US" sz="1400" noProof="0" dirty="0" err="1"/>
                        <a:t>temaer</a:t>
                      </a:r>
                      <a:r>
                        <a:rPr lang="en-US" sz="1400" noProof="0" dirty="0"/>
                        <a:t> </a:t>
                      </a:r>
                      <a:r>
                        <a:rPr lang="en-US" sz="1400" noProof="0" dirty="0" err="1"/>
                        <a:t>gennemgåes</a:t>
                      </a:r>
                      <a:r>
                        <a:rPr lang="en-US" sz="1400" noProof="0" dirty="0"/>
                        <a:t> </a:t>
                      </a:r>
                      <a:r>
                        <a:rPr lang="en-US" sz="1400" noProof="0" dirty="0" err="1"/>
                        <a:t>enkelte</a:t>
                      </a:r>
                      <a:r>
                        <a:rPr lang="en-US" sz="1400" noProof="0" dirty="0"/>
                        <a:t> </a:t>
                      </a:r>
                      <a:r>
                        <a:rPr lang="en-US" sz="1400" noProof="0" dirty="0" err="1"/>
                        <a:t>i</a:t>
                      </a:r>
                      <a:r>
                        <a:rPr lang="en-US" sz="1400" noProof="0" dirty="0"/>
                        <a:t> de </a:t>
                      </a:r>
                      <a:r>
                        <a:rPr lang="en-US" sz="1400" noProof="0" dirty="0" err="1"/>
                        <a:t>efterfølgende</a:t>
                      </a:r>
                      <a:r>
                        <a:rPr lang="en-US" sz="1400" noProof="0" dirty="0"/>
                        <a:t> </a:t>
                      </a:r>
                      <a:r>
                        <a:rPr lang="en-US" sz="1400" noProof="0" dirty="0" err="1"/>
                        <a:t>sessioner</a:t>
                      </a:r>
                      <a:endParaRPr lang="da-DK" sz="14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Oplæg + plenum</a:t>
                      </a:r>
                    </a:p>
                  </a:txBody>
                  <a:tcPr/>
                </a:tc>
                <a:extLst>
                  <a:ext uri="{0D108BD9-81ED-4DB2-BD59-A6C34878D82A}">
                    <a16:rowId xmlns:a16="http://schemas.microsoft.com/office/drawing/2014/main" val="2605721731"/>
                  </a:ext>
                </a:extLst>
              </a:tr>
              <a:tr h="366284">
                <a:tc>
                  <a:txBody>
                    <a:bodyPr/>
                    <a:lstStyle/>
                    <a:p>
                      <a:pPr marL="0" indent="0">
                        <a:buNone/>
                      </a:pPr>
                      <a:r>
                        <a:rPr lang="da-DK" noProof="0" dirty="0"/>
                        <a:t>8.45-9.30</a:t>
                      </a:r>
                    </a:p>
                  </a:txBody>
                  <a:tcPr/>
                </a:tc>
                <a:tc>
                  <a:txBody>
                    <a:bodyPr/>
                    <a:lstStyle/>
                    <a:p>
                      <a:pPr marL="0" marR="0" lvl="0" indent="0" algn="l">
                        <a:lnSpc>
                          <a:spcPct val="100000"/>
                        </a:lnSpc>
                        <a:spcBef>
                          <a:spcPts val="0"/>
                        </a:spcBef>
                        <a:spcAft>
                          <a:spcPts val="0"/>
                        </a:spcAft>
                        <a:buClrTx/>
                        <a:buSzTx/>
                        <a:buFontTx/>
                        <a:buNone/>
                      </a:pPr>
                      <a:r>
                        <a:rPr lang="en-US" noProof="0" dirty="0"/>
                        <a:t>Tema 1: Network Security</a:t>
                      </a:r>
                    </a:p>
                    <a:p>
                      <a:pPr marL="457200" marR="0" lvl="1" indent="0" algn="l">
                        <a:lnSpc>
                          <a:spcPct val="100000"/>
                        </a:lnSpc>
                        <a:spcBef>
                          <a:spcPts val="0"/>
                        </a:spcBef>
                        <a:spcAft>
                          <a:spcPts val="0"/>
                        </a:spcAft>
                        <a:buClrTx/>
                        <a:buSzTx/>
                        <a:buFontTx/>
                        <a:buNone/>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lvl="0">
                        <a:buNone/>
                      </a:pPr>
                      <a:r>
                        <a:rPr lang="da-DK" noProof="0" dirty="0"/>
                        <a:t>Grupper + plenum</a:t>
                      </a:r>
                    </a:p>
                  </a:txBody>
                  <a:tcPr/>
                </a:tc>
                <a:extLst>
                  <a:ext uri="{0D108BD9-81ED-4DB2-BD59-A6C34878D82A}">
                    <a16:rowId xmlns:a16="http://schemas.microsoft.com/office/drawing/2014/main" val="386594966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9.30-9.40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dirty="0"/>
                        <a:t>Pause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68376553"/>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9.40-10.25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2: Application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dirty="0"/>
                    </a:p>
                  </a:txBody>
                  <a:tcPr/>
                </a:tc>
                <a:extLst>
                  <a:ext uri="{0D108BD9-81ED-4DB2-BD59-A6C34878D82A}">
                    <a16:rowId xmlns:a16="http://schemas.microsoft.com/office/drawing/2014/main" val="3935898247"/>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10.25-10.35</a:t>
                      </a:r>
                    </a:p>
                  </a:txBody>
                  <a:tcPr/>
                </a:tc>
                <a:tc>
                  <a:txBody>
                    <a:bodyPr/>
                    <a:lstStyle/>
                    <a:p>
                      <a:pPr marL="0" marR="0" lvl="0" indent="0" algn="l">
                        <a:lnSpc>
                          <a:spcPct val="100000"/>
                        </a:lnSpc>
                        <a:spcBef>
                          <a:spcPts val="0"/>
                        </a:spcBef>
                        <a:spcAft>
                          <a:spcPts val="0"/>
                        </a:spcAft>
                        <a:buClrTx/>
                        <a:buSzTx/>
                        <a:buFontTx/>
                        <a:buNone/>
                      </a:pPr>
                      <a:r>
                        <a:rPr lang="da-DK" noProof="0" dirty="0"/>
                        <a:t>Pause</a:t>
                      </a:r>
                    </a:p>
                  </a:txBody>
                  <a:tcPr/>
                </a:tc>
                <a:tc>
                  <a:txBody>
                    <a:bodyPr/>
                    <a:lstStyle/>
                    <a:p>
                      <a:pPr marL="0" marR="0" lvl="0" indent="0" algn="l" defTabSz="457200">
                        <a:lnSpc>
                          <a:spcPct val="100000"/>
                        </a:lnSpc>
                        <a:spcBef>
                          <a:spcPts val="0"/>
                        </a:spcBef>
                        <a:spcAft>
                          <a:spcPts val="0"/>
                        </a:spcAft>
                        <a:buNone/>
                        <a:tabLst/>
                        <a:defRPr/>
                      </a:pPr>
                      <a:endParaRPr lang="da-DK" noProof="0" dirty="0"/>
                    </a:p>
                  </a:txBody>
                  <a:tcPr/>
                </a:tc>
                <a:extLst>
                  <a:ext uri="{0D108BD9-81ED-4DB2-BD59-A6C34878D82A}">
                    <a16:rowId xmlns:a16="http://schemas.microsoft.com/office/drawing/2014/main" val="374564217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10.35-11.20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Tema 3: Endpoint Security</a:t>
                      </a: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noProof="0" dirty="0" err="1"/>
                        <a:t>Hvordan</a:t>
                      </a:r>
                      <a:r>
                        <a:rPr lang="en-US" sz="1400" noProof="0" dirty="0"/>
                        <a:t> passer den </a:t>
                      </a:r>
                      <a:r>
                        <a:rPr lang="en-US" sz="1400" noProof="0" dirty="0" err="1"/>
                        <a:t>foreslåede</a:t>
                      </a:r>
                      <a:r>
                        <a:rPr lang="en-US" sz="1400" noProof="0" dirty="0"/>
                        <a:t> </a:t>
                      </a:r>
                      <a:r>
                        <a:rPr lang="en-US" sz="1400" noProof="0" dirty="0" err="1"/>
                        <a:t>undervisningsplan</a:t>
                      </a:r>
                      <a:r>
                        <a:rPr lang="en-US" sz="1400" noProof="0" dirty="0"/>
                        <a:t> med den </a:t>
                      </a:r>
                      <a:r>
                        <a:rPr lang="en-US" sz="1400" noProof="0" dirty="0" err="1"/>
                        <a:t>enkelte</a:t>
                      </a:r>
                      <a:r>
                        <a:rPr lang="en-US" sz="1400" noProof="0" dirty="0"/>
                        <a:t> </a:t>
                      </a:r>
                      <a:r>
                        <a:rPr lang="en-US" sz="1400" noProof="0" dirty="0" err="1"/>
                        <a:t>skoles</a:t>
                      </a:r>
                      <a:r>
                        <a:rPr lang="en-US" sz="1400" noProof="0" dirty="0"/>
                        <a:t> planer</a:t>
                      </a:r>
                      <a:endParaRPr lang="da-DK"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dirty="0"/>
                        <a:t>Grupper + plenum</a:t>
                      </a:r>
                    </a:p>
                    <a:p>
                      <a:endParaRPr lang="da-DK" noProof="0" dirty="0"/>
                    </a:p>
                  </a:txBody>
                  <a:tcPr/>
                </a:tc>
                <a:extLst>
                  <a:ext uri="{0D108BD9-81ED-4DB2-BD59-A6C34878D82A}">
                    <a16:rowId xmlns:a16="http://schemas.microsoft.com/office/drawing/2014/main" val="3215760828"/>
                  </a:ext>
                </a:extLst>
              </a:tr>
              <a:tr h="386565">
                <a:tc>
                  <a:txBody>
                    <a:bodyPr/>
                    <a:lstStyle/>
                    <a:p>
                      <a:pPr marL="0" lvl="0" indent="0">
                        <a:buNone/>
                      </a:pPr>
                      <a:r>
                        <a:rPr lang="da-DK" noProof="0" dirty="0"/>
                        <a:t>11.20-12.00</a:t>
                      </a:r>
                    </a:p>
                  </a:txBody>
                  <a:tcPr/>
                </a:tc>
                <a:tc>
                  <a:txBody>
                    <a:bodyPr/>
                    <a:lstStyle/>
                    <a:p>
                      <a:pPr marL="0" lvl="0" indent="0" algn="l">
                        <a:lnSpc>
                          <a:spcPct val="100000"/>
                        </a:lnSpc>
                        <a:spcBef>
                          <a:spcPts val="0"/>
                        </a:spcBef>
                        <a:spcAft>
                          <a:spcPts val="0"/>
                        </a:spcAft>
                        <a:buFontTx/>
                        <a:buNone/>
                      </a:pPr>
                      <a:r>
                        <a:rPr lang="da-DK" noProof="0" dirty="0"/>
                        <a:t>Evaluering</a:t>
                      </a:r>
                    </a:p>
                    <a:p>
                      <a:pPr marL="457200" lvl="1" indent="0" algn="l">
                        <a:lnSpc>
                          <a:spcPct val="100000"/>
                        </a:lnSpc>
                        <a:spcBef>
                          <a:spcPts val="0"/>
                        </a:spcBef>
                        <a:spcAft>
                          <a:spcPts val="0"/>
                        </a:spcAft>
                        <a:buFontTx/>
                        <a:buNone/>
                      </a:pPr>
                      <a:r>
                        <a:rPr lang="da-DK" sz="1400" noProof="0" dirty="0"/>
                        <a:t>Feedback til kurset generelt</a:t>
                      </a:r>
                    </a:p>
                    <a:p>
                      <a:pPr marL="457200" lvl="1" indent="0" algn="l">
                        <a:lnSpc>
                          <a:spcPct val="100000"/>
                        </a:lnSpc>
                        <a:spcBef>
                          <a:spcPts val="0"/>
                        </a:spcBef>
                        <a:spcAft>
                          <a:spcPts val="0"/>
                        </a:spcAft>
                        <a:buFontTx/>
                        <a:buNone/>
                      </a:pPr>
                      <a:r>
                        <a:rPr lang="da-DK" sz="1400" noProof="0" dirty="0"/>
                        <a:t>Ønsker til UF-4</a:t>
                      </a:r>
                    </a:p>
                  </a:txBody>
                  <a:tcPr/>
                </a:tc>
                <a:tc>
                  <a:txBody>
                    <a:bodyPr/>
                    <a:lstStyle/>
                    <a:p>
                      <a:pPr lvl="0">
                        <a:buNone/>
                      </a:pPr>
                      <a:r>
                        <a:rPr lang="da-DK" noProof="0" dirty="0"/>
                        <a:t>Plenum</a:t>
                      </a:r>
                    </a:p>
                  </a:txBody>
                  <a:tcPr/>
                </a:tc>
                <a:extLst>
                  <a:ext uri="{0D108BD9-81ED-4DB2-BD59-A6C34878D82A}">
                    <a16:rowId xmlns:a16="http://schemas.microsoft.com/office/drawing/2014/main" val="38350355"/>
                  </a:ext>
                </a:extLst>
              </a:tr>
              <a:tr h="386565">
                <a:tc>
                  <a:txBody>
                    <a:bodyPr/>
                    <a:lstStyle/>
                    <a:p>
                      <a:pPr marL="0" lvl="0" indent="0">
                        <a:buNone/>
                      </a:pPr>
                      <a:r>
                        <a:rPr lang="da-DK" noProof="0"/>
                        <a:t>12.00</a:t>
                      </a:r>
                    </a:p>
                  </a:txBody>
                  <a:tcPr/>
                </a:tc>
                <a:tc>
                  <a:txBody>
                    <a:bodyPr/>
                    <a:lstStyle/>
                    <a:p>
                      <a:pPr marL="0" marR="0" lvl="0" indent="0" algn="l" defTabSz="914400">
                        <a:lnSpc>
                          <a:spcPct val="100000"/>
                        </a:lnSpc>
                        <a:spcBef>
                          <a:spcPts val="0"/>
                        </a:spcBef>
                        <a:spcAft>
                          <a:spcPts val="0"/>
                        </a:spcAft>
                        <a:buClrTx/>
                        <a:buSzTx/>
                        <a:buFontTx/>
                        <a:buNone/>
                        <a:tabLst/>
                        <a:defRPr/>
                      </a:pPr>
                      <a:r>
                        <a:rPr lang="da-DK" noProof="0" dirty="0"/>
                        <a:t>Frokost og tak for denne gang</a:t>
                      </a:r>
                    </a:p>
                  </a:txBody>
                  <a:tcPr/>
                </a:tc>
                <a:tc>
                  <a:txBody>
                    <a:bodyPr/>
                    <a:lstStyle/>
                    <a:p>
                      <a:endParaRPr lang="da-DK" noProof="0" dirty="0"/>
                    </a:p>
                  </a:txBody>
                  <a:tcPr/>
                </a:tc>
                <a:extLst>
                  <a:ext uri="{0D108BD9-81ED-4DB2-BD59-A6C34878D82A}">
                    <a16:rowId xmlns:a16="http://schemas.microsoft.com/office/drawing/2014/main" val="618353634"/>
                  </a:ext>
                </a:extLst>
              </a:tr>
            </a:tbl>
          </a:graphicData>
        </a:graphic>
      </p:graphicFrame>
      <p:sp>
        <p:nvSpPr>
          <p:cNvPr id="4" name="Pladsholder til dato 3">
            <a:extLst>
              <a:ext uri="{FF2B5EF4-FFF2-40B4-BE49-F238E27FC236}">
                <a16:creationId xmlns:a16="http://schemas.microsoft.com/office/drawing/2014/main" id="{C8332D29-421E-FCFC-48B8-AEE9C16F85BD}"/>
              </a:ext>
            </a:extLst>
          </p:cNvPr>
          <p:cNvSpPr>
            <a:spLocks noGrp="1"/>
          </p:cNvSpPr>
          <p:nvPr>
            <p:ph type="dt" sz="half" idx="10"/>
          </p:nvPr>
        </p:nvSpPr>
        <p:spPr/>
        <p:txBody>
          <a:bodyPr/>
          <a:lstStyle/>
          <a:p>
            <a:fld id="{7437D938-B50E-D842-AEDC-C3B711F6BEE0}" type="datetime1">
              <a:rPr lang="da-DK" noProof="0" smtClean="0"/>
              <a:t>17-03-2026</a:t>
            </a:fld>
            <a:endParaRPr lang="da-DK" noProof="0"/>
          </a:p>
        </p:txBody>
      </p:sp>
      <p:sp>
        <p:nvSpPr>
          <p:cNvPr id="5" name="Pladsholder til sidefod 4">
            <a:extLst>
              <a:ext uri="{FF2B5EF4-FFF2-40B4-BE49-F238E27FC236}">
                <a16:creationId xmlns:a16="http://schemas.microsoft.com/office/drawing/2014/main" id="{18603FE5-2B45-A9D9-5E4E-C20893746485}"/>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EE743D9C-9878-BA2D-FEFB-3943C3D67261}"/>
              </a:ext>
            </a:extLst>
          </p:cNvPr>
          <p:cNvSpPr>
            <a:spLocks noGrp="1"/>
          </p:cNvSpPr>
          <p:nvPr>
            <p:ph type="sldNum" sz="quarter" idx="12"/>
          </p:nvPr>
        </p:nvSpPr>
        <p:spPr/>
        <p:txBody>
          <a:bodyPr/>
          <a:lstStyle/>
          <a:p>
            <a:fld id="{D9FF5FAE-2060-B54F-BDDB-0825BCE6ACB8}" type="slidenum">
              <a:rPr lang="da-DK" noProof="0" smtClean="0"/>
              <a:pPr/>
              <a:t>20</a:t>
            </a:fld>
            <a:endParaRPr lang="da-DK" noProof="0"/>
          </a:p>
        </p:txBody>
      </p:sp>
    </p:spTree>
    <p:extLst>
      <p:ext uri="{BB962C8B-B14F-4D97-AF65-F5344CB8AC3E}">
        <p14:creationId xmlns:p14="http://schemas.microsoft.com/office/powerpoint/2010/main" val="2990666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F9628-2F49-8D49-1210-AF9DC6422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7E609-7F1B-6D73-D0C5-384EC1A1FE8B}"/>
              </a:ext>
            </a:extLst>
          </p:cNvPr>
          <p:cNvSpPr>
            <a:spLocks noGrp="1"/>
          </p:cNvSpPr>
          <p:nvPr>
            <p:ph type="title"/>
          </p:nvPr>
        </p:nvSpPr>
        <p:spPr>
          <a:xfrm>
            <a:off x="1298708" y="2875002"/>
            <a:ext cx="9594585" cy="1107996"/>
          </a:xfrm>
        </p:spPr>
        <p:txBody>
          <a:bodyPr/>
          <a:lstStyle/>
          <a:p>
            <a:r>
              <a:rPr lang="da-DK" noProof="0" dirty="0"/>
              <a:t>Tema 3: </a:t>
            </a:r>
            <a:br>
              <a:rPr lang="da-DK" noProof="0" dirty="0"/>
            </a:br>
            <a:r>
              <a:rPr lang="da-DK" noProof="0" dirty="0"/>
              <a:t>Endpoint Security</a:t>
            </a:r>
          </a:p>
        </p:txBody>
      </p:sp>
    </p:spTree>
    <p:extLst>
      <p:ext uri="{BB962C8B-B14F-4D97-AF65-F5344CB8AC3E}">
        <p14:creationId xmlns:p14="http://schemas.microsoft.com/office/powerpoint/2010/main" val="3928635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96409-A93C-F222-63D8-8208A5741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0FD2F-D570-8D27-BCA2-019327EFA72B}"/>
              </a:ext>
            </a:extLst>
          </p:cNvPr>
          <p:cNvSpPr>
            <a:spLocks noGrp="1"/>
          </p:cNvSpPr>
          <p:nvPr>
            <p:ph type="title"/>
          </p:nvPr>
        </p:nvSpPr>
        <p:spPr>
          <a:xfrm>
            <a:off x="899999" y="540000"/>
            <a:ext cx="10440000" cy="430887"/>
          </a:xfrm>
        </p:spPr>
        <p:txBody>
          <a:bodyPr/>
          <a:lstStyle/>
          <a:p>
            <a:r>
              <a:rPr lang="da-DK" sz="2800" dirty="0"/>
              <a:t>Læringsmål: Tema 3 - </a:t>
            </a:r>
            <a:r>
              <a:rPr lang="da-DK" sz="2800" noProof="0" dirty="0"/>
              <a:t>Endpoint Security 2</a:t>
            </a:r>
          </a:p>
        </p:txBody>
      </p:sp>
      <p:sp>
        <p:nvSpPr>
          <p:cNvPr id="3" name="Content Placeholder 2">
            <a:extLst>
              <a:ext uri="{FF2B5EF4-FFF2-40B4-BE49-F238E27FC236}">
                <a16:creationId xmlns:a16="http://schemas.microsoft.com/office/drawing/2014/main" id="{C9029D33-F666-B944-ED55-69180ECB7563}"/>
              </a:ext>
            </a:extLst>
          </p:cNvPr>
          <p:cNvSpPr>
            <a:spLocks noGrp="1"/>
          </p:cNvSpPr>
          <p:nvPr>
            <p:ph idx="1"/>
          </p:nvPr>
        </p:nvSpPr>
        <p:spPr/>
        <p:txBody>
          <a:bodyPr/>
          <a:lstStyle/>
          <a:p>
            <a:pPr marL="457200" indent="-457200">
              <a:buFont typeface="+mj-lt"/>
              <a:buAutoNum type="arabicPeriod"/>
            </a:pPr>
            <a:r>
              <a:rPr lang="da-DK" sz="1800" i="1" dirty="0"/>
              <a:t>Endpoint-beskyttelse og EDR </a:t>
            </a:r>
            <a:r>
              <a:rPr lang="da-DK" sz="1800" dirty="0"/>
              <a:t> </a:t>
            </a:r>
          </a:p>
          <a:p>
            <a:pPr lvl="2"/>
            <a:r>
              <a:rPr lang="da-DK" sz="1600" i="1" dirty="0"/>
              <a:t>Ved fagets afslutning kan eleven implementere grundlæggende endpoint-beskyttelse og anvende et EDR-værktøj til at identificere og reagere på relevante alarmer. </a:t>
            </a:r>
            <a:r>
              <a:rPr lang="da-DK" sz="1600" dirty="0"/>
              <a:t> </a:t>
            </a:r>
          </a:p>
          <a:p>
            <a:pPr marL="457200" indent="-457200">
              <a:buFont typeface="+mj-lt"/>
              <a:buAutoNum type="arabicPeriod"/>
            </a:pPr>
            <a:r>
              <a:rPr lang="da-DK" sz="1800" i="1" dirty="0"/>
              <a:t>Sårbarheder og patching </a:t>
            </a:r>
            <a:r>
              <a:rPr lang="da-DK" sz="1800" dirty="0"/>
              <a:t> </a:t>
            </a:r>
          </a:p>
          <a:p>
            <a:pPr lvl="2"/>
            <a:r>
              <a:rPr lang="da-DK" sz="1600" i="1" dirty="0"/>
              <a:t>Ved fagets afslutning kan eleven gennemføre en sårbarhedsscanning og bidrage til patch management. </a:t>
            </a:r>
            <a:r>
              <a:rPr lang="da-DK" sz="1600" dirty="0"/>
              <a:t> </a:t>
            </a:r>
          </a:p>
          <a:p>
            <a:pPr marL="457200" indent="-457200">
              <a:buFont typeface="+mj-lt"/>
              <a:buAutoNum type="arabicPeriod"/>
            </a:pPr>
            <a:r>
              <a:rPr lang="da-DK" sz="1800" i="1" dirty="0"/>
              <a:t>Overvågning, analyse og rapportering </a:t>
            </a:r>
            <a:r>
              <a:rPr lang="da-DK" sz="1800" dirty="0"/>
              <a:t> </a:t>
            </a:r>
          </a:p>
          <a:p>
            <a:pPr lvl="2"/>
            <a:r>
              <a:rPr lang="da-DK" sz="1600" i="1" dirty="0"/>
              <a:t>Ved fagets afslutning kan eleven forklare rollerne for EDR, SIEM, XDR og SOC og anvende alarmer/logdata til en simpel analyse og rapportering. </a:t>
            </a:r>
            <a:r>
              <a:rPr lang="da-DK" sz="1600" dirty="0"/>
              <a:t> </a:t>
            </a:r>
          </a:p>
          <a:p>
            <a:pPr marL="457200" indent="-457200">
              <a:buFont typeface="+mj-lt"/>
              <a:buAutoNum type="arabicPeriod"/>
            </a:pPr>
            <a:r>
              <a:rPr lang="da-DK" sz="1800" i="1" dirty="0"/>
              <a:t>Mobile enheder, fjernadgang </a:t>
            </a:r>
            <a:r>
              <a:rPr lang="da-DK" sz="1800" dirty="0"/>
              <a:t> </a:t>
            </a:r>
          </a:p>
          <a:p>
            <a:pPr lvl="2"/>
            <a:r>
              <a:rPr lang="da-DK" sz="1600" i="1" dirty="0"/>
              <a:t>Ved fagets afslutning kan eleven anvende grundlæggende sikkerhedspraksis for mobile enheder og fjernadgang og foreslå enkle forbedringer baseret på et hændelsesscenarie eller tidligere erfaringer. </a:t>
            </a:r>
            <a:r>
              <a:rPr lang="da-DK" sz="1600" dirty="0"/>
              <a:t> </a:t>
            </a:r>
          </a:p>
          <a:p>
            <a:pPr marL="457200" indent="-457200">
              <a:buFont typeface="+mj-lt"/>
              <a:buAutoNum type="arabicPeriod"/>
            </a:pPr>
            <a:r>
              <a:rPr lang="da-DK" sz="1800" i="1" dirty="0"/>
              <a:t>Endpoint management, NAC og segmentering </a:t>
            </a:r>
            <a:r>
              <a:rPr lang="da-DK" sz="1800" dirty="0"/>
              <a:t> </a:t>
            </a:r>
          </a:p>
          <a:p>
            <a:pPr lvl="2"/>
            <a:r>
              <a:rPr lang="da-DK" sz="1600" i="1" dirty="0"/>
              <a:t>Ved fagets afslutning kan eleven bidrage til sikring af endpoints ved at anvende endpoint management. </a:t>
            </a:r>
            <a:endParaRPr lang="da-DK" sz="1600" dirty="0"/>
          </a:p>
        </p:txBody>
      </p:sp>
      <p:sp>
        <p:nvSpPr>
          <p:cNvPr id="4" name="Date Placeholder 3">
            <a:extLst>
              <a:ext uri="{FF2B5EF4-FFF2-40B4-BE49-F238E27FC236}">
                <a16:creationId xmlns:a16="http://schemas.microsoft.com/office/drawing/2014/main" id="{E36FA1AD-22A9-AAAD-3C62-813842463E76}"/>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1D35D80F-1EFE-693E-5CAF-AE8C4E71BB1D}"/>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EB5B98F2-FF0A-A1B9-369D-725273CB8AA2}"/>
              </a:ext>
            </a:extLst>
          </p:cNvPr>
          <p:cNvSpPr>
            <a:spLocks noGrp="1"/>
          </p:cNvSpPr>
          <p:nvPr>
            <p:ph type="sldNum" sz="quarter" idx="12"/>
          </p:nvPr>
        </p:nvSpPr>
        <p:spPr/>
        <p:txBody>
          <a:bodyPr/>
          <a:lstStyle/>
          <a:p>
            <a:fld id="{D9FF5FAE-2060-B54F-BDDB-0825BCE6ACB8}" type="slidenum">
              <a:rPr lang="da-DK" noProof="0" smtClean="0"/>
              <a:pPr/>
              <a:t>22</a:t>
            </a:fld>
            <a:endParaRPr lang="da-DK" noProof="0" dirty="0"/>
          </a:p>
        </p:txBody>
      </p:sp>
    </p:spTree>
    <p:extLst>
      <p:ext uri="{BB962C8B-B14F-4D97-AF65-F5344CB8AC3E}">
        <p14:creationId xmlns:p14="http://schemas.microsoft.com/office/powerpoint/2010/main" val="54751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5770-89FD-56BD-058F-B4E896047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8DBF8-71C6-ED99-DCF1-B5D867ADBCD3}"/>
              </a:ext>
            </a:extLst>
          </p:cNvPr>
          <p:cNvSpPr>
            <a:spLocks noGrp="1"/>
          </p:cNvSpPr>
          <p:nvPr>
            <p:ph type="title"/>
          </p:nvPr>
        </p:nvSpPr>
        <p:spPr>
          <a:xfrm>
            <a:off x="899999" y="540000"/>
            <a:ext cx="10440000" cy="553998"/>
          </a:xfrm>
        </p:spPr>
        <p:txBody>
          <a:bodyPr/>
          <a:lstStyle/>
          <a:p>
            <a:r>
              <a:rPr lang="da-DK" dirty="0"/>
              <a:t>Ideer til aktiviteter</a:t>
            </a:r>
            <a:endParaRPr lang="da-DK" noProof="0" dirty="0"/>
          </a:p>
        </p:txBody>
      </p:sp>
      <p:sp>
        <p:nvSpPr>
          <p:cNvPr id="3" name="Content Placeholder 2">
            <a:extLst>
              <a:ext uri="{FF2B5EF4-FFF2-40B4-BE49-F238E27FC236}">
                <a16:creationId xmlns:a16="http://schemas.microsoft.com/office/drawing/2014/main" id="{7BB11E3E-064B-6F9F-F2BB-0D7541947B93}"/>
              </a:ext>
            </a:extLst>
          </p:cNvPr>
          <p:cNvSpPr>
            <a:spLocks noGrp="1"/>
          </p:cNvSpPr>
          <p:nvPr>
            <p:ph idx="1"/>
          </p:nvPr>
        </p:nvSpPr>
        <p:spPr/>
        <p:txBody>
          <a:bodyPr/>
          <a:lstStyle/>
          <a:p>
            <a:r>
              <a:rPr lang="da-DK" b="1" dirty="0"/>
              <a:t>EDR – Wazuh </a:t>
            </a:r>
          </a:p>
          <a:p>
            <a:r>
              <a:rPr lang="da-DK" dirty="0"/>
              <a:t>Patch/Sårbarheds scanning </a:t>
            </a:r>
          </a:p>
          <a:p>
            <a:r>
              <a:rPr lang="da-DK" dirty="0"/>
              <a:t>Threat hunting (Måske næste forløb) </a:t>
            </a:r>
          </a:p>
          <a:p>
            <a:r>
              <a:rPr lang="da-DK" dirty="0"/>
              <a:t>SOC Event/Alert - Playbooks </a:t>
            </a:r>
          </a:p>
          <a:p>
            <a:r>
              <a:rPr lang="da-DK" dirty="0"/>
              <a:t>VPN remote </a:t>
            </a:r>
          </a:p>
          <a:p>
            <a:r>
              <a:rPr lang="da-DK" dirty="0"/>
              <a:t>Monitor/Management server </a:t>
            </a:r>
          </a:p>
        </p:txBody>
      </p:sp>
      <p:sp>
        <p:nvSpPr>
          <p:cNvPr id="4" name="Date Placeholder 3">
            <a:extLst>
              <a:ext uri="{FF2B5EF4-FFF2-40B4-BE49-F238E27FC236}">
                <a16:creationId xmlns:a16="http://schemas.microsoft.com/office/drawing/2014/main" id="{1065C4E0-7C77-6E45-9522-7C1F130238F6}"/>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C6A68D39-9F21-71BA-B809-AD6BB8740088}"/>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5017D9A3-5227-CFEB-E5E6-C975F087DA0B}"/>
              </a:ext>
            </a:extLst>
          </p:cNvPr>
          <p:cNvSpPr>
            <a:spLocks noGrp="1"/>
          </p:cNvSpPr>
          <p:nvPr>
            <p:ph type="sldNum" sz="quarter" idx="12"/>
          </p:nvPr>
        </p:nvSpPr>
        <p:spPr/>
        <p:txBody>
          <a:bodyPr/>
          <a:lstStyle/>
          <a:p>
            <a:fld id="{D9FF5FAE-2060-B54F-BDDB-0825BCE6ACB8}" type="slidenum">
              <a:rPr lang="da-DK" noProof="0" smtClean="0"/>
              <a:pPr/>
              <a:t>23</a:t>
            </a:fld>
            <a:endParaRPr lang="da-DK" noProof="0" dirty="0"/>
          </a:p>
        </p:txBody>
      </p:sp>
    </p:spTree>
    <p:extLst>
      <p:ext uri="{BB962C8B-B14F-4D97-AF65-F5344CB8AC3E}">
        <p14:creationId xmlns:p14="http://schemas.microsoft.com/office/powerpoint/2010/main" val="899260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34926-32A3-28FF-D3C7-7AB199114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C3FDC-7A0F-DDFF-8EE2-B961BF6A4539}"/>
              </a:ext>
            </a:extLst>
          </p:cNvPr>
          <p:cNvSpPr>
            <a:spLocks noGrp="1"/>
          </p:cNvSpPr>
          <p:nvPr>
            <p:ph type="title"/>
          </p:nvPr>
        </p:nvSpPr>
        <p:spPr>
          <a:xfrm>
            <a:off x="899999" y="540000"/>
            <a:ext cx="10440000" cy="861774"/>
          </a:xfrm>
        </p:spPr>
        <p:txBody>
          <a:bodyPr/>
          <a:lstStyle/>
          <a:p>
            <a:r>
              <a:rPr lang="da-DK" sz="3200" dirty="0"/>
              <a:t>Ugeplan 7: (Endpoint) Baseline hardening + Wazuh agent</a:t>
            </a:r>
            <a:br>
              <a:rPr lang="da-DK" sz="3200" dirty="0"/>
            </a:br>
            <a:r>
              <a:rPr lang="da-DK" sz="2400" b="1" dirty="0"/>
              <a:t>Formål:</a:t>
            </a:r>
            <a:r>
              <a:rPr lang="da-DK" sz="2400" dirty="0"/>
              <a:t> Endpoint synlighed og basal beskyttelse</a:t>
            </a:r>
            <a:endParaRPr lang="da-DK" sz="3200" noProof="0" dirty="0"/>
          </a:p>
        </p:txBody>
      </p:sp>
      <p:sp>
        <p:nvSpPr>
          <p:cNvPr id="3" name="Content Placeholder 2">
            <a:extLst>
              <a:ext uri="{FF2B5EF4-FFF2-40B4-BE49-F238E27FC236}">
                <a16:creationId xmlns:a16="http://schemas.microsoft.com/office/drawing/2014/main" id="{9AE6E56B-FA44-251A-D014-BCB23747AA14}"/>
              </a:ext>
            </a:extLst>
          </p:cNvPr>
          <p:cNvSpPr>
            <a:spLocks noGrp="1"/>
          </p:cNvSpPr>
          <p:nvPr>
            <p:ph idx="1"/>
          </p:nvPr>
        </p:nvSpPr>
        <p:spPr/>
        <p:txBody>
          <a:bodyPr/>
          <a:lstStyle/>
          <a:p>
            <a:r>
              <a:rPr lang="da-DK" sz="1800" b="1" dirty="0"/>
              <a:t>Aktiviteter:</a:t>
            </a:r>
            <a:r>
              <a:rPr lang="da-DK" sz="1800" dirty="0"/>
              <a:t> </a:t>
            </a:r>
          </a:p>
          <a:p>
            <a:pPr lvl="2"/>
            <a:r>
              <a:rPr lang="da-DK" sz="1600" dirty="0"/>
              <a:t>Wazuh agent på Windows Server + én klient/VM; baseline policies (audit, integrity monitoring udvalgte paths). </a:t>
            </a:r>
          </a:p>
          <a:p>
            <a:pPr lvl="2"/>
            <a:r>
              <a:rPr lang="da-DK" sz="1600" dirty="0"/>
              <a:t>Asset lifecycle: lav simpel asset-oversigt og “owner/purpose/data class”. </a:t>
            </a:r>
          </a:p>
          <a:p>
            <a:pPr lvl="2"/>
            <a:r>
              <a:rPr lang="da-DK" sz="1600" b="1" dirty="0"/>
              <a:t>Elevproduktion:</a:t>
            </a:r>
            <a:r>
              <a:rPr lang="da-DK" sz="1600" dirty="0"/>
              <a:t> Endpoint baseline checklist + agent status + asset register. </a:t>
            </a:r>
          </a:p>
          <a:p>
            <a:endParaRPr lang="da-DK" sz="1800" b="1" dirty="0"/>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1A59D583-CC75-17A5-3491-5D674545E169}"/>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D311A957-3047-291E-A303-65F8400EBE27}"/>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F46D511A-D2CE-E237-2A64-7B1EF166CEDE}"/>
              </a:ext>
            </a:extLst>
          </p:cNvPr>
          <p:cNvSpPr>
            <a:spLocks noGrp="1"/>
          </p:cNvSpPr>
          <p:nvPr>
            <p:ph type="sldNum" sz="quarter" idx="12"/>
          </p:nvPr>
        </p:nvSpPr>
        <p:spPr/>
        <p:txBody>
          <a:bodyPr/>
          <a:lstStyle/>
          <a:p>
            <a:fld id="{D9FF5FAE-2060-B54F-BDDB-0825BCE6ACB8}" type="slidenum">
              <a:rPr lang="da-DK" noProof="0" smtClean="0"/>
              <a:pPr/>
              <a:t>24</a:t>
            </a:fld>
            <a:endParaRPr lang="da-DK" noProof="0" dirty="0"/>
          </a:p>
        </p:txBody>
      </p:sp>
    </p:spTree>
    <p:extLst>
      <p:ext uri="{BB962C8B-B14F-4D97-AF65-F5344CB8AC3E}">
        <p14:creationId xmlns:p14="http://schemas.microsoft.com/office/powerpoint/2010/main" val="740695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888E-8C49-B3BF-F2C9-C4D12AC96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FFC8D-046B-2E3D-6879-8FBF29FB3693}"/>
              </a:ext>
            </a:extLst>
          </p:cNvPr>
          <p:cNvSpPr>
            <a:spLocks noGrp="1"/>
          </p:cNvSpPr>
          <p:nvPr>
            <p:ph type="title"/>
          </p:nvPr>
        </p:nvSpPr>
        <p:spPr>
          <a:xfrm>
            <a:off x="899999" y="540000"/>
            <a:ext cx="10440000" cy="861774"/>
          </a:xfrm>
        </p:spPr>
        <p:txBody>
          <a:bodyPr/>
          <a:lstStyle/>
          <a:p>
            <a:r>
              <a:rPr lang="da-DK" sz="3200" dirty="0"/>
              <a:t>Ugeplan 8: (Endpoint) Patch + vulnerability workflow</a:t>
            </a:r>
            <a:br>
              <a:rPr lang="da-DK" sz="3200" dirty="0"/>
            </a:br>
            <a:r>
              <a:rPr lang="da-DK" sz="2400" b="1" dirty="0"/>
              <a:t>Formål:</a:t>
            </a:r>
            <a:r>
              <a:rPr lang="da-DK" sz="2400" dirty="0"/>
              <a:t> Driftsikker process og dokumentation</a:t>
            </a:r>
            <a:endParaRPr lang="da-DK" sz="3200" noProof="0" dirty="0"/>
          </a:p>
        </p:txBody>
      </p:sp>
      <p:sp>
        <p:nvSpPr>
          <p:cNvPr id="3" name="Content Placeholder 2">
            <a:extLst>
              <a:ext uri="{FF2B5EF4-FFF2-40B4-BE49-F238E27FC236}">
                <a16:creationId xmlns:a16="http://schemas.microsoft.com/office/drawing/2014/main" id="{046524F2-AEFB-0C8C-A54F-9296007A71A9}"/>
              </a:ext>
            </a:extLst>
          </p:cNvPr>
          <p:cNvSpPr>
            <a:spLocks noGrp="1"/>
          </p:cNvSpPr>
          <p:nvPr>
            <p:ph idx="1"/>
          </p:nvPr>
        </p:nvSpPr>
        <p:spPr/>
        <p:txBody>
          <a:bodyPr/>
          <a:lstStyle/>
          <a:p>
            <a:r>
              <a:rPr lang="da-DK" sz="1800" b="1" dirty="0"/>
              <a:t>Aktiviteter:</a:t>
            </a:r>
            <a:r>
              <a:rPr lang="da-DK" sz="1800" dirty="0"/>
              <a:t> </a:t>
            </a:r>
          </a:p>
          <a:p>
            <a:pPr lvl="2"/>
            <a:r>
              <a:rPr lang="da-DK" sz="1600" dirty="0"/>
              <a:t>Sårbarheds-/patch-øvelse: scan → prioriter → change → deploy → verify → report. </a:t>
            </a:r>
          </a:p>
          <a:p>
            <a:pPr lvl="2"/>
            <a:r>
              <a:rPr lang="da-DK" sz="1600" dirty="0"/>
              <a:t>Backup/restore test ??? Eller hvad???. </a:t>
            </a:r>
          </a:p>
          <a:p>
            <a:pPr lvl="2"/>
            <a:r>
              <a:rPr lang="da-DK" sz="1600" b="1" dirty="0"/>
              <a:t>Elevproduktion:</a:t>
            </a:r>
            <a:r>
              <a:rPr lang="da-DK" sz="1600" dirty="0"/>
              <a:t> Patch change record + risk vurdering + restore-test ??? </a:t>
            </a:r>
          </a:p>
          <a:p>
            <a:endParaRPr lang="da-DK" sz="1800" b="1" dirty="0"/>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7AD1DBEA-A2FB-C7B1-8E7C-26D7346E88B1}"/>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4CE630E3-E7C7-E061-5233-5E5E04050042}"/>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2A8E1401-1A41-C87C-8913-131A0C66AFC9}"/>
              </a:ext>
            </a:extLst>
          </p:cNvPr>
          <p:cNvSpPr>
            <a:spLocks noGrp="1"/>
          </p:cNvSpPr>
          <p:nvPr>
            <p:ph type="sldNum" sz="quarter" idx="12"/>
          </p:nvPr>
        </p:nvSpPr>
        <p:spPr/>
        <p:txBody>
          <a:bodyPr/>
          <a:lstStyle/>
          <a:p>
            <a:fld id="{D9FF5FAE-2060-B54F-BDDB-0825BCE6ACB8}" type="slidenum">
              <a:rPr lang="da-DK" noProof="0" smtClean="0"/>
              <a:pPr/>
              <a:t>25</a:t>
            </a:fld>
            <a:endParaRPr lang="da-DK" noProof="0" dirty="0"/>
          </a:p>
        </p:txBody>
      </p:sp>
    </p:spTree>
    <p:extLst>
      <p:ext uri="{BB962C8B-B14F-4D97-AF65-F5344CB8AC3E}">
        <p14:creationId xmlns:p14="http://schemas.microsoft.com/office/powerpoint/2010/main" val="1370789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FC457-9023-04F7-7ABC-60E8B4CD6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182CE-306B-2AD4-1B0A-C942936C3F2A}"/>
              </a:ext>
            </a:extLst>
          </p:cNvPr>
          <p:cNvSpPr>
            <a:spLocks noGrp="1"/>
          </p:cNvSpPr>
          <p:nvPr>
            <p:ph type="title"/>
          </p:nvPr>
        </p:nvSpPr>
        <p:spPr>
          <a:xfrm>
            <a:off x="899999" y="540000"/>
            <a:ext cx="10440000" cy="1354217"/>
          </a:xfrm>
        </p:spPr>
        <p:txBody>
          <a:bodyPr/>
          <a:lstStyle/>
          <a:p>
            <a:r>
              <a:rPr lang="da-DK" sz="3200" dirty="0"/>
              <a:t>Ugeplan 9: (Endpoint) Alarmtriage + playbooks + rapportering</a:t>
            </a:r>
            <a:br>
              <a:rPr lang="da-DK" sz="3200" dirty="0"/>
            </a:br>
            <a:r>
              <a:rPr lang="da-DK" sz="2400" b="1" dirty="0"/>
              <a:t>Formål:</a:t>
            </a:r>
            <a:r>
              <a:rPr lang="da-DK" sz="2400" dirty="0"/>
              <a:t> Endpoint synlighed og basal beskyttelse</a:t>
            </a:r>
            <a:endParaRPr lang="da-DK" sz="3200" noProof="0" dirty="0"/>
          </a:p>
        </p:txBody>
      </p:sp>
      <p:sp>
        <p:nvSpPr>
          <p:cNvPr id="3" name="Content Placeholder 2">
            <a:extLst>
              <a:ext uri="{FF2B5EF4-FFF2-40B4-BE49-F238E27FC236}">
                <a16:creationId xmlns:a16="http://schemas.microsoft.com/office/drawing/2014/main" id="{05F6E89E-8061-14D1-4F11-05F5186E23A6}"/>
              </a:ext>
            </a:extLst>
          </p:cNvPr>
          <p:cNvSpPr>
            <a:spLocks noGrp="1"/>
          </p:cNvSpPr>
          <p:nvPr>
            <p:ph idx="1"/>
          </p:nvPr>
        </p:nvSpPr>
        <p:spPr>
          <a:xfrm>
            <a:off x="900000" y="2070671"/>
            <a:ext cx="10439999" cy="4320000"/>
          </a:xfrm>
        </p:spPr>
        <p:txBody>
          <a:bodyPr/>
          <a:lstStyle/>
          <a:p>
            <a:r>
              <a:rPr lang="da-DK" sz="1800" b="1" dirty="0"/>
              <a:t>Aktiviteter:</a:t>
            </a:r>
            <a:r>
              <a:rPr lang="da-DK" sz="1800" dirty="0"/>
              <a:t> </a:t>
            </a:r>
          </a:p>
          <a:p>
            <a:pPr lvl="2"/>
            <a:r>
              <a:rPr lang="da-DK" sz="1600" dirty="0"/>
              <a:t>Triage-workshop: elever får 5 alarmer (blandet støj/ægte) og skal klassificere, eskalere, lukke. </a:t>
            </a:r>
          </a:p>
          <a:p>
            <a:pPr lvl="2"/>
            <a:r>
              <a:rPr lang="da-DK" sz="1600" dirty="0"/>
              <a:t>Playbook: “Suspicious login”, “Malware alert”, “Policy violation”, ?????. </a:t>
            </a:r>
          </a:p>
          <a:p>
            <a:pPr lvl="2"/>
            <a:r>
              <a:rPr lang="da-DK" sz="1600" b="1" dirty="0"/>
              <a:t>Elevproduktion</a:t>
            </a:r>
            <a:r>
              <a:rPr lang="da-DK" b="1" dirty="0"/>
              <a:t>:</a:t>
            </a:r>
            <a:r>
              <a:rPr lang="da-DK" dirty="0"/>
              <a:t> Incident rapport (kort) + playbook + forbedringsliste. </a:t>
            </a:r>
          </a:p>
          <a:p>
            <a:endParaRPr lang="da-DK" sz="1800" b="1" dirty="0"/>
          </a:p>
          <a:p>
            <a:r>
              <a:rPr lang="da-DK" sz="1800" b="1" dirty="0"/>
              <a:t>Differentiering:</a:t>
            </a:r>
            <a:r>
              <a:rPr lang="da-DK" sz="1800" dirty="0"/>
              <a:t> ? </a:t>
            </a:r>
          </a:p>
          <a:p>
            <a:r>
              <a:rPr lang="da-DK" sz="1800" b="1" dirty="0"/>
              <a:t>Evaluering:</a:t>
            </a:r>
            <a:r>
              <a:rPr lang="da-DK" sz="1800" dirty="0"/>
              <a:t> ? </a:t>
            </a:r>
          </a:p>
          <a:p>
            <a:r>
              <a:rPr lang="da-DK" sz="1800" b="1" dirty="0"/>
              <a:t>Materialer:</a:t>
            </a:r>
            <a:r>
              <a:rPr lang="da-DK" sz="1800" dirty="0"/>
              <a:t> ? </a:t>
            </a:r>
          </a:p>
          <a:p>
            <a:r>
              <a:rPr lang="da-DK" sz="1800" b="1" dirty="0"/>
              <a:t>Værktøjer:</a:t>
            </a:r>
            <a:r>
              <a:rPr lang="da-DK" sz="1800" dirty="0"/>
              <a:t> ? </a:t>
            </a:r>
          </a:p>
          <a:p>
            <a:endParaRPr lang="da-DK" b="1" dirty="0"/>
          </a:p>
        </p:txBody>
      </p:sp>
      <p:sp>
        <p:nvSpPr>
          <p:cNvPr id="4" name="Date Placeholder 3">
            <a:extLst>
              <a:ext uri="{FF2B5EF4-FFF2-40B4-BE49-F238E27FC236}">
                <a16:creationId xmlns:a16="http://schemas.microsoft.com/office/drawing/2014/main" id="{7E76A8B7-C698-D82D-FA84-3616BC13C918}"/>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902787EB-9DB3-77A7-7B83-417881A1414C}"/>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EF08A24F-AF9E-070A-1AD9-BA4910C23E4B}"/>
              </a:ext>
            </a:extLst>
          </p:cNvPr>
          <p:cNvSpPr>
            <a:spLocks noGrp="1"/>
          </p:cNvSpPr>
          <p:nvPr>
            <p:ph type="sldNum" sz="quarter" idx="12"/>
          </p:nvPr>
        </p:nvSpPr>
        <p:spPr/>
        <p:txBody>
          <a:bodyPr/>
          <a:lstStyle/>
          <a:p>
            <a:fld id="{D9FF5FAE-2060-B54F-BDDB-0825BCE6ACB8}" type="slidenum">
              <a:rPr lang="da-DK" noProof="0" smtClean="0"/>
              <a:pPr/>
              <a:t>26</a:t>
            </a:fld>
            <a:endParaRPr lang="da-DK" noProof="0" dirty="0"/>
          </a:p>
        </p:txBody>
      </p:sp>
    </p:spTree>
    <p:extLst>
      <p:ext uri="{BB962C8B-B14F-4D97-AF65-F5344CB8AC3E}">
        <p14:creationId xmlns:p14="http://schemas.microsoft.com/office/powerpoint/2010/main" val="3018175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42029-5C78-0E86-BE07-EA88D9A62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D2A44-EB96-8206-D0AD-7029747148DC}"/>
              </a:ext>
            </a:extLst>
          </p:cNvPr>
          <p:cNvSpPr>
            <a:spLocks noGrp="1"/>
          </p:cNvSpPr>
          <p:nvPr>
            <p:ph type="title"/>
          </p:nvPr>
        </p:nvSpPr>
        <p:spPr/>
        <p:txBody>
          <a:bodyPr/>
          <a:lstStyle/>
          <a:p>
            <a:r>
              <a:rPr lang="da-DK" noProof="0" dirty="0"/>
              <a:t>Diskussion i grupper</a:t>
            </a:r>
          </a:p>
        </p:txBody>
      </p:sp>
      <p:sp>
        <p:nvSpPr>
          <p:cNvPr id="3" name="Content Placeholder 2">
            <a:extLst>
              <a:ext uri="{FF2B5EF4-FFF2-40B4-BE49-F238E27FC236}">
                <a16:creationId xmlns:a16="http://schemas.microsoft.com/office/drawing/2014/main" id="{3922DA57-80A8-E460-52C2-C7FF55C164D7}"/>
              </a:ext>
            </a:extLst>
          </p:cNvPr>
          <p:cNvSpPr>
            <a:spLocks noGrp="1"/>
          </p:cNvSpPr>
          <p:nvPr>
            <p:ph idx="1"/>
          </p:nvPr>
        </p:nvSpPr>
        <p:spPr>
          <a:xfrm>
            <a:off x="899999" y="1205121"/>
            <a:ext cx="10923192" cy="4320000"/>
          </a:xfrm>
        </p:spPr>
        <p:txBody>
          <a:bodyPr/>
          <a:lstStyle/>
          <a:p>
            <a:r>
              <a:rPr lang="da-DK" dirty="0"/>
              <a:t>Kan i bruge de 3 ugeplaner direkte eller skal noget ændres?</a:t>
            </a:r>
          </a:p>
          <a:p>
            <a:r>
              <a:rPr lang="da-DK" dirty="0"/>
              <a:t>Hvordan kan man lave differentiering og evaluering? </a:t>
            </a:r>
          </a:p>
          <a:p>
            <a:r>
              <a:rPr lang="da-DK" dirty="0"/>
              <a:t>Hvilke materialer/værktøjer er nødvendige (udover EUD Cyber miljøet)?</a:t>
            </a:r>
          </a:p>
          <a:p>
            <a:r>
              <a:rPr lang="da-DK" dirty="0"/>
              <a:t>Andre tanker/kommentarer?</a:t>
            </a:r>
          </a:p>
          <a:p>
            <a:endParaRPr lang="da-DK" dirty="0"/>
          </a:p>
          <a:p>
            <a:r>
              <a:rPr lang="da-DK" dirty="0"/>
              <a:t>Slides findes på:</a:t>
            </a:r>
            <a:endParaRPr lang="da-DK" dirty="0">
              <a:hlinkClick r:id="rId2"/>
            </a:endParaRPr>
          </a:p>
          <a:p>
            <a:pPr lvl="2"/>
            <a:r>
              <a:rPr lang="da-DK" dirty="0">
                <a:hlinkClick r:id="rId3"/>
              </a:rPr>
              <a:t>https://github.com/alexandrainst/IU-kursus/tree/main/Kursus-3/dag-3</a:t>
            </a:r>
            <a:endParaRPr lang="da-DK" dirty="0"/>
          </a:p>
          <a:p>
            <a:pPr lvl="2"/>
            <a:endParaRPr lang="da-DK" dirty="0"/>
          </a:p>
          <a:p>
            <a:pPr marL="0" indent="0" algn="ctr">
              <a:buNone/>
            </a:pPr>
            <a:endParaRPr lang="da-DK" sz="3600" noProof="0" dirty="0"/>
          </a:p>
          <a:p>
            <a:pPr marL="0" indent="0" algn="ctr">
              <a:buNone/>
            </a:pPr>
            <a:r>
              <a:rPr lang="da-DK" sz="3600" noProof="0" dirty="0"/>
              <a:t>Opsamling kl. 11.00</a:t>
            </a:r>
          </a:p>
          <a:p>
            <a:pPr marL="360000" lvl="2" indent="0">
              <a:buNone/>
            </a:pPr>
            <a:r>
              <a:rPr lang="da-DK" noProof="0" dirty="0"/>
              <a:t> </a:t>
            </a:r>
          </a:p>
        </p:txBody>
      </p:sp>
      <p:sp>
        <p:nvSpPr>
          <p:cNvPr id="4" name="Date Placeholder 3">
            <a:extLst>
              <a:ext uri="{FF2B5EF4-FFF2-40B4-BE49-F238E27FC236}">
                <a16:creationId xmlns:a16="http://schemas.microsoft.com/office/drawing/2014/main" id="{304D2C87-5505-CBC1-E838-41B70925FEEB}"/>
              </a:ext>
            </a:extLst>
          </p:cNvPr>
          <p:cNvSpPr>
            <a:spLocks noGrp="1"/>
          </p:cNvSpPr>
          <p:nvPr>
            <p:ph type="dt" sz="half" idx="10"/>
          </p:nvPr>
        </p:nvSpPr>
        <p:spPr/>
        <p:txBody>
          <a:bodyPr/>
          <a:lstStyle/>
          <a:p>
            <a:fld id="{1E31781D-1938-4D4D-8804-84A3CA642707}" type="datetime1">
              <a:rPr lang="da-DK" noProof="0" smtClean="0"/>
              <a:t>17-03-2026</a:t>
            </a:fld>
            <a:endParaRPr lang="da-DK" noProof="0" dirty="0"/>
          </a:p>
        </p:txBody>
      </p:sp>
      <p:sp>
        <p:nvSpPr>
          <p:cNvPr id="5" name="Footer Placeholder 4">
            <a:extLst>
              <a:ext uri="{FF2B5EF4-FFF2-40B4-BE49-F238E27FC236}">
                <a16:creationId xmlns:a16="http://schemas.microsoft.com/office/drawing/2014/main" id="{98B6142C-9A7E-7B2A-2B27-F194C06B71EF}"/>
              </a:ext>
            </a:extLst>
          </p:cNvPr>
          <p:cNvSpPr>
            <a:spLocks noGrp="1"/>
          </p:cNvSpPr>
          <p:nvPr>
            <p:ph type="ftr" sz="quarter" idx="11"/>
          </p:nvPr>
        </p:nvSpPr>
        <p:spPr/>
        <p:txBody>
          <a:bodyPr/>
          <a:lstStyle/>
          <a:p>
            <a:r>
              <a:rPr lang="da-DK" noProof="0" dirty="0"/>
              <a:t>cybersikker.alexandra.dk</a:t>
            </a:r>
          </a:p>
        </p:txBody>
      </p:sp>
      <p:sp>
        <p:nvSpPr>
          <p:cNvPr id="6" name="Slide Number Placeholder 5">
            <a:extLst>
              <a:ext uri="{FF2B5EF4-FFF2-40B4-BE49-F238E27FC236}">
                <a16:creationId xmlns:a16="http://schemas.microsoft.com/office/drawing/2014/main" id="{9BE38360-F175-175B-A553-65ABB2F2AF49}"/>
              </a:ext>
            </a:extLst>
          </p:cNvPr>
          <p:cNvSpPr>
            <a:spLocks noGrp="1"/>
          </p:cNvSpPr>
          <p:nvPr>
            <p:ph type="sldNum" sz="quarter" idx="12"/>
          </p:nvPr>
        </p:nvSpPr>
        <p:spPr/>
        <p:txBody>
          <a:bodyPr/>
          <a:lstStyle/>
          <a:p>
            <a:fld id="{D9FF5FAE-2060-B54F-BDDB-0825BCE6ACB8}" type="slidenum">
              <a:rPr lang="da-DK" noProof="0" smtClean="0"/>
              <a:pPr/>
              <a:t>27</a:t>
            </a:fld>
            <a:endParaRPr lang="da-DK" noProof="0" dirty="0"/>
          </a:p>
        </p:txBody>
      </p:sp>
    </p:spTree>
    <p:extLst>
      <p:ext uri="{BB962C8B-B14F-4D97-AF65-F5344CB8AC3E}">
        <p14:creationId xmlns:p14="http://schemas.microsoft.com/office/powerpoint/2010/main" val="788354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E1DD-1065-FCCF-5678-FFA6D0DE2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334E6-89D3-980C-0029-AB51A59B9E38}"/>
              </a:ext>
            </a:extLst>
          </p:cNvPr>
          <p:cNvSpPr>
            <a:spLocks noGrp="1"/>
          </p:cNvSpPr>
          <p:nvPr>
            <p:ph type="title"/>
          </p:nvPr>
        </p:nvSpPr>
        <p:spPr>
          <a:xfrm>
            <a:off x="1298708" y="2598004"/>
            <a:ext cx="9594585" cy="1661993"/>
          </a:xfrm>
        </p:spPr>
        <p:txBody>
          <a:bodyPr/>
          <a:lstStyle/>
          <a:p>
            <a:r>
              <a:rPr lang="da-DK" noProof="0" dirty="0"/>
              <a:t>Evaluering</a:t>
            </a:r>
            <a:br>
              <a:rPr lang="da-DK" noProof="0" dirty="0"/>
            </a:br>
            <a:br>
              <a:rPr lang="da-DK" noProof="0" dirty="0"/>
            </a:br>
            <a:r>
              <a:rPr lang="da-DK" noProof="0" dirty="0"/>
              <a:t>Kommentarer til kurset / ønsker til næste gang</a:t>
            </a:r>
          </a:p>
        </p:txBody>
      </p:sp>
    </p:spTree>
    <p:extLst>
      <p:ext uri="{BB962C8B-B14F-4D97-AF65-F5344CB8AC3E}">
        <p14:creationId xmlns:p14="http://schemas.microsoft.com/office/powerpoint/2010/main" val="3597885037"/>
      </p:ext>
    </p:extLst>
  </p:cSld>
  <p:clrMapOvr>
    <a:masterClrMapping/>
  </p:clrMapOvr>
</p:sld>
</file>

<file path=ppt/theme/theme1.xml><?xml version="1.0" encoding="utf-8"?>
<a:theme xmlns:a="http://schemas.openxmlformats.org/drawingml/2006/main" name="Masterside">
  <a:themeElements>
    <a:clrScheme name="Alexandra Instituttet farver 2024">
      <a:dk1>
        <a:srgbClr val="343434"/>
      </a:dk1>
      <a:lt1>
        <a:srgbClr val="FFFFFF"/>
      </a:lt1>
      <a:dk2>
        <a:srgbClr val="343434"/>
      </a:dk2>
      <a:lt2>
        <a:srgbClr val="EDEDED"/>
      </a:lt2>
      <a:accent1>
        <a:srgbClr val="002A3F"/>
      </a:accent1>
      <a:accent2>
        <a:srgbClr val="0E495F"/>
      </a:accent2>
      <a:accent3>
        <a:srgbClr val="7797A5"/>
      </a:accent3>
      <a:accent4>
        <a:srgbClr val="9DB2BB"/>
      </a:accent4>
      <a:accent5>
        <a:srgbClr val="2B6B8B"/>
      </a:accent5>
      <a:accent6>
        <a:srgbClr val="BE5D2B"/>
      </a:accent6>
      <a:hlink>
        <a:srgbClr val="BE5D2B"/>
      </a:hlink>
      <a:folHlink>
        <a:srgbClr val="95989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lexandra_Instituttet_2022_DK" id="{4A3BB4F3-E6E2-C94B-9938-7B191890F638}" vid="{0E9BCA01-149E-234A-89EB-7639E86386CB}"/>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2297d5-60a3-4378-8fa0-0f27dec9bc09">
      <Terms xmlns="http://schemas.microsoft.com/office/infopath/2007/PartnerControls"/>
    </lcf76f155ced4ddcb4097134ff3c332f>
    <TaxCatchAll xmlns="b7a1e643-70f8-4e3c-953a-3408b8617d0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B27C4D7E2A2944090E7FCAA05E5A1BB" ma:contentTypeVersion="10" ma:contentTypeDescription="Create a new document." ma:contentTypeScope="" ma:versionID="5654dc2dce5cea82e1ab13b5f3604516">
  <xsd:schema xmlns:xsd="http://www.w3.org/2001/XMLSchema" xmlns:xs="http://www.w3.org/2001/XMLSchema" xmlns:p="http://schemas.microsoft.com/office/2006/metadata/properties" xmlns:ns2="992297d5-60a3-4378-8fa0-0f27dec9bc09" xmlns:ns3="b7a1e643-70f8-4e3c-953a-3408b8617d0b" targetNamespace="http://schemas.microsoft.com/office/2006/metadata/properties" ma:root="true" ma:fieldsID="feedf58334a1fa6c1b64214aa0d99011" ns2:_="" ns3:_="">
    <xsd:import namespace="992297d5-60a3-4378-8fa0-0f27dec9bc09"/>
    <xsd:import namespace="b7a1e643-70f8-4e3c-953a-3408b8617d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2297d5-60a3-4378-8fa0-0f27dec9bc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3ed45bc6-4cda-4749-a7f6-2a7b80b4ce1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a1e643-70f8-4e3c-953a-3408b8617d0b"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fc1ff10-0bec-441f-aebe-baec60099296}" ma:internalName="TaxCatchAll" ma:showField="CatchAllData" ma:web="b7a1e643-70f8-4e3c-953a-3408b8617d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89B6C1-278B-4679-8048-46DF9121B232}">
  <ds:schemaRefs>
    <ds:schemaRef ds:uri="992297d5-60a3-4378-8fa0-0f27dec9bc09"/>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purl.org/dc/elements/1.1/"/>
    <ds:schemaRef ds:uri="http://purl.org/dc/terms/"/>
    <ds:schemaRef ds:uri="http://purl.org/dc/dcmitype/"/>
    <ds:schemaRef ds:uri="http://schemas.openxmlformats.org/package/2006/metadata/core-properties"/>
    <ds:schemaRef ds:uri="b7a1e643-70f8-4e3c-953a-3408b8617d0b"/>
  </ds:schemaRefs>
</ds:datastoreItem>
</file>

<file path=customXml/itemProps2.xml><?xml version="1.0" encoding="utf-8"?>
<ds:datastoreItem xmlns:ds="http://schemas.openxmlformats.org/officeDocument/2006/customXml" ds:itemID="{9335A7CD-B6F1-4816-BEEE-20D12C3BB674}">
  <ds:schemaRefs>
    <ds:schemaRef ds:uri="http://schemas.microsoft.com/sharepoint/v3/contenttype/forms"/>
  </ds:schemaRefs>
</ds:datastoreItem>
</file>

<file path=customXml/itemProps3.xml><?xml version="1.0" encoding="utf-8"?>
<ds:datastoreItem xmlns:ds="http://schemas.openxmlformats.org/officeDocument/2006/customXml" ds:itemID="{C3DDB0D7-670D-4386-98F8-723229A40232}">
  <ds:schemaRefs>
    <ds:schemaRef ds:uri="992297d5-60a3-4378-8fa0-0f27dec9bc09"/>
    <ds:schemaRef ds:uri="b7a1e643-70f8-4e3c-953a-3408b8617d0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DK-skabelon-Alexandra-Instituttet</Template>
  <TotalTime>11699</TotalTime>
  <Words>2430</Words>
  <Application>Microsoft Office PowerPoint</Application>
  <PresentationFormat>Widescreen</PresentationFormat>
  <Paragraphs>388</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Montserrat</vt:lpstr>
      <vt:lpstr>Masterside</vt:lpstr>
      <vt:lpstr>Dag 3:  Undervisningsplan og evaluering</vt:lpstr>
      <vt:lpstr>Agenda: Dag 3</vt:lpstr>
      <vt:lpstr>Undervisningsplan H4</vt:lpstr>
      <vt:lpstr>Emner for de gennemgående fag</vt:lpstr>
      <vt:lpstr>Læringsmål: gennemgående fag - Data Security 2</vt:lpstr>
      <vt:lpstr>Læringsmål: gennemgående fag - Informations- og cybersikkerhed 4</vt:lpstr>
      <vt:lpstr>Læringsmål: gennemgående fag - Detektion og respons 1</vt:lpstr>
      <vt:lpstr>TEMA 1:  Network Security</vt:lpstr>
      <vt:lpstr>Læringsmål: Tema 1 - Network Security 2</vt:lpstr>
      <vt:lpstr>Ideer til aktiviteter</vt:lpstr>
      <vt:lpstr>Ugeplan 1: (Network) design + baseline logning Formål: Få fælles netværksmodel, zoner og logpipeline i gang. </vt:lpstr>
      <vt:lpstr>Ugeplan 2: (Network) VPN + AAA + adgangskontrol Formål: Sikker fjernadgang og central auth. </vt:lpstr>
      <vt:lpstr>Ugeplan 3: (Network) Test + Forbedr + Dokumenter Formål: Bevis at designet virker og kan driftes</vt:lpstr>
      <vt:lpstr>Diskussion i grupper</vt:lpstr>
      <vt:lpstr>Agenda: Dag 3</vt:lpstr>
      <vt:lpstr>Tema 2:  Application Security</vt:lpstr>
      <vt:lpstr>Læringsmål: Tema 2 - Application Security 2</vt:lpstr>
      <vt:lpstr>Ideer til aktiviteter</vt:lpstr>
      <vt:lpstr>Diskussion i grupper</vt:lpstr>
      <vt:lpstr>Agenda: Dag 3</vt:lpstr>
      <vt:lpstr>Tema 3:  Endpoint Security</vt:lpstr>
      <vt:lpstr>Læringsmål: Tema 3 - Endpoint Security 2</vt:lpstr>
      <vt:lpstr>Ideer til aktiviteter</vt:lpstr>
      <vt:lpstr>Ugeplan 7: (Endpoint) Baseline hardening + Wazuh agent Formål: Endpoint synlighed og basal beskyttelse</vt:lpstr>
      <vt:lpstr>Ugeplan 8: (Endpoint) Patch + vulnerability workflow Formål: Driftsikker process og dokumentation</vt:lpstr>
      <vt:lpstr>Ugeplan 9: (Endpoint) Alarmtriage + playbooks + rapportering Formål: Endpoint synlighed og basal beskyttelse</vt:lpstr>
      <vt:lpstr>Diskussion i grupper</vt:lpstr>
      <vt:lpstr>Evaluering  Kommentarer til kurset / ønsker til næste gang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CyPro kursus</dc:title>
  <dc:creator>Frederik Mølgaard Thayssen</dc:creator>
  <cp:lastModifiedBy>Michael Bladt Stausholm</cp:lastModifiedBy>
  <cp:revision>3</cp:revision>
  <cp:lastPrinted>2025-02-12T10:34:21Z</cp:lastPrinted>
  <dcterms:created xsi:type="dcterms:W3CDTF">2023-11-20T12:59:19Z</dcterms:created>
  <dcterms:modified xsi:type="dcterms:W3CDTF">2026-03-17T11:51:32Z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0x0101003B27C4D7E2A2944090E7FCAA05E5A1BB</vt:lpwstr>
  </property>
  <property fmtid="{D5CDD505-2E9C-101B-9397-08002B2CF9AE}" pid="3" name="MediaServiceImageTags">
    <vt:lpwstr/>
  </property>
  <property fmtid="{D5CDD505-2E9C-101B-9397-08002B2CF9AE}" pid="4" name="MSIP_Label_015abd0b-e5c5-4790-8ca5-8bb2d8ba98d8_Enabled">
    <vt:lpwstr>true</vt:lpwstr>
  </property>
  <property fmtid="{D5CDD505-2E9C-101B-9397-08002B2CF9AE}" pid="5" name="MSIP_Label_015abd0b-e5c5-4790-8ca5-8bb2d8ba98d8_SetDate">
    <vt:lpwstr>2025-08-18T08:27:08Z</vt:lpwstr>
  </property>
  <property fmtid="{D5CDD505-2E9C-101B-9397-08002B2CF9AE}" pid="6" name="MSIP_Label_015abd0b-e5c5-4790-8ca5-8bb2d8ba98d8_Method">
    <vt:lpwstr>Privileged</vt:lpwstr>
  </property>
  <property fmtid="{D5CDD505-2E9C-101B-9397-08002B2CF9AE}" pid="7" name="MSIP_Label_015abd0b-e5c5-4790-8ca5-8bb2d8ba98d8_Name">
    <vt:lpwstr>Public</vt:lpwstr>
  </property>
  <property fmtid="{D5CDD505-2E9C-101B-9397-08002B2CF9AE}" pid="8" name="MSIP_Label_015abd0b-e5c5-4790-8ca5-8bb2d8ba98d8_SiteId">
    <vt:lpwstr>4bda23cd-4a87-419b-a47d-7673130b2884</vt:lpwstr>
  </property>
  <property fmtid="{D5CDD505-2E9C-101B-9397-08002B2CF9AE}" pid="9" name="MSIP_Label_015abd0b-e5c5-4790-8ca5-8bb2d8ba98d8_ActionId">
    <vt:lpwstr>bb77ce29-668d-4eb4-a284-0fbf7dcdc053</vt:lpwstr>
  </property>
  <property fmtid="{D5CDD505-2E9C-101B-9397-08002B2CF9AE}" pid="10" name="MSIP_Label_015abd0b-e5c5-4790-8ca5-8bb2d8ba98d8_ContentBits">
    <vt:lpwstr>1</vt:lpwstr>
  </property>
  <property fmtid="{D5CDD505-2E9C-101B-9397-08002B2CF9AE}" pid="11" name="MSIP_Label_015abd0b-e5c5-4790-8ca5-8bb2d8ba98d8_Tag">
    <vt:lpwstr>10, 0, 1, 1</vt:lpwstr>
  </property>
  <property fmtid="{D5CDD505-2E9C-101B-9397-08002B2CF9AE}" pid="12" name="ClassificationContentMarkingHeaderLocations">
    <vt:lpwstr>masterside:8</vt:lpwstr>
  </property>
  <property fmtid="{D5CDD505-2E9C-101B-9397-08002B2CF9AE}" pid="13" name="ClassificationContentMarkingHeaderText">
    <vt:lpwstr>PUBLIC</vt:lpwstr>
  </property>
</Properties>
</file>