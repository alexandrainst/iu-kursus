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5" r:id="rId4"/>
  </p:sldMasterIdLst>
  <p:notesMasterIdLst>
    <p:notesMasterId r:id="rId57"/>
  </p:notesMasterIdLst>
  <p:sldIdLst>
    <p:sldId id="2134806313" r:id="rId5"/>
    <p:sldId id="1893" r:id="rId6"/>
    <p:sldId id="2134806319" r:id="rId7"/>
    <p:sldId id="2134806320" r:id="rId8"/>
    <p:sldId id="2134806439" r:id="rId9"/>
    <p:sldId id="2134806442" r:id="rId10"/>
    <p:sldId id="2134806440" r:id="rId11"/>
    <p:sldId id="2134806443" r:id="rId12"/>
    <p:sldId id="2134806444" r:id="rId13"/>
    <p:sldId id="2134806446" r:id="rId14"/>
    <p:sldId id="2134806448" r:id="rId15"/>
    <p:sldId id="2134806449" r:id="rId16"/>
    <p:sldId id="2134806450" r:id="rId17"/>
    <p:sldId id="2134806451" r:id="rId18"/>
    <p:sldId id="2134806452" r:id="rId19"/>
    <p:sldId id="2134806441" r:id="rId20"/>
    <p:sldId id="2134806306" r:id="rId21"/>
    <p:sldId id="2134806331" r:id="rId22"/>
    <p:sldId id="2134806409" r:id="rId23"/>
    <p:sldId id="2134806417" r:id="rId24"/>
    <p:sldId id="2134806418" r:id="rId25"/>
    <p:sldId id="2134806329" r:id="rId26"/>
    <p:sldId id="2134806410" r:id="rId27"/>
    <p:sldId id="2134806422" r:id="rId28"/>
    <p:sldId id="2134806423" r:id="rId29"/>
    <p:sldId id="2134806424" r:id="rId30"/>
    <p:sldId id="2134806426" r:id="rId31"/>
    <p:sldId id="2134806429" r:id="rId32"/>
    <p:sldId id="2134806427" r:id="rId33"/>
    <p:sldId id="2134806430" r:id="rId34"/>
    <p:sldId id="2134806431" r:id="rId35"/>
    <p:sldId id="2134806425" r:id="rId36"/>
    <p:sldId id="2134806428" r:id="rId37"/>
    <p:sldId id="2134806421" r:id="rId38"/>
    <p:sldId id="2134806432" r:id="rId39"/>
    <p:sldId id="2134806433" r:id="rId40"/>
    <p:sldId id="2134806435" r:id="rId41"/>
    <p:sldId id="1783" r:id="rId42"/>
    <p:sldId id="1784" r:id="rId43"/>
    <p:sldId id="1781" r:id="rId44"/>
    <p:sldId id="1789" r:id="rId45"/>
    <p:sldId id="1785" r:id="rId46"/>
    <p:sldId id="1790" r:id="rId47"/>
    <p:sldId id="1786" r:id="rId48"/>
    <p:sldId id="1787" r:id="rId49"/>
    <p:sldId id="1793" r:id="rId50"/>
    <p:sldId id="1788" r:id="rId51"/>
    <p:sldId id="1794" r:id="rId52"/>
    <p:sldId id="2134806436" r:id="rId53"/>
    <p:sldId id="2134806438" r:id="rId54"/>
    <p:sldId id="2134806437" r:id="rId55"/>
    <p:sldId id="2134806389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BD9B63F-778D-4D9D-DB16-17A170F388A9}" name="Michael Bladt Stausholm" initials="MS" userId="S::michael.stausholm@alexandra.dk::aa5f8758-c00f-4915-8c94-9445905eb56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371"/>
    <a:srgbClr val="D4B000"/>
    <a:srgbClr val="003843"/>
    <a:srgbClr val="798690"/>
    <a:srgbClr val="D7D8D7"/>
    <a:srgbClr val="F6C821"/>
    <a:srgbClr val="C5A3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473E5D-01C6-CCE5-CC78-DEC976B28949}" v="740" dt="2025-11-25T22:36:22.871"/>
    <p1510:client id="{D6AEBFAE-8466-AD36-72F1-0014CF6BA0DE}" v="1330" dt="2025-11-26T01:18:27.009"/>
    <p1510:client id="{F28FFBE7-3B47-4EE7-A06B-4B28ADBA798C}" v="2" dt="2025-11-26T08:43:24.0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microsoft.com/office/2018/10/relationships/authors" Target="author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in Salling Hvass" userId="S::benjamin.hvass@alexandra.dk::7f701290-7113-44e4-8483-3cbeee116501" providerId="AD" clId="Web-{68473E5D-01C6-CCE5-CC78-DEC976B28949}"/>
    <pc:docChg chg="addSld delSld modSld sldOrd">
      <pc:chgData name="Benjamin Salling Hvass" userId="S::benjamin.hvass@alexandra.dk::7f701290-7113-44e4-8483-3cbeee116501" providerId="AD" clId="Web-{68473E5D-01C6-CCE5-CC78-DEC976B28949}" dt="2025-11-25T22:36:22.871" v="482"/>
      <pc:docMkLst>
        <pc:docMk/>
      </pc:docMkLst>
      <pc:sldChg chg="mod modShow">
        <pc:chgData name="Benjamin Salling Hvass" userId="S::benjamin.hvass@alexandra.dk::7f701290-7113-44e4-8483-3cbeee116501" providerId="AD" clId="Web-{68473E5D-01C6-CCE5-CC78-DEC976B28949}" dt="2025-11-25T19:16:14.795" v="1"/>
        <pc:sldMkLst>
          <pc:docMk/>
          <pc:sldMk cId="173429263" sldId="1781"/>
        </pc:sldMkLst>
      </pc:sldChg>
      <pc:sldChg chg="mod modShow">
        <pc:chgData name="Benjamin Salling Hvass" userId="S::benjamin.hvass@alexandra.dk::7f701290-7113-44e4-8483-3cbeee116501" providerId="AD" clId="Web-{68473E5D-01C6-CCE5-CC78-DEC976B28949}" dt="2025-11-25T19:16:16.514" v="9"/>
        <pc:sldMkLst>
          <pc:docMk/>
          <pc:sldMk cId="3066626037" sldId="1783"/>
        </pc:sldMkLst>
      </pc:sldChg>
      <pc:sldChg chg="mod modShow">
        <pc:chgData name="Benjamin Salling Hvass" userId="S::benjamin.hvass@alexandra.dk::7f701290-7113-44e4-8483-3cbeee116501" providerId="AD" clId="Web-{68473E5D-01C6-CCE5-CC78-DEC976B28949}" dt="2025-11-25T19:16:14.687" v="0"/>
        <pc:sldMkLst>
          <pc:docMk/>
          <pc:sldMk cId="2092851800" sldId="1784"/>
        </pc:sldMkLst>
      </pc:sldChg>
      <pc:sldChg chg="mod modShow">
        <pc:chgData name="Benjamin Salling Hvass" userId="S::benjamin.hvass@alexandra.dk::7f701290-7113-44e4-8483-3cbeee116501" providerId="AD" clId="Web-{68473E5D-01C6-CCE5-CC78-DEC976B28949}" dt="2025-11-25T19:16:15.202" v="3"/>
        <pc:sldMkLst>
          <pc:docMk/>
          <pc:sldMk cId="394267942" sldId="1785"/>
        </pc:sldMkLst>
      </pc:sldChg>
      <pc:sldChg chg="mod modShow">
        <pc:chgData name="Benjamin Salling Hvass" userId="S::benjamin.hvass@alexandra.dk::7f701290-7113-44e4-8483-3cbeee116501" providerId="AD" clId="Web-{68473E5D-01C6-CCE5-CC78-DEC976B28949}" dt="2025-11-25T19:16:15.795" v="5"/>
        <pc:sldMkLst>
          <pc:docMk/>
          <pc:sldMk cId="909584498" sldId="1786"/>
        </pc:sldMkLst>
      </pc:sldChg>
      <pc:sldChg chg="mod modShow">
        <pc:chgData name="Benjamin Salling Hvass" userId="S::benjamin.hvass@alexandra.dk::7f701290-7113-44e4-8483-3cbeee116501" providerId="AD" clId="Web-{68473E5D-01C6-CCE5-CC78-DEC976B28949}" dt="2025-11-25T19:16:15.952" v="6"/>
        <pc:sldMkLst>
          <pc:docMk/>
          <pc:sldMk cId="3170333801" sldId="1787"/>
        </pc:sldMkLst>
      </pc:sldChg>
      <pc:sldChg chg="mod modShow">
        <pc:chgData name="Benjamin Salling Hvass" userId="S::benjamin.hvass@alexandra.dk::7f701290-7113-44e4-8483-3cbeee116501" providerId="AD" clId="Web-{68473E5D-01C6-CCE5-CC78-DEC976B28949}" dt="2025-11-25T19:16:17.045" v="11"/>
        <pc:sldMkLst>
          <pc:docMk/>
          <pc:sldMk cId="1444594294" sldId="1788"/>
        </pc:sldMkLst>
      </pc:sldChg>
      <pc:sldChg chg="mod modShow">
        <pc:chgData name="Benjamin Salling Hvass" userId="S::benjamin.hvass@alexandra.dk::7f701290-7113-44e4-8483-3cbeee116501" providerId="AD" clId="Web-{68473E5D-01C6-CCE5-CC78-DEC976B28949}" dt="2025-11-25T19:16:15.045" v="2"/>
        <pc:sldMkLst>
          <pc:docMk/>
          <pc:sldMk cId="286188220" sldId="1789"/>
        </pc:sldMkLst>
      </pc:sldChg>
      <pc:sldChg chg="mod modShow">
        <pc:chgData name="Benjamin Salling Hvass" userId="S::benjamin.hvass@alexandra.dk::7f701290-7113-44e4-8483-3cbeee116501" providerId="AD" clId="Web-{68473E5D-01C6-CCE5-CC78-DEC976B28949}" dt="2025-11-25T19:16:15.608" v="4"/>
        <pc:sldMkLst>
          <pc:docMk/>
          <pc:sldMk cId="1104374143" sldId="1790"/>
        </pc:sldMkLst>
      </pc:sldChg>
      <pc:sldChg chg="mod modShow">
        <pc:chgData name="Benjamin Salling Hvass" userId="S::benjamin.hvass@alexandra.dk::7f701290-7113-44e4-8483-3cbeee116501" providerId="AD" clId="Web-{68473E5D-01C6-CCE5-CC78-DEC976B28949}" dt="2025-11-25T19:16:16.061" v="7"/>
        <pc:sldMkLst>
          <pc:docMk/>
          <pc:sldMk cId="1241878527" sldId="1793"/>
        </pc:sldMkLst>
      </pc:sldChg>
      <pc:sldChg chg="mod modShow">
        <pc:chgData name="Benjamin Salling Hvass" userId="S::benjamin.hvass@alexandra.dk::7f701290-7113-44e4-8483-3cbeee116501" providerId="AD" clId="Web-{68473E5D-01C6-CCE5-CC78-DEC976B28949}" dt="2025-11-25T19:16:16.249" v="8"/>
        <pc:sldMkLst>
          <pc:docMk/>
          <pc:sldMk cId="397189550" sldId="1794"/>
        </pc:sldMkLst>
      </pc:sldChg>
      <pc:sldChg chg="mod modShow">
        <pc:chgData name="Benjamin Salling Hvass" userId="S::benjamin.hvass@alexandra.dk::7f701290-7113-44e4-8483-3cbeee116501" providerId="AD" clId="Web-{68473E5D-01C6-CCE5-CC78-DEC976B28949}" dt="2025-11-25T19:16:16.717" v="10"/>
        <pc:sldMkLst>
          <pc:docMk/>
          <pc:sldMk cId="2367364325" sldId="2134806435"/>
        </pc:sldMkLst>
      </pc:sldChg>
      <pc:sldChg chg="addSp delSp modSp new">
        <pc:chgData name="Benjamin Salling Hvass" userId="S::benjamin.hvass@alexandra.dk::7f701290-7113-44e4-8483-3cbeee116501" providerId="AD" clId="Web-{68473E5D-01C6-CCE5-CC78-DEC976B28949}" dt="2025-11-25T22:36:22.871" v="482"/>
        <pc:sldMkLst>
          <pc:docMk/>
          <pc:sldMk cId="855909118" sldId="2134806439"/>
        </pc:sldMkLst>
        <pc:spChg chg="mod">
          <ac:chgData name="Benjamin Salling Hvass" userId="S::benjamin.hvass@alexandra.dk::7f701290-7113-44e4-8483-3cbeee116501" providerId="AD" clId="Web-{68473E5D-01C6-CCE5-CC78-DEC976B28949}" dt="2025-11-25T21:49:20.150" v="223" actId="20577"/>
          <ac:spMkLst>
            <pc:docMk/>
            <pc:sldMk cId="855909118" sldId="2134806439"/>
            <ac:spMk id="2" creationId="{F5CC19C9-2A13-0299-EDF8-7761847EEC6C}"/>
          </ac:spMkLst>
        </pc:spChg>
        <pc:spChg chg="del">
          <ac:chgData name="Benjamin Salling Hvass" userId="S::benjamin.hvass@alexandra.dk::7f701290-7113-44e4-8483-3cbeee116501" providerId="AD" clId="Web-{68473E5D-01C6-CCE5-CC78-DEC976B28949}" dt="2025-11-25T20:39:55.046" v="20"/>
          <ac:spMkLst>
            <pc:docMk/>
            <pc:sldMk cId="855909118" sldId="2134806439"/>
            <ac:spMk id="3" creationId="{177EEB2C-9642-97E7-6144-83A35C467EF3}"/>
          </ac:spMkLst>
        </pc:spChg>
        <pc:spChg chg="add del">
          <ac:chgData name="Benjamin Salling Hvass" userId="S::benjamin.hvass@alexandra.dk::7f701290-7113-44e4-8483-3cbeee116501" providerId="AD" clId="Web-{68473E5D-01C6-CCE5-CC78-DEC976B28949}" dt="2025-11-25T22:33:37.055" v="427"/>
          <ac:spMkLst>
            <pc:docMk/>
            <pc:sldMk cId="855909118" sldId="2134806439"/>
            <ac:spMk id="3" creationId="{6D30D114-F8CA-3A2E-DE0F-0A62C7888B45}"/>
          </ac:spMkLst>
        </pc:spChg>
        <pc:spChg chg="add del">
          <ac:chgData name="Benjamin Salling Hvass" userId="S::benjamin.hvass@alexandra.dk::7f701290-7113-44e4-8483-3cbeee116501" providerId="AD" clId="Web-{68473E5D-01C6-CCE5-CC78-DEC976B28949}" dt="2025-11-25T22:33:41.320" v="429"/>
          <ac:spMkLst>
            <pc:docMk/>
            <pc:sldMk cId="855909118" sldId="2134806439"/>
            <ac:spMk id="7" creationId="{9416CB38-0614-5C7A-6983-BE3E05C65BE4}"/>
          </ac:spMkLst>
        </pc:spChg>
        <pc:spChg chg="add del">
          <ac:chgData name="Benjamin Salling Hvass" userId="S::benjamin.hvass@alexandra.dk::7f701290-7113-44e4-8483-3cbeee116501" providerId="AD" clId="Web-{68473E5D-01C6-CCE5-CC78-DEC976B28949}" dt="2025-11-25T22:33:47.664" v="431"/>
          <ac:spMkLst>
            <pc:docMk/>
            <pc:sldMk cId="855909118" sldId="2134806439"/>
            <ac:spMk id="8" creationId="{748D844C-F0DC-0C23-7A42-09850C5ED653}"/>
          </ac:spMkLst>
        </pc:spChg>
        <pc:spChg chg="add mod">
          <ac:chgData name="Benjamin Salling Hvass" userId="S::benjamin.hvass@alexandra.dk::7f701290-7113-44e4-8483-3cbeee116501" providerId="AD" clId="Web-{68473E5D-01C6-CCE5-CC78-DEC976B28949}" dt="2025-11-25T22:36:12.495" v="481" actId="14100"/>
          <ac:spMkLst>
            <pc:docMk/>
            <pc:sldMk cId="855909118" sldId="2134806439"/>
            <ac:spMk id="9" creationId="{5FC12A01-A5DB-CFAC-FD60-2515A5373379}"/>
          </ac:spMkLst>
        </pc:spChg>
        <pc:spChg chg="add">
          <ac:chgData name="Benjamin Salling Hvass" userId="S::benjamin.hvass@alexandra.dk::7f701290-7113-44e4-8483-3cbeee116501" providerId="AD" clId="Web-{68473E5D-01C6-CCE5-CC78-DEC976B28949}" dt="2025-11-25T22:36:22.871" v="482"/>
          <ac:spMkLst>
            <pc:docMk/>
            <pc:sldMk cId="855909118" sldId="2134806439"/>
            <ac:spMk id="10" creationId="{D03789A1-F8B0-7E34-FFD8-E9F8E252011D}"/>
          </ac:spMkLst>
        </pc:spChg>
      </pc:sldChg>
      <pc:sldChg chg="addSp delSp modSp new">
        <pc:chgData name="Benjamin Salling Hvass" userId="S::benjamin.hvass@alexandra.dk::7f701290-7113-44e4-8483-3cbeee116501" providerId="AD" clId="Web-{68473E5D-01C6-CCE5-CC78-DEC976B28949}" dt="2025-11-25T22:01:49.042" v="422" actId="20577"/>
        <pc:sldMkLst>
          <pc:docMk/>
          <pc:sldMk cId="2765246324" sldId="2134806440"/>
        </pc:sldMkLst>
        <pc:spChg chg="mod">
          <ac:chgData name="Benjamin Salling Hvass" userId="S::benjamin.hvass@alexandra.dk::7f701290-7113-44e4-8483-3cbeee116501" providerId="AD" clId="Web-{68473E5D-01C6-CCE5-CC78-DEC976B28949}" dt="2025-11-25T21:05:46.164" v="31" actId="20577"/>
          <ac:spMkLst>
            <pc:docMk/>
            <pc:sldMk cId="2765246324" sldId="2134806440"/>
            <ac:spMk id="2" creationId="{FBF39451-08DA-056E-5153-2D9D67AC7F47}"/>
          </ac:spMkLst>
        </pc:spChg>
        <pc:spChg chg="del">
          <ac:chgData name="Benjamin Salling Hvass" userId="S::benjamin.hvass@alexandra.dk::7f701290-7113-44e4-8483-3cbeee116501" providerId="AD" clId="Web-{68473E5D-01C6-CCE5-CC78-DEC976B28949}" dt="2025-11-25T21:06:02.118" v="32"/>
          <ac:spMkLst>
            <pc:docMk/>
            <pc:sldMk cId="2765246324" sldId="2134806440"/>
            <ac:spMk id="3" creationId="{30CE5FAD-928C-66BF-0A31-43DF9E29B625}"/>
          </ac:spMkLst>
        </pc:spChg>
        <pc:spChg chg="add mod">
          <ac:chgData name="Benjamin Salling Hvass" userId="S::benjamin.hvass@alexandra.dk::7f701290-7113-44e4-8483-3cbeee116501" providerId="AD" clId="Web-{68473E5D-01C6-CCE5-CC78-DEC976B28949}" dt="2025-11-25T22:01:49.042" v="422" actId="20577"/>
          <ac:spMkLst>
            <pc:docMk/>
            <pc:sldMk cId="2765246324" sldId="2134806440"/>
            <ac:spMk id="7" creationId="{BF0234E7-3C99-047C-2474-D89F85C370E2}"/>
          </ac:spMkLst>
        </pc:spChg>
        <pc:spChg chg="add mod">
          <ac:chgData name="Benjamin Salling Hvass" userId="S::benjamin.hvass@alexandra.dk::7f701290-7113-44e4-8483-3cbeee116501" providerId="AD" clId="Web-{68473E5D-01C6-CCE5-CC78-DEC976B28949}" dt="2025-11-25T21:59:27.499" v="388" actId="20577"/>
          <ac:spMkLst>
            <pc:docMk/>
            <pc:sldMk cId="2765246324" sldId="2134806440"/>
            <ac:spMk id="8" creationId="{69AE817C-C63D-82B1-A31C-CD1C5ACE709A}"/>
          </ac:spMkLst>
        </pc:spChg>
        <pc:spChg chg="add mod ord">
          <ac:chgData name="Benjamin Salling Hvass" userId="S::benjamin.hvass@alexandra.dk::7f701290-7113-44e4-8483-3cbeee116501" providerId="AD" clId="Web-{68473E5D-01C6-CCE5-CC78-DEC976B28949}" dt="2025-11-25T21:59:11.216" v="374" actId="1076"/>
          <ac:spMkLst>
            <pc:docMk/>
            <pc:sldMk cId="2765246324" sldId="2134806440"/>
            <ac:spMk id="9" creationId="{51A07244-6C40-087C-595C-BFAB7F794A20}"/>
          </ac:spMkLst>
        </pc:spChg>
        <pc:spChg chg="add del mod">
          <ac:chgData name="Benjamin Salling Hvass" userId="S::benjamin.hvass@alexandra.dk::7f701290-7113-44e4-8483-3cbeee116501" providerId="AD" clId="Web-{68473E5D-01C6-CCE5-CC78-DEC976B28949}" dt="2025-11-25T21:53:12.626" v="265"/>
          <ac:spMkLst>
            <pc:docMk/>
            <pc:sldMk cId="2765246324" sldId="2134806440"/>
            <ac:spMk id="10" creationId="{51149872-7F6B-8316-B7F7-C6D5C8FE4037}"/>
          </ac:spMkLst>
        </pc:spChg>
        <pc:spChg chg="add del mod">
          <ac:chgData name="Benjamin Salling Hvass" userId="S::benjamin.hvass@alexandra.dk::7f701290-7113-44e4-8483-3cbeee116501" providerId="AD" clId="Web-{68473E5D-01C6-CCE5-CC78-DEC976B28949}" dt="2025-11-25T21:12:09.443" v="110"/>
          <ac:spMkLst>
            <pc:docMk/>
            <pc:sldMk cId="2765246324" sldId="2134806440"/>
            <ac:spMk id="11" creationId="{64762AED-A02C-1061-652B-BE975983AFC5}"/>
          </ac:spMkLst>
        </pc:spChg>
        <pc:spChg chg="add del mod">
          <ac:chgData name="Benjamin Salling Hvass" userId="S::benjamin.hvass@alexandra.dk::7f701290-7113-44e4-8483-3cbeee116501" providerId="AD" clId="Web-{68473E5D-01C6-CCE5-CC78-DEC976B28949}" dt="2025-11-25T21:51:00.622" v="235"/>
          <ac:spMkLst>
            <pc:docMk/>
            <pc:sldMk cId="2765246324" sldId="2134806440"/>
            <ac:spMk id="14" creationId="{A50592D4-F51E-630F-C6F4-16752C8C870A}"/>
          </ac:spMkLst>
        </pc:spChg>
        <pc:spChg chg="add del mod">
          <ac:chgData name="Benjamin Salling Hvass" userId="S::benjamin.hvass@alexandra.dk::7f701290-7113-44e4-8483-3cbeee116501" providerId="AD" clId="Web-{68473E5D-01C6-CCE5-CC78-DEC976B28949}" dt="2025-11-25T21:52:16.452" v="253"/>
          <ac:spMkLst>
            <pc:docMk/>
            <pc:sldMk cId="2765246324" sldId="2134806440"/>
            <ac:spMk id="15" creationId="{26CDF0B3-067F-D7DD-D622-BA1FA672EB0F}"/>
          </ac:spMkLst>
        </pc:spChg>
        <pc:spChg chg="add mod">
          <ac:chgData name="Benjamin Salling Hvass" userId="S::benjamin.hvass@alexandra.dk::7f701290-7113-44e4-8483-3cbeee116501" providerId="AD" clId="Web-{68473E5D-01C6-CCE5-CC78-DEC976B28949}" dt="2025-11-25T22:01:29.478" v="420" actId="20577"/>
          <ac:spMkLst>
            <pc:docMk/>
            <pc:sldMk cId="2765246324" sldId="2134806440"/>
            <ac:spMk id="16" creationId="{C97CB8B6-4D2A-6DE5-22B8-772293E348DB}"/>
          </ac:spMkLst>
        </pc:spChg>
        <pc:spChg chg="add del mod">
          <ac:chgData name="Benjamin Salling Hvass" userId="S::benjamin.hvass@alexandra.dk::7f701290-7113-44e4-8483-3cbeee116501" providerId="AD" clId="Web-{68473E5D-01C6-CCE5-CC78-DEC976B28949}" dt="2025-11-25T21:56:38.730" v="311"/>
          <ac:spMkLst>
            <pc:docMk/>
            <pc:sldMk cId="2765246324" sldId="2134806440"/>
            <ac:spMk id="17" creationId="{D7B4CCFE-A250-2DC4-B558-927B7EBDD872}"/>
          </ac:spMkLst>
        </pc:spChg>
        <pc:spChg chg="add mod">
          <ac:chgData name="Benjamin Salling Hvass" userId="S::benjamin.hvass@alexandra.dk::7f701290-7113-44e4-8483-3cbeee116501" providerId="AD" clId="Web-{68473E5D-01C6-CCE5-CC78-DEC976B28949}" dt="2025-11-25T21:59:11.263" v="380" actId="1076"/>
          <ac:spMkLst>
            <pc:docMk/>
            <pc:sldMk cId="2765246324" sldId="2134806440"/>
            <ac:spMk id="18" creationId="{AD46A57E-7509-3946-B632-9590D4E0255C}"/>
          </ac:spMkLst>
        </pc:spChg>
        <pc:spChg chg="add mod">
          <ac:chgData name="Benjamin Salling Hvass" userId="S::benjamin.hvass@alexandra.dk::7f701290-7113-44e4-8483-3cbeee116501" providerId="AD" clId="Web-{68473E5D-01C6-CCE5-CC78-DEC976B28949}" dt="2025-11-25T21:59:11.263" v="381" actId="1076"/>
          <ac:spMkLst>
            <pc:docMk/>
            <pc:sldMk cId="2765246324" sldId="2134806440"/>
            <ac:spMk id="19" creationId="{62FD76C1-3C00-E554-C710-F37B84D7E8BD}"/>
          </ac:spMkLst>
        </pc:spChg>
        <pc:picChg chg="add mod">
          <ac:chgData name="Benjamin Salling Hvass" userId="S::benjamin.hvass@alexandra.dk::7f701290-7113-44e4-8483-3cbeee116501" providerId="AD" clId="Web-{68473E5D-01C6-CCE5-CC78-DEC976B28949}" dt="2025-11-25T21:59:11.232" v="377" actId="1076"/>
          <ac:picMkLst>
            <pc:docMk/>
            <pc:sldMk cId="2765246324" sldId="2134806440"/>
            <ac:picMk id="12" creationId="{5D38E8B1-EF63-B175-5AD3-479214AB3E4D}"/>
          </ac:picMkLst>
        </pc:picChg>
        <pc:picChg chg="add mod">
          <ac:chgData name="Benjamin Salling Hvass" userId="S::benjamin.hvass@alexandra.dk::7f701290-7113-44e4-8483-3cbeee116501" providerId="AD" clId="Web-{68473E5D-01C6-CCE5-CC78-DEC976B28949}" dt="2025-11-25T21:59:11.247" v="378" actId="1076"/>
          <ac:picMkLst>
            <pc:docMk/>
            <pc:sldMk cId="2765246324" sldId="2134806440"/>
            <ac:picMk id="13" creationId="{2A09053D-8542-5610-88A8-FCCB18D6F587}"/>
          </ac:picMkLst>
        </pc:picChg>
        <pc:cxnChg chg="add del mod">
          <ac:chgData name="Benjamin Salling Hvass" userId="S::benjamin.hvass@alexandra.dk::7f701290-7113-44e4-8483-3cbeee116501" providerId="AD" clId="Web-{68473E5D-01C6-CCE5-CC78-DEC976B28949}" dt="2025-11-25T21:55:04.370" v="296"/>
          <ac:cxnSpMkLst>
            <pc:docMk/>
            <pc:sldMk cId="2765246324" sldId="2134806440"/>
            <ac:cxnSpMk id="3" creationId="{3000DC06-9395-A6FC-CA0F-D6036360E45F}"/>
          </ac:cxnSpMkLst>
        </pc:cxnChg>
        <pc:cxnChg chg="add del mod">
          <ac:chgData name="Benjamin Salling Hvass" userId="S::benjamin.hvass@alexandra.dk::7f701290-7113-44e4-8483-3cbeee116501" providerId="AD" clId="Web-{68473E5D-01C6-CCE5-CC78-DEC976B28949}" dt="2025-11-25T21:08:48.703" v="82"/>
          <ac:cxnSpMkLst>
            <pc:docMk/>
            <pc:sldMk cId="2765246324" sldId="2134806440"/>
            <ac:cxnSpMk id="10" creationId="{A78F3B3D-66A1-E92F-DA99-81A970CA48CA}"/>
          </ac:cxnSpMkLst>
        </pc:cxnChg>
        <pc:cxnChg chg="add del mod">
          <ac:chgData name="Benjamin Salling Hvass" userId="S::benjamin.hvass@alexandra.dk::7f701290-7113-44e4-8483-3cbeee116501" providerId="AD" clId="Web-{68473E5D-01C6-CCE5-CC78-DEC976B28949}" dt="2025-11-25T21:55:51.769" v="305"/>
          <ac:cxnSpMkLst>
            <pc:docMk/>
            <pc:sldMk cId="2765246324" sldId="2134806440"/>
            <ac:cxnSpMk id="11" creationId="{F7C0E71A-C436-A2BC-7014-D933358D8E28}"/>
          </ac:cxnSpMkLst>
        </pc:cxnChg>
      </pc:sldChg>
      <pc:sldChg chg="modSp new">
        <pc:chgData name="Benjamin Salling Hvass" userId="S::benjamin.hvass@alexandra.dk::7f701290-7113-44e4-8483-3cbeee116501" providerId="AD" clId="Web-{68473E5D-01C6-CCE5-CC78-DEC976B28949}" dt="2025-11-25T21:49:01.133" v="202" actId="20577"/>
        <pc:sldMkLst>
          <pc:docMk/>
          <pc:sldMk cId="3183086377" sldId="2134806441"/>
        </pc:sldMkLst>
        <pc:spChg chg="mod">
          <ac:chgData name="Benjamin Salling Hvass" userId="S::benjamin.hvass@alexandra.dk::7f701290-7113-44e4-8483-3cbeee116501" providerId="AD" clId="Web-{68473E5D-01C6-CCE5-CC78-DEC976B28949}" dt="2025-11-25T21:49:01.133" v="202" actId="20577"/>
          <ac:spMkLst>
            <pc:docMk/>
            <pc:sldMk cId="3183086377" sldId="2134806441"/>
            <ac:spMk id="2" creationId="{15F5E15F-5D66-E909-C068-7A081A643AD1}"/>
          </ac:spMkLst>
        </pc:spChg>
      </pc:sldChg>
      <pc:sldChg chg="modSp add ord replId">
        <pc:chgData name="Benjamin Salling Hvass" userId="S::benjamin.hvass@alexandra.dk::7f701290-7113-44e4-8483-3cbeee116501" providerId="AD" clId="Web-{68473E5D-01C6-CCE5-CC78-DEC976B28949}" dt="2025-11-25T22:02:36.576" v="425"/>
        <pc:sldMkLst>
          <pc:docMk/>
          <pc:sldMk cId="2432843667" sldId="2134806442"/>
        </pc:sldMkLst>
        <pc:spChg chg="mod">
          <ac:chgData name="Benjamin Salling Hvass" userId="S::benjamin.hvass@alexandra.dk::7f701290-7113-44e4-8483-3cbeee116501" providerId="AD" clId="Web-{68473E5D-01C6-CCE5-CC78-DEC976B28949}" dt="2025-11-25T22:02:30.153" v="424" actId="20577"/>
          <ac:spMkLst>
            <pc:docMk/>
            <pc:sldMk cId="2432843667" sldId="2134806442"/>
            <ac:spMk id="16" creationId="{AFC62F10-73AF-06B4-7551-2562052FE989}"/>
          </ac:spMkLst>
        </pc:spChg>
      </pc:sldChg>
      <pc:sldChg chg="new add del">
        <pc:chgData name="Benjamin Salling Hvass" userId="S::benjamin.hvass@alexandra.dk::7f701290-7113-44e4-8483-3cbeee116501" providerId="AD" clId="Web-{68473E5D-01C6-CCE5-CC78-DEC976B28949}" dt="2025-11-25T22:34:09.462" v="434"/>
        <pc:sldMkLst>
          <pc:docMk/>
          <pc:sldMk cId="1545173450" sldId="2134806443"/>
        </pc:sldMkLst>
      </pc:sldChg>
    </pc:docChg>
  </pc:docChgLst>
  <pc:docChgLst>
    <pc:chgData name="Michael Bladt Stausholm" userId="aa5f8758-c00f-4915-8c94-9445905eb56e" providerId="ADAL" clId="{1F620B07-AEC0-4EB3-8BDA-EC04C980511D}"/>
    <pc:docChg chg="undo custSel addSld delSld modSld sldOrd">
      <pc:chgData name="Michael Bladt Stausholm" userId="aa5f8758-c00f-4915-8c94-9445905eb56e" providerId="ADAL" clId="{1F620B07-AEC0-4EB3-8BDA-EC04C980511D}" dt="2025-11-26T08:43:24.049" v="5625" actId="20577"/>
      <pc:docMkLst>
        <pc:docMk/>
      </pc:docMkLst>
      <pc:sldChg chg="add">
        <pc:chgData name="Michael Bladt Stausholm" userId="aa5f8758-c00f-4915-8c94-9445905eb56e" providerId="ADAL" clId="{1F620B07-AEC0-4EB3-8BDA-EC04C980511D}" dt="2025-11-07T13:22:32.915" v="4707"/>
        <pc:sldMkLst>
          <pc:docMk/>
          <pc:sldMk cId="173429263" sldId="1781"/>
        </pc:sldMkLst>
      </pc:sldChg>
      <pc:sldChg chg="add">
        <pc:chgData name="Michael Bladt Stausholm" userId="aa5f8758-c00f-4915-8c94-9445905eb56e" providerId="ADAL" clId="{1F620B07-AEC0-4EB3-8BDA-EC04C980511D}" dt="2025-11-07T13:22:32.915" v="4707"/>
        <pc:sldMkLst>
          <pc:docMk/>
          <pc:sldMk cId="3066626037" sldId="1783"/>
        </pc:sldMkLst>
      </pc:sldChg>
      <pc:sldChg chg="add">
        <pc:chgData name="Michael Bladt Stausholm" userId="aa5f8758-c00f-4915-8c94-9445905eb56e" providerId="ADAL" clId="{1F620B07-AEC0-4EB3-8BDA-EC04C980511D}" dt="2025-11-07T13:22:32.915" v="4707"/>
        <pc:sldMkLst>
          <pc:docMk/>
          <pc:sldMk cId="2092851800" sldId="1784"/>
        </pc:sldMkLst>
      </pc:sldChg>
      <pc:sldChg chg="add">
        <pc:chgData name="Michael Bladt Stausholm" userId="aa5f8758-c00f-4915-8c94-9445905eb56e" providerId="ADAL" clId="{1F620B07-AEC0-4EB3-8BDA-EC04C980511D}" dt="2025-11-07T13:22:32.915" v="4707"/>
        <pc:sldMkLst>
          <pc:docMk/>
          <pc:sldMk cId="394267942" sldId="1785"/>
        </pc:sldMkLst>
      </pc:sldChg>
      <pc:sldChg chg="add">
        <pc:chgData name="Michael Bladt Stausholm" userId="aa5f8758-c00f-4915-8c94-9445905eb56e" providerId="ADAL" clId="{1F620B07-AEC0-4EB3-8BDA-EC04C980511D}" dt="2025-11-07T13:22:32.915" v="4707"/>
        <pc:sldMkLst>
          <pc:docMk/>
          <pc:sldMk cId="909584498" sldId="1786"/>
        </pc:sldMkLst>
      </pc:sldChg>
      <pc:sldChg chg="add">
        <pc:chgData name="Michael Bladt Stausholm" userId="aa5f8758-c00f-4915-8c94-9445905eb56e" providerId="ADAL" clId="{1F620B07-AEC0-4EB3-8BDA-EC04C980511D}" dt="2025-11-07T13:22:32.915" v="4707"/>
        <pc:sldMkLst>
          <pc:docMk/>
          <pc:sldMk cId="3170333801" sldId="1787"/>
        </pc:sldMkLst>
      </pc:sldChg>
      <pc:sldChg chg="add">
        <pc:chgData name="Michael Bladt Stausholm" userId="aa5f8758-c00f-4915-8c94-9445905eb56e" providerId="ADAL" clId="{1F620B07-AEC0-4EB3-8BDA-EC04C980511D}" dt="2025-11-07T13:22:32.915" v="4707"/>
        <pc:sldMkLst>
          <pc:docMk/>
          <pc:sldMk cId="1444594294" sldId="1788"/>
        </pc:sldMkLst>
      </pc:sldChg>
      <pc:sldChg chg="add">
        <pc:chgData name="Michael Bladt Stausholm" userId="aa5f8758-c00f-4915-8c94-9445905eb56e" providerId="ADAL" clId="{1F620B07-AEC0-4EB3-8BDA-EC04C980511D}" dt="2025-11-07T13:22:32.915" v="4707"/>
        <pc:sldMkLst>
          <pc:docMk/>
          <pc:sldMk cId="286188220" sldId="1789"/>
        </pc:sldMkLst>
      </pc:sldChg>
      <pc:sldChg chg="add">
        <pc:chgData name="Michael Bladt Stausholm" userId="aa5f8758-c00f-4915-8c94-9445905eb56e" providerId="ADAL" clId="{1F620B07-AEC0-4EB3-8BDA-EC04C980511D}" dt="2025-11-07T13:22:32.915" v="4707"/>
        <pc:sldMkLst>
          <pc:docMk/>
          <pc:sldMk cId="1104374143" sldId="1790"/>
        </pc:sldMkLst>
      </pc:sldChg>
      <pc:sldChg chg="add">
        <pc:chgData name="Michael Bladt Stausholm" userId="aa5f8758-c00f-4915-8c94-9445905eb56e" providerId="ADAL" clId="{1F620B07-AEC0-4EB3-8BDA-EC04C980511D}" dt="2025-11-07T13:22:32.915" v="4707"/>
        <pc:sldMkLst>
          <pc:docMk/>
          <pc:sldMk cId="1241878527" sldId="1793"/>
        </pc:sldMkLst>
      </pc:sldChg>
      <pc:sldChg chg="add">
        <pc:chgData name="Michael Bladt Stausholm" userId="aa5f8758-c00f-4915-8c94-9445905eb56e" providerId="ADAL" clId="{1F620B07-AEC0-4EB3-8BDA-EC04C980511D}" dt="2025-11-07T13:22:32.915" v="4707"/>
        <pc:sldMkLst>
          <pc:docMk/>
          <pc:sldMk cId="397189550" sldId="1794"/>
        </pc:sldMkLst>
      </pc:sldChg>
      <pc:sldChg chg="modSp add mod">
        <pc:chgData name="Michael Bladt Stausholm" userId="aa5f8758-c00f-4915-8c94-9445905eb56e" providerId="ADAL" clId="{1F620B07-AEC0-4EB3-8BDA-EC04C980511D}" dt="2025-11-20T12:51:46.863" v="5233" actId="6549"/>
        <pc:sldMkLst>
          <pc:docMk/>
          <pc:sldMk cId="1520841915" sldId="1893"/>
        </pc:sldMkLst>
        <pc:spChg chg="mod">
          <ac:chgData name="Michael Bladt Stausholm" userId="aa5f8758-c00f-4915-8c94-9445905eb56e" providerId="ADAL" clId="{1F620B07-AEC0-4EB3-8BDA-EC04C980511D}" dt="2025-11-07T11:54:14.495" v="858" actId="6549"/>
          <ac:spMkLst>
            <pc:docMk/>
            <pc:sldMk cId="1520841915" sldId="1893"/>
            <ac:spMk id="8" creationId="{53220ED4-D37E-638F-8289-DC22A5943C58}"/>
          </ac:spMkLst>
        </pc:spChg>
        <pc:graphicFrameChg chg="modGraphic">
          <ac:chgData name="Michael Bladt Stausholm" userId="aa5f8758-c00f-4915-8c94-9445905eb56e" providerId="ADAL" clId="{1F620B07-AEC0-4EB3-8BDA-EC04C980511D}" dt="2025-11-20T12:51:46.863" v="5233" actId="6549"/>
          <ac:graphicFrameMkLst>
            <pc:docMk/>
            <pc:sldMk cId="1520841915" sldId="1893"/>
            <ac:graphicFrameMk id="12" creationId="{B39E156A-AAAE-4190-5959-A731C0C57E2E}"/>
          </ac:graphicFrameMkLst>
        </pc:graphicFrameChg>
      </pc:sldChg>
      <pc:sldChg chg="modSp mod">
        <pc:chgData name="Michael Bladt Stausholm" userId="aa5f8758-c00f-4915-8c94-9445905eb56e" providerId="ADAL" clId="{1F620B07-AEC0-4EB3-8BDA-EC04C980511D}" dt="2025-11-07T11:53:43.101" v="855" actId="20577"/>
        <pc:sldMkLst>
          <pc:docMk/>
          <pc:sldMk cId="2507574537" sldId="2134806313"/>
        </pc:sldMkLst>
        <pc:spChg chg="mod">
          <ac:chgData name="Michael Bladt Stausholm" userId="aa5f8758-c00f-4915-8c94-9445905eb56e" providerId="ADAL" clId="{1F620B07-AEC0-4EB3-8BDA-EC04C980511D}" dt="2025-11-07T11:53:43.101" v="855" actId="20577"/>
          <ac:spMkLst>
            <pc:docMk/>
            <pc:sldMk cId="2507574537" sldId="2134806313"/>
            <ac:spMk id="2" creationId="{89C4A075-F9AD-14F3-1AAA-09A909E50771}"/>
          </ac:spMkLst>
        </pc:spChg>
      </pc:sldChg>
      <pc:sldChg chg="modSp mod">
        <pc:chgData name="Michael Bladt Stausholm" userId="aa5f8758-c00f-4915-8c94-9445905eb56e" providerId="ADAL" clId="{1F620B07-AEC0-4EB3-8BDA-EC04C980511D}" dt="2025-11-07T11:54:34.663" v="897" actId="20577"/>
        <pc:sldMkLst>
          <pc:docMk/>
          <pc:sldMk cId="3361298717" sldId="2134806319"/>
        </pc:sldMkLst>
        <pc:spChg chg="mod">
          <ac:chgData name="Michael Bladt Stausholm" userId="aa5f8758-c00f-4915-8c94-9445905eb56e" providerId="ADAL" clId="{1F620B07-AEC0-4EB3-8BDA-EC04C980511D}" dt="2025-11-07T11:54:27.981" v="876" actId="20577"/>
          <ac:spMkLst>
            <pc:docMk/>
            <pc:sldMk cId="3361298717" sldId="2134806319"/>
            <ac:spMk id="2" creationId="{C34F7CB9-E6BC-581B-90A5-AD5F1F68F696}"/>
          </ac:spMkLst>
        </pc:spChg>
        <pc:spChg chg="mod">
          <ac:chgData name="Michael Bladt Stausholm" userId="aa5f8758-c00f-4915-8c94-9445905eb56e" providerId="ADAL" clId="{1F620B07-AEC0-4EB3-8BDA-EC04C980511D}" dt="2025-11-07T11:54:34.663" v="897" actId="20577"/>
          <ac:spMkLst>
            <pc:docMk/>
            <pc:sldMk cId="3361298717" sldId="2134806319"/>
            <ac:spMk id="3" creationId="{02923B0A-B812-F549-4F9A-8596C2643841}"/>
          </ac:spMkLst>
        </pc:spChg>
      </pc:sldChg>
      <pc:sldChg chg="modSp mod">
        <pc:chgData name="Michael Bladt Stausholm" userId="aa5f8758-c00f-4915-8c94-9445905eb56e" providerId="ADAL" clId="{1F620B07-AEC0-4EB3-8BDA-EC04C980511D}" dt="2025-11-10T08:58:25.404" v="4861" actId="20577"/>
        <pc:sldMkLst>
          <pc:docMk/>
          <pc:sldMk cId="3475983600" sldId="2134806320"/>
        </pc:sldMkLst>
        <pc:spChg chg="mod">
          <ac:chgData name="Michael Bladt Stausholm" userId="aa5f8758-c00f-4915-8c94-9445905eb56e" providerId="ADAL" clId="{1F620B07-AEC0-4EB3-8BDA-EC04C980511D}" dt="2025-11-10T08:58:25.404" v="4861" actId="20577"/>
          <ac:spMkLst>
            <pc:docMk/>
            <pc:sldMk cId="3475983600" sldId="2134806320"/>
            <ac:spMk id="2" creationId="{4656D7C5-CBFD-C265-650F-52940EC4BD88}"/>
          </ac:spMkLst>
        </pc:spChg>
        <pc:spChg chg="mod">
          <ac:chgData name="Michael Bladt Stausholm" userId="aa5f8758-c00f-4915-8c94-9445905eb56e" providerId="ADAL" clId="{1F620B07-AEC0-4EB3-8BDA-EC04C980511D}" dt="2025-11-07T13:14:46.084" v="4537" actId="6549"/>
          <ac:spMkLst>
            <pc:docMk/>
            <pc:sldMk cId="3475983600" sldId="2134806320"/>
            <ac:spMk id="3" creationId="{10D2D3E0-6112-F008-70C9-70E4A2EAE0E2}"/>
          </ac:spMkLst>
        </pc:spChg>
      </pc:sldChg>
      <pc:sldChg chg="addSp delSp modSp add del mod modClrScheme chgLayout">
        <pc:chgData name="Michael Bladt Stausholm" userId="aa5f8758-c00f-4915-8c94-9445905eb56e" providerId="ADAL" clId="{1F620B07-AEC0-4EB3-8BDA-EC04C980511D}" dt="2025-11-20T11:31:34.322" v="5008" actId="20577"/>
        <pc:sldMkLst>
          <pc:docMk/>
          <pc:sldMk cId="2199203141" sldId="2134806329"/>
        </pc:sldMkLst>
        <pc:spChg chg="mod">
          <ac:chgData name="Michael Bladt Stausholm" userId="aa5f8758-c00f-4915-8c94-9445905eb56e" providerId="ADAL" clId="{1F620B07-AEC0-4EB3-8BDA-EC04C980511D}" dt="2025-11-20T11:30:55.007" v="4951" actId="26606"/>
          <ac:spMkLst>
            <pc:docMk/>
            <pc:sldMk cId="2199203141" sldId="2134806329"/>
            <ac:spMk id="2" creationId="{63D614C2-CA27-11BD-368F-8C84B66843F5}"/>
          </ac:spMkLst>
        </pc:spChg>
        <pc:spChg chg="mod">
          <ac:chgData name="Michael Bladt Stausholm" userId="aa5f8758-c00f-4915-8c94-9445905eb56e" providerId="ADAL" clId="{1F620B07-AEC0-4EB3-8BDA-EC04C980511D}" dt="2025-11-20T11:30:55.007" v="4951" actId="26606"/>
          <ac:spMkLst>
            <pc:docMk/>
            <pc:sldMk cId="2199203141" sldId="2134806329"/>
            <ac:spMk id="4" creationId="{0B827061-C386-D8EE-F5E7-D5102262C38B}"/>
          </ac:spMkLst>
        </pc:spChg>
        <pc:spChg chg="mod">
          <ac:chgData name="Michael Bladt Stausholm" userId="aa5f8758-c00f-4915-8c94-9445905eb56e" providerId="ADAL" clId="{1F620B07-AEC0-4EB3-8BDA-EC04C980511D}" dt="2025-11-20T11:30:55.007" v="4951" actId="26606"/>
          <ac:spMkLst>
            <pc:docMk/>
            <pc:sldMk cId="2199203141" sldId="2134806329"/>
            <ac:spMk id="5" creationId="{33BC5F29-88D5-2287-8935-CCC577BFCE38}"/>
          </ac:spMkLst>
        </pc:spChg>
        <pc:spChg chg="mod">
          <ac:chgData name="Michael Bladt Stausholm" userId="aa5f8758-c00f-4915-8c94-9445905eb56e" providerId="ADAL" clId="{1F620B07-AEC0-4EB3-8BDA-EC04C980511D}" dt="2025-11-20T11:30:55.007" v="4951" actId="26606"/>
          <ac:spMkLst>
            <pc:docMk/>
            <pc:sldMk cId="2199203141" sldId="2134806329"/>
            <ac:spMk id="6" creationId="{5F089BAB-A203-D5AC-2232-0B9C03B6DE78}"/>
          </ac:spMkLst>
        </pc:spChg>
        <pc:graphicFrameChg chg="add mod modGraphic">
          <ac:chgData name="Michael Bladt Stausholm" userId="aa5f8758-c00f-4915-8c94-9445905eb56e" providerId="ADAL" clId="{1F620B07-AEC0-4EB3-8BDA-EC04C980511D}" dt="2025-11-20T11:31:34.322" v="5008" actId="20577"/>
          <ac:graphicFrameMkLst>
            <pc:docMk/>
            <pc:sldMk cId="2199203141" sldId="2134806329"/>
            <ac:graphicFrameMk id="10" creationId="{B4667BF9-9D0B-91AF-065E-F70481AC095B}"/>
          </ac:graphicFrameMkLst>
        </pc:graphicFrameChg>
      </pc:sldChg>
      <pc:sldChg chg="modSp mod modNotesTx">
        <pc:chgData name="Michael Bladt Stausholm" userId="aa5f8758-c00f-4915-8c94-9445905eb56e" providerId="ADAL" clId="{1F620B07-AEC0-4EB3-8BDA-EC04C980511D}" dt="2025-11-21T14:09:55.531" v="5623" actId="20577"/>
        <pc:sldMkLst>
          <pc:docMk/>
          <pc:sldMk cId="2672343304" sldId="2134806331"/>
        </pc:sldMkLst>
        <pc:spChg chg="mod">
          <ac:chgData name="Michael Bladt Stausholm" userId="aa5f8758-c00f-4915-8c94-9445905eb56e" providerId="ADAL" clId="{1F620B07-AEC0-4EB3-8BDA-EC04C980511D}" dt="2025-11-07T12:58:37.815" v="4223" actId="20577"/>
          <ac:spMkLst>
            <pc:docMk/>
            <pc:sldMk cId="2672343304" sldId="2134806331"/>
            <ac:spMk id="2" creationId="{9C11BE24-AAC7-FAFE-8380-83F64F854B05}"/>
          </ac:spMkLst>
        </pc:spChg>
        <pc:spChg chg="mod">
          <ac:chgData name="Michael Bladt Stausholm" userId="aa5f8758-c00f-4915-8c94-9445905eb56e" providerId="ADAL" clId="{1F620B07-AEC0-4EB3-8BDA-EC04C980511D}" dt="2025-11-21T14:08:14.202" v="5525" actId="20577"/>
          <ac:spMkLst>
            <pc:docMk/>
            <pc:sldMk cId="2672343304" sldId="2134806331"/>
            <ac:spMk id="3" creationId="{E5081C3E-0F08-7DB6-C83E-9B200587181A}"/>
          </ac:spMkLst>
        </pc:spChg>
      </pc:sldChg>
      <pc:sldChg chg="modSp add del mod">
        <pc:chgData name="Michael Bladt Stausholm" userId="aa5f8758-c00f-4915-8c94-9445905eb56e" providerId="ADAL" clId="{1F620B07-AEC0-4EB3-8BDA-EC04C980511D}" dt="2025-11-26T08:32:54.684" v="5624" actId="20577"/>
        <pc:sldMkLst>
          <pc:docMk/>
          <pc:sldMk cId="1449542866" sldId="2134806410"/>
        </pc:sldMkLst>
        <pc:spChg chg="mod">
          <ac:chgData name="Michael Bladt Stausholm" userId="aa5f8758-c00f-4915-8c94-9445905eb56e" providerId="ADAL" clId="{1F620B07-AEC0-4EB3-8BDA-EC04C980511D}" dt="2025-11-26T08:32:54.684" v="5624" actId="20577"/>
          <ac:spMkLst>
            <pc:docMk/>
            <pc:sldMk cId="1449542866" sldId="2134806410"/>
            <ac:spMk id="2" creationId="{0B65A7FF-71EA-4871-D18C-877B2D85A364}"/>
          </ac:spMkLst>
        </pc:spChg>
        <pc:spChg chg="mod">
          <ac:chgData name="Michael Bladt Stausholm" userId="aa5f8758-c00f-4915-8c94-9445905eb56e" providerId="ADAL" clId="{1F620B07-AEC0-4EB3-8BDA-EC04C980511D}" dt="2025-11-07T12:01:17.031" v="1346" actId="20577"/>
          <ac:spMkLst>
            <pc:docMk/>
            <pc:sldMk cId="1449542866" sldId="2134806410"/>
            <ac:spMk id="7" creationId="{A09F2C20-70B9-AE15-BCD4-C6EB0A31F5C9}"/>
          </ac:spMkLst>
        </pc:spChg>
      </pc:sldChg>
      <pc:sldChg chg="modSp add mod">
        <pc:chgData name="Michael Bladt Stausholm" userId="aa5f8758-c00f-4915-8c94-9445905eb56e" providerId="ADAL" clId="{1F620B07-AEC0-4EB3-8BDA-EC04C980511D}" dt="2025-11-07T11:56:11.074" v="954" actId="20577"/>
        <pc:sldMkLst>
          <pc:docMk/>
          <pc:sldMk cId="3013199534" sldId="2134806417"/>
        </pc:sldMkLst>
        <pc:spChg chg="mod">
          <ac:chgData name="Michael Bladt Stausholm" userId="aa5f8758-c00f-4915-8c94-9445905eb56e" providerId="ADAL" clId="{1F620B07-AEC0-4EB3-8BDA-EC04C980511D}" dt="2025-11-07T11:56:05.255" v="940" actId="20577"/>
          <ac:spMkLst>
            <pc:docMk/>
            <pc:sldMk cId="3013199534" sldId="2134806417"/>
            <ac:spMk id="2" creationId="{DA5C6F4E-F8A8-031B-374E-247AA0AA33A0}"/>
          </ac:spMkLst>
        </pc:spChg>
        <pc:spChg chg="mod">
          <ac:chgData name="Michael Bladt Stausholm" userId="aa5f8758-c00f-4915-8c94-9445905eb56e" providerId="ADAL" clId="{1F620B07-AEC0-4EB3-8BDA-EC04C980511D}" dt="2025-11-07T11:56:11.074" v="954" actId="20577"/>
          <ac:spMkLst>
            <pc:docMk/>
            <pc:sldMk cId="3013199534" sldId="2134806417"/>
            <ac:spMk id="3" creationId="{CFC36017-20E6-D4CE-DA13-04E90AA269CC}"/>
          </ac:spMkLst>
        </pc:spChg>
      </pc:sldChg>
      <pc:sldChg chg="modSp add mod">
        <pc:chgData name="Michael Bladt Stausholm" userId="aa5f8758-c00f-4915-8c94-9445905eb56e" providerId="ADAL" clId="{1F620B07-AEC0-4EB3-8BDA-EC04C980511D}" dt="2025-11-10T08:58:34.383" v="4862" actId="20577"/>
        <pc:sldMkLst>
          <pc:docMk/>
          <pc:sldMk cId="1262574803" sldId="2134806418"/>
        </pc:sldMkLst>
        <pc:spChg chg="mod">
          <ac:chgData name="Michael Bladt Stausholm" userId="aa5f8758-c00f-4915-8c94-9445905eb56e" providerId="ADAL" clId="{1F620B07-AEC0-4EB3-8BDA-EC04C980511D}" dt="2025-11-10T08:58:34.383" v="4862" actId="20577"/>
          <ac:spMkLst>
            <pc:docMk/>
            <pc:sldMk cId="1262574803" sldId="2134806418"/>
            <ac:spMk id="2" creationId="{E37FA3FC-E4CB-DBB5-A170-EC44D7928D32}"/>
          </ac:spMkLst>
        </pc:spChg>
        <pc:spChg chg="mod">
          <ac:chgData name="Michael Bladt Stausholm" userId="aa5f8758-c00f-4915-8c94-9445905eb56e" providerId="ADAL" clId="{1F620B07-AEC0-4EB3-8BDA-EC04C980511D}" dt="2025-11-07T11:56:47.872" v="955"/>
          <ac:spMkLst>
            <pc:docMk/>
            <pc:sldMk cId="1262574803" sldId="2134806418"/>
            <ac:spMk id="3" creationId="{47A4B97A-C571-2BB5-5EDC-8058E339AE75}"/>
          </ac:spMkLst>
        </pc:spChg>
      </pc:sldChg>
      <pc:sldChg chg="modSp add mod ord">
        <pc:chgData name="Michael Bladt Stausholm" userId="aa5f8758-c00f-4915-8c94-9445905eb56e" providerId="ADAL" clId="{1F620B07-AEC0-4EB3-8BDA-EC04C980511D}" dt="2025-11-07T13:15:33.854" v="4558"/>
        <pc:sldMkLst>
          <pc:docMk/>
          <pc:sldMk cId="1397647388" sldId="2134806421"/>
        </pc:sldMkLst>
        <pc:spChg chg="mod">
          <ac:chgData name="Michael Bladt Stausholm" userId="aa5f8758-c00f-4915-8c94-9445905eb56e" providerId="ADAL" clId="{1F620B07-AEC0-4EB3-8BDA-EC04C980511D}" dt="2025-11-07T11:57:05.378" v="959" actId="20577"/>
          <ac:spMkLst>
            <pc:docMk/>
            <pc:sldMk cId="1397647388" sldId="2134806421"/>
            <ac:spMk id="5" creationId="{2E44D6A8-AA8D-BA4C-6996-C2DC38C2A2F2}"/>
          </ac:spMkLst>
        </pc:spChg>
      </pc:sldChg>
      <pc:sldChg chg="addSp delSp modSp add mod modClrScheme chgLayout">
        <pc:chgData name="Michael Bladt Stausholm" userId="aa5f8758-c00f-4915-8c94-9445905eb56e" providerId="ADAL" clId="{1F620B07-AEC0-4EB3-8BDA-EC04C980511D}" dt="2025-11-20T11:40:52.370" v="5019" actId="26606"/>
        <pc:sldMkLst>
          <pc:docMk/>
          <pc:sldMk cId="3073030767" sldId="2134806422"/>
        </pc:sldMkLst>
        <pc:spChg chg="mod">
          <ac:chgData name="Michael Bladt Stausholm" userId="aa5f8758-c00f-4915-8c94-9445905eb56e" providerId="ADAL" clId="{1F620B07-AEC0-4EB3-8BDA-EC04C980511D}" dt="2025-11-20T11:40:52.370" v="5019" actId="26606"/>
          <ac:spMkLst>
            <pc:docMk/>
            <pc:sldMk cId="3073030767" sldId="2134806422"/>
            <ac:spMk id="2" creationId="{8D986BD1-E7F4-CE78-A23B-3C4FB0C683BC}"/>
          </ac:spMkLst>
        </pc:spChg>
        <pc:spChg chg="add del mod">
          <ac:chgData name="Michael Bladt Stausholm" userId="aa5f8758-c00f-4915-8c94-9445905eb56e" providerId="ADAL" clId="{1F620B07-AEC0-4EB3-8BDA-EC04C980511D}" dt="2025-11-20T11:40:52.370" v="5019" actId="26606"/>
          <ac:spMkLst>
            <pc:docMk/>
            <pc:sldMk cId="3073030767" sldId="2134806422"/>
            <ac:spMk id="3" creationId="{8095FDE6-262C-A134-971E-56F141B7C82E}"/>
          </ac:spMkLst>
        </pc:spChg>
        <pc:spChg chg="mod">
          <ac:chgData name="Michael Bladt Stausholm" userId="aa5f8758-c00f-4915-8c94-9445905eb56e" providerId="ADAL" clId="{1F620B07-AEC0-4EB3-8BDA-EC04C980511D}" dt="2025-11-20T11:40:52.370" v="5019" actId="26606"/>
          <ac:spMkLst>
            <pc:docMk/>
            <pc:sldMk cId="3073030767" sldId="2134806422"/>
            <ac:spMk id="4" creationId="{40DDFB40-65F8-6CB2-59EC-4CC8A49A970A}"/>
          </ac:spMkLst>
        </pc:spChg>
        <pc:spChg chg="mod">
          <ac:chgData name="Michael Bladt Stausholm" userId="aa5f8758-c00f-4915-8c94-9445905eb56e" providerId="ADAL" clId="{1F620B07-AEC0-4EB3-8BDA-EC04C980511D}" dt="2025-11-20T11:40:52.370" v="5019" actId="26606"/>
          <ac:spMkLst>
            <pc:docMk/>
            <pc:sldMk cId="3073030767" sldId="2134806422"/>
            <ac:spMk id="5" creationId="{D2CC538B-58FE-38BE-2C33-D04A47A7232D}"/>
          </ac:spMkLst>
        </pc:spChg>
        <pc:spChg chg="mod">
          <ac:chgData name="Michael Bladt Stausholm" userId="aa5f8758-c00f-4915-8c94-9445905eb56e" providerId="ADAL" clId="{1F620B07-AEC0-4EB3-8BDA-EC04C980511D}" dt="2025-11-20T11:40:52.370" v="5019" actId="26606"/>
          <ac:spMkLst>
            <pc:docMk/>
            <pc:sldMk cId="3073030767" sldId="2134806422"/>
            <ac:spMk id="6" creationId="{3B29C12C-E5C6-25EF-0C8D-7B355C741CD2}"/>
          </ac:spMkLst>
        </pc:spChg>
      </pc:sldChg>
      <pc:sldChg chg="modSp add mod">
        <pc:chgData name="Michael Bladt Stausholm" userId="aa5f8758-c00f-4915-8c94-9445905eb56e" providerId="ADAL" clId="{1F620B07-AEC0-4EB3-8BDA-EC04C980511D}" dt="2025-11-07T12:15:39.291" v="2643" actId="6549"/>
        <pc:sldMkLst>
          <pc:docMk/>
          <pc:sldMk cId="2548825206" sldId="2134806423"/>
        </pc:sldMkLst>
        <pc:spChg chg="mod">
          <ac:chgData name="Michael Bladt Stausholm" userId="aa5f8758-c00f-4915-8c94-9445905eb56e" providerId="ADAL" clId="{1F620B07-AEC0-4EB3-8BDA-EC04C980511D}" dt="2025-11-07T12:03:55.569" v="1663" actId="20577"/>
          <ac:spMkLst>
            <pc:docMk/>
            <pc:sldMk cId="2548825206" sldId="2134806423"/>
            <ac:spMk id="2" creationId="{26356FD9-1247-68E5-A7A4-047F8FF93242}"/>
          </ac:spMkLst>
        </pc:spChg>
        <pc:spChg chg="mod">
          <ac:chgData name="Michael Bladt Stausholm" userId="aa5f8758-c00f-4915-8c94-9445905eb56e" providerId="ADAL" clId="{1F620B07-AEC0-4EB3-8BDA-EC04C980511D}" dt="2025-11-07T12:15:39.291" v="2643" actId="6549"/>
          <ac:spMkLst>
            <pc:docMk/>
            <pc:sldMk cId="2548825206" sldId="2134806423"/>
            <ac:spMk id="7" creationId="{936FA856-DBDA-CA49-571B-5F94ED2120E7}"/>
          </ac:spMkLst>
        </pc:spChg>
      </pc:sldChg>
      <pc:sldChg chg="modSp add mod ord">
        <pc:chgData name="Michael Bladt Stausholm" userId="aa5f8758-c00f-4915-8c94-9445905eb56e" providerId="ADAL" clId="{1F620B07-AEC0-4EB3-8BDA-EC04C980511D}" dt="2025-11-07T12:11:19.678" v="2167"/>
        <pc:sldMkLst>
          <pc:docMk/>
          <pc:sldMk cId="2971589110" sldId="2134806424"/>
        </pc:sldMkLst>
        <pc:spChg chg="mod">
          <ac:chgData name="Michael Bladt Stausholm" userId="aa5f8758-c00f-4915-8c94-9445905eb56e" providerId="ADAL" clId="{1F620B07-AEC0-4EB3-8BDA-EC04C980511D}" dt="2025-11-07T12:04:46.942" v="1716" actId="20577"/>
          <ac:spMkLst>
            <pc:docMk/>
            <pc:sldMk cId="2971589110" sldId="2134806424"/>
            <ac:spMk id="5" creationId="{71C04C12-C5DD-9444-D683-72E9C536EB2C}"/>
          </ac:spMkLst>
        </pc:spChg>
      </pc:sldChg>
      <pc:sldChg chg="add">
        <pc:chgData name="Michael Bladt Stausholm" userId="aa5f8758-c00f-4915-8c94-9445905eb56e" providerId="ADAL" clId="{1F620B07-AEC0-4EB3-8BDA-EC04C980511D}" dt="2025-11-07T12:04:36.748" v="1694"/>
        <pc:sldMkLst>
          <pc:docMk/>
          <pc:sldMk cId="1403252585" sldId="2134806425"/>
        </pc:sldMkLst>
      </pc:sldChg>
      <pc:sldChg chg="addSp modSp add mod">
        <pc:chgData name="Michael Bladt Stausholm" userId="aa5f8758-c00f-4915-8c94-9445905eb56e" providerId="ADAL" clId="{1F620B07-AEC0-4EB3-8BDA-EC04C980511D}" dt="2025-11-20T11:47:26.073" v="5089" actId="20577"/>
        <pc:sldMkLst>
          <pc:docMk/>
          <pc:sldMk cId="2000248046" sldId="2134806426"/>
        </pc:sldMkLst>
        <pc:spChg chg="mod">
          <ac:chgData name="Michael Bladt Stausholm" userId="aa5f8758-c00f-4915-8c94-9445905eb56e" providerId="ADAL" clId="{1F620B07-AEC0-4EB3-8BDA-EC04C980511D}" dt="2025-11-07T12:06:52.059" v="1808" actId="20577"/>
          <ac:spMkLst>
            <pc:docMk/>
            <pc:sldMk cId="2000248046" sldId="2134806426"/>
            <ac:spMk id="2" creationId="{FB2A084C-00CC-217F-6F8B-2036CABAAB4F}"/>
          </ac:spMkLst>
        </pc:spChg>
        <pc:spChg chg="mod">
          <ac:chgData name="Michael Bladt Stausholm" userId="aa5f8758-c00f-4915-8c94-9445905eb56e" providerId="ADAL" clId="{1F620B07-AEC0-4EB3-8BDA-EC04C980511D}" dt="2025-11-20T11:46:20.053" v="5025" actId="1076"/>
          <ac:spMkLst>
            <pc:docMk/>
            <pc:sldMk cId="2000248046" sldId="2134806426"/>
            <ac:spMk id="3" creationId="{BCFE197D-8C35-4DE6-ECDC-EFC12DD95AC0}"/>
          </ac:spMkLst>
        </pc:spChg>
        <pc:spChg chg="mod">
          <ac:chgData name="Michael Bladt Stausholm" userId="aa5f8758-c00f-4915-8c94-9445905eb56e" providerId="ADAL" clId="{1F620B07-AEC0-4EB3-8BDA-EC04C980511D}" dt="2025-11-20T11:47:26.073" v="5089" actId="20577"/>
          <ac:spMkLst>
            <pc:docMk/>
            <pc:sldMk cId="2000248046" sldId="2134806426"/>
            <ac:spMk id="7" creationId="{4C65FEAC-C589-F66E-9243-0DFD6FE0E063}"/>
          </ac:spMkLst>
        </pc:spChg>
        <pc:picChg chg="add mod ord">
          <ac:chgData name="Michael Bladt Stausholm" userId="aa5f8758-c00f-4915-8c94-9445905eb56e" providerId="ADAL" clId="{1F620B07-AEC0-4EB3-8BDA-EC04C980511D}" dt="2025-11-20T11:47:07.066" v="5035" actId="167"/>
          <ac:picMkLst>
            <pc:docMk/>
            <pc:sldMk cId="2000248046" sldId="2134806426"/>
            <ac:picMk id="9" creationId="{552111CF-D93F-2F07-D30C-6A721DE9E3C0}"/>
          </ac:picMkLst>
        </pc:picChg>
      </pc:sldChg>
      <pc:sldChg chg="addSp modSp add mod">
        <pc:chgData name="Michael Bladt Stausholm" userId="aa5f8758-c00f-4915-8c94-9445905eb56e" providerId="ADAL" clId="{1F620B07-AEC0-4EB3-8BDA-EC04C980511D}" dt="2025-11-20T11:47:54.630" v="5093" actId="1076"/>
        <pc:sldMkLst>
          <pc:docMk/>
          <pc:sldMk cId="3119508952" sldId="2134806427"/>
        </pc:sldMkLst>
        <pc:spChg chg="mod">
          <ac:chgData name="Michael Bladt Stausholm" userId="aa5f8758-c00f-4915-8c94-9445905eb56e" providerId="ADAL" clId="{1F620B07-AEC0-4EB3-8BDA-EC04C980511D}" dt="2025-11-07T12:25:18.008" v="3276" actId="20577"/>
          <ac:spMkLst>
            <pc:docMk/>
            <pc:sldMk cId="3119508952" sldId="2134806427"/>
            <ac:spMk id="2" creationId="{CF08DCF0-5C90-8246-29DA-CB0998C11619}"/>
          </ac:spMkLst>
        </pc:spChg>
        <pc:spChg chg="mod">
          <ac:chgData name="Michael Bladt Stausholm" userId="aa5f8758-c00f-4915-8c94-9445905eb56e" providerId="ADAL" clId="{1F620B07-AEC0-4EB3-8BDA-EC04C980511D}" dt="2025-11-07T12:27:03.632" v="3399" actId="14100"/>
          <ac:spMkLst>
            <pc:docMk/>
            <pc:sldMk cId="3119508952" sldId="2134806427"/>
            <ac:spMk id="3" creationId="{076B9662-425B-64D8-2C89-91D8909D2D87}"/>
          </ac:spMkLst>
        </pc:spChg>
        <pc:picChg chg="add mod">
          <ac:chgData name="Michael Bladt Stausholm" userId="aa5f8758-c00f-4915-8c94-9445905eb56e" providerId="ADAL" clId="{1F620B07-AEC0-4EB3-8BDA-EC04C980511D}" dt="2025-11-20T11:47:54.630" v="5093" actId="1076"/>
          <ac:picMkLst>
            <pc:docMk/>
            <pc:sldMk cId="3119508952" sldId="2134806427"/>
            <ac:picMk id="1026" creationId="{988DA4B1-8698-6724-7DF0-0295494B2F1D}"/>
          </ac:picMkLst>
        </pc:picChg>
      </pc:sldChg>
      <pc:sldChg chg="addSp delSp modSp add mod">
        <pc:chgData name="Michael Bladt Stausholm" userId="aa5f8758-c00f-4915-8c94-9445905eb56e" providerId="ADAL" clId="{1F620B07-AEC0-4EB3-8BDA-EC04C980511D}" dt="2025-11-26T08:43:24.049" v="5625" actId="20577"/>
        <pc:sldMkLst>
          <pc:docMk/>
          <pc:sldMk cId="28783354" sldId="2134806428"/>
        </pc:sldMkLst>
        <pc:spChg chg="mod">
          <ac:chgData name="Michael Bladt Stausholm" userId="aa5f8758-c00f-4915-8c94-9445905eb56e" providerId="ADAL" clId="{1F620B07-AEC0-4EB3-8BDA-EC04C980511D}" dt="2025-11-07T12:11:30.238" v="2173" actId="20577"/>
          <ac:spMkLst>
            <pc:docMk/>
            <pc:sldMk cId="28783354" sldId="2134806428"/>
            <ac:spMk id="2" creationId="{02F9CA58-8001-BD88-2ADF-BBA70150AF16}"/>
          </ac:spMkLst>
        </pc:spChg>
        <pc:spChg chg="mod">
          <ac:chgData name="Michael Bladt Stausholm" userId="aa5f8758-c00f-4915-8c94-9445905eb56e" providerId="ADAL" clId="{1F620B07-AEC0-4EB3-8BDA-EC04C980511D}" dt="2025-11-26T08:43:24.049" v="5625" actId="20577"/>
          <ac:spMkLst>
            <pc:docMk/>
            <pc:sldMk cId="28783354" sldId="2134806428"/>
            <ac:spMk id="3" creationId="{46E3E375-E7D4-D10D-4D6D-C33E15589DE7}"/>
          </ac:spMkLst>
        </pc:spChg>
      </pc:sldChg>
      <pc:sldChg chg="modSp add mod ord">
        <pc:chgData name="Michael Bladt Stausholm" userId="aa5f8758-c00f-4915-8c94-9445905eb56e" providerId="ADAL" clId="{1F620B07-AEC0-4EB3-8BDA-EC04C980511D}" dt="2025-11-20T11:47:36.534" v="5092" actId="20577"/>
        <pc:sldMkLst>
          <pc:docMk/>
          <pc:sldMk cId="3992847097" sldId="2134806429"/>
        </pc:sldMkLst>
        <pc:spChg chg="mod">
          <ac:chgData name="Michael Bladt Stausholm" userId="aa5f8758-c00f-4915-8c94-9445905eb56e" providerId="ADAL" clId="{1F620B07-AEC0-4EB3-8BDA-EC04C980511D}" dt="2025-11-20T11:47:32.707" v="5091" actId="20577"/>
          <ac:spMkLst>
            <pc:docMk/>
            <pc:sldMk cId="3992847097" sldId="2134806429"/>
            <ac:spMk id="2" creationId="{EDA7862C-8222-3DC4-A379-3CE4C4178B9C}"/>
          </ac:spMkLst>
        </pc:spChg>
        <pc:spChg chg="mod">
          <ac:chgData name="Michael Bladt Stausholm" userId="aa5f8758-c00f-4915-8c94-9445905eb56e" providerId="ADAL" clId="{1F620B07-AEC0-4EB3-8BDA-EC04C980511D}" dt="2025-11-20T11:47:36.534" v="5092" actId="20577"/>
          <ac:spMkLst>
            <pc:docMk/>
            <pc:sldMk cId="3992847097" sldId="2134806429"/>
            <ac:spMk id="3" creationId="{69569750-2F67-D583-8462-FF4BB2950BD6}"/>
          </ac:spMkLst>
        </pc:spChg>
      </pc:sldChg>
      <pc:sldChg chg="addSp delSp modSp add mod">
        <pc:chgData name="Michael Bladt Stausholm" userId="aa5f8758-c00f-4915-8c94-9445905eb56e" providerId="ADAL" clId="{1F620B07-AEC0-4EB3-8BDA-EC04C980511D}" dt="2025-11-07T12:50:05.943" v="3888" actId="20577"/>
        <pc:sldMkLst>
          <pc:docMk/>
          <pc:sldMk cId="3822521923" sldId="2134806430"/>
        </pc:sldMkLst>
        <pc:spChg chg="mod">
          <ac:chgData name="Michael Bladt Stausholm" userId="aa5f8758-c00f-4915-8c94-9445905eb56e" providerId="ADAL" clId="{1F620B07-AEC0-4EB3-8BDA-EC04C980511D}" dt="2025-11-07T12:48:59.883" v="3802" actId="20577"/>
          <ac:spMkLst>
            <pc:docMk/>
            <pc:sldMk cId="3822521923" sldId="2134806430"/>
            <ac:spMk id="2" creationId="{8FA94512-EBBD-280D-98E3-5670BC09F915}"/>
          </ac:spMkLst>
        </pc:spChg>
        <pc:spChg chg="mod">
          <ac:chgData name="Michael Bladt Stausholm" userId="aa5f8758-c00f-4915-8c94-9445905eb56e" providerId="ADAL" clId="{1F620B07-AEC0-4EB3-8BDA-EC04C980511D}" dt="2025-11-07T12:50:05.943" v="3888" actId="20577"/>
          <ac:spMkLst>
            <pc:docMk/>
            <pc:sldMk cId="3822521923" sldId="2134806430"/>
            <ac:spMk id="3" creationId="{F03A6224-9EE8-674A-AB89-B72111286B45}"/>
          </ac:spMkLst>
        </pc:spChg>
      </pc:sldChg>
      <pc:sldChg chg="modSp add mod">
        <pc:chgData name="Michael Bladt Stausholm" userId="aa5f8758-c00f-4915-8c94-9445905eb56e" providerId="ADAL" clId="{1F620B07-AEC0-4EB3-8BDA-EC04C980511D}" dt="2025-11-07T12:58:14.959" v="4210" actId="20577"/>
        <pc:sldMkLst>
          <pc:docMk/>
          <pc:sldMk cId="3367584815" sldId="2134806431"/>
        </pc:sldMkLst>
        <pc:spChg chg="mod">
          <ac:chgData name="Michael Bladt Stausholm" userId="aa5f8758-c00f-4915-8c94-9445905eb56e" providerId="ADAL" clId="{1F620B07-AEC0-4EB3-8BDA-EC04C980511D}" dt="2025-11-07T12:58:14.959" v="4210" actId="20577"/>
          <ac:spMkLst>
            <pc:docMk/>
            <pc:sldMk cId="3367584815" sldId="2134806431"/>
            <ac:spMk id="5" creationId="{2E9CDF7C-F124-A0C2-501C-1A67EA07E4C9}"/>
          </ac:spMkLst>
        </pc:spChg>
      </pc:sldChg>
      <pc:sldChg chg="modSp add mod">
        <pc:chgData name="Michael Bladt Stausholm" userId="aa5f8758-c00f-4915-8c94-9445905eb56e" providerId="ADAL" clId="{1F620B07-AEC0-4EB3-8BDA-EC04C980511D}" dt="2025-11-07T13:15:24.527" v="4556" actId="20577"/>
        <pc:sldMkLst>
          <pc:docMk/>
          <pc:sldMk cId="2384861856" sldId="2134806432"/>
        </pc:sldMkLst>
        <pc:spChg chg="mod">
          <ac:chgData name="Michael Bladt Stausholm" userId="aa5f8758-c00f-4915-8c94-9445905eb56e" providerId="ADAL" clId="{1F620B07-AEC0-4EB3-8BDA-EC04C980511D}" dt="2025-11-07T13:15:24.527" v="4556" actId="20577"/>
          <ac:spMkLst>
            <pc:docMk/>
            <pc:sldMk cId="2384861856" sldId="2134806432"/>
            <ac:spMk id="2" creationId="{847C13C5-09B6-8968-0EA3-B990B17AC3BA}"/>
          </ac:spMkLst>
        </pc:spChg>
      </pc:sldChg>
      <pc:sldChg chg="modSp add mod">
        <pc:chgData name="Michael Bladt Stausholm" userId="aa5f8758-c00f-4915-8c94-9445905eb56e" providerId="ADAL" clId="{1F620B07-AEC0-4EB3-8BDA-EC04C980511D}" dt="2025-11-10T08:58:48.863" v="4863" actId="20577"/>
        <pc:sldMkLst>
          <pc:docMk/>
          <pc:sldMk cId="1430169242" sldId="2134806433"/>
        </pc:sldMkLst>
        <pc:spChg chg="mod">
          <ac:chgData name="Michael Bladt Stausholm" userId="aa5f8758-c00f-4915-8c94-9445905eb56e" providerId="ADAL" clId="{1F620B07-AEC0-4EB3-8BDA-EC04C980511D}" dt="2025-11-10T08:58:48.863" v="4863" actId="20577"/>
          <ac:spMkLst>
            <pc:docMk/>
            <pc:sldMk cId="1430169242" sldId="2134806433"/>
            <ac:spMk id="2" creationId="{DDF31972-3254-0B76-8744-A30E2E272E17}"/>
          </ac:spMkLst>
        </pc:spChg>
        <pc:spChg chg="mod">
          <ac:chgData name="Michael Bladt Stausholm" userId="aa5f8758-c00f-4915-8c94-9445905eb56e" providerId="ADAL" clId="{1F620B07-AEC0-4EB3-8BDA-EC04C980511D}" dt="2025-11-07T13:16:18.910" v="4575" actId="113"/>
          <ac:spMkLst>
            <pc:docMk/>
            <pc:sldMk cId="1430169242" sldId="2134806433"/>
            <ac:spMk id="3" creationId="{E8DA2825-B4F4-9464-335F-267A9C805FEF}"/>
          </ac:spMkLst>
        </pc:spChg>
      </pc:sldChg>
      <pc:sldChg chg="modSp add mod ord">
        <pc:chgData name="Michael Bladt Stausholm" userId="aa5f8758-c00f-4915-8c94-9445905eb56e" providerId="ADAL" clId="{1F620B07-AEC0-4EB3-8BDA-EC04C980511D}" dt="2025-11-07T13:17:07.180" v="4631" actId="20577"/>
        <pc:sldMkLst>
          <pc:docMk/>
          <pc:sldMk cId="2367364325" sldId="2134806435"/>
        </pc:sldMkLst>
        <pc:spChg chg="mod">
          <ac:chgData name="Michael Bladt Stausholm" userId="aa5f8758-c00f-4915-8c94-9445905eb56e" providerId="ADAL" clId="{1F620B07-AEC0-4EB3-8BDA-EC04C980511D}" dt="2025-11-07T13:17:07.180" v="4631" actId="20577"/>
          <ac:spMkLst>
            <pc:docMk/>
            <pc:sldMk cId="2367364325" sldId="2134806435"/>
            <ac:spMk id="5" creationId="{CDCEAAEB-5E38-A275-FD10-B77F7BFDFA17}"/>
          </ac:spMkLst>
        </pc:spChg>
      </pc:sldChg>
      <pc:sldChg chg="add">
        <pc:chgData name="Michael Bladt Stausholm" userId="aa5f8758-c00f-4915-8c94-9445905eb56e" providerId="ADAL" clId="{1F620B07-AEC0-4EB3-8BDA-EC04C980511D}" dt="2025-11-07T13:16:52.989" v="4576"/>
        <pc:sldMkLst>
          <pc:docMk/>
          <pc:sldMk cId="1847678169" sldId="2134806436"/>
        </pc:sldMkLst>
      </pc:sldChg>
      <pc:sldChg chg="modSp add mod">
        <pc:chgData name="Michael Bladt Stausholm" userId="aa5f8758-c00f-4915-8c94-9445905eb56e" providerId="ADAL" clId="{1F620B07-AEC0-4EB3-8BDA-EC04C980511D}" dt="2025-11-07T13:17:50.876" v="4706" actId="20577"/>
        <pc:sldMkLst>
          <pc:docMk/>
          <pc:sldMk cId="1255640149" sldId="2134806437"/>
        </pc:sldMkLst>
        <pc:spChg chg="mod">
          <ac:chgData name="Michael Bladt Stausholm" userId="aa5f8758-c00f-4915-8c94-9445905eb56e" providerId="ADAL" clId="{1F620B07-AEC0-4EB3-8BDA-EC04C980511D}" dt="2025-11-07T13:17:50.876" v="4706" actId="20577"/>
          <ac:spMkLst>
            <pc:docMk/>
            <pc:sldMk cId="1255640149" sldId="2134806437"/>
            <ac:spMk id="5" creationId="{2237E669-38E6-CA5B-0A7E-F5A36008EAE5}"/>
          </ac:spMkLst>
        </pc:spChg>
      </pc:sldChg>
      <pc:sldChg chg="modSp add mod">
        <pc:chgData name="Michael Bladt Stausholm" userId="aa5f8758-c00f-4915-8c94-9445905eb56e" providerId="ADAL" clId="{1F620B07-AEC0-4EB3-8BDA-EC04C980511D}" dt="2025-11-07T13:17:36.724" v="4670" actId="20577"/>
        <pc:sldMkLst>
          <pc:docMk/>
          <pc:sldMk cId="2861312240" sldId="2134806438"/>
        </pc:sldMkLst>
        <pc:spChg chg="mod">
          <ac:chgData name="Michael Bladt Stausholm" userId="aa5f8758-c00f-4915-8c94-9445905eb56e" providerId="ADAL" clId="{1F620B07-AEC0-4EB3-8BDA-EC04C980511D}" dt="2025-11-07T13:17:29.941" v="4653" actId="20577"/>
          <ac:spMkLst>
            <pc:docMk/>
            <pc:sldMk cId="2861312240" sldId="2134806438"/>
            <ac:spMk id="2" creationId="{93C086FE-3C5C-F63D-9508-884CF6D42397}"/>
          </ac:spMkLst>
        </pc:spChg>
        <pc:spChg chg="mod">
          <ac:chgData name="Michael Bladt Stausholm" userId="aa5f8758-c00f-4915-8c94-9445905eb56e" providerId="ADAL" clId="{1F620B07-AEC0-4EB3-8BDA-EC04C980511D}" dt="2025-11-07T13:17:36.724" v="4670" actId="20577"/>
          <ac:spMkLst>
            <pc:docMk/>
            <pc:sldMk cId="2861312240" sldId="2134806438"/>
            <ac:spMk id="3" creationId="{FB9E51CD-A836-211F-5CA7-53564C9D02BB}"/>
          </ac:spMkLst>
        </pc:spChg>
      </pc:sldChg>
    </pc:docChg>
  </pc:docChgLst>
  <pc:docChgLst>
    <pc:chgData name="Benjamin Salling Hvass" userId="S::benjamin.hvass@alexandra.dk::7f701290-7113-44e4-8483-3cbeee116501" providerId="AD" clId="Web-{D6AEBFAE-8466-AD36-72F1-0014CF6BA0DE}"/>
    <pc:docChg chg="addSld delSld modSld">
      <pc:chgData name="Benjamin Salling Hvass" userId="S::benjamin.hvass@alexandra.dk::7f701290-7113-44e4-8483-3cbeee116501" providerId="AD" clId="Web-{D6AEBFAE-8466-AD36-72F1-0014CF6BA0DE}" dt="2025-11-26T01:18:27.009" v="999" actId="20577"/>
      <pc:docMkLst>
        <pc:docMk/>
      </pc:docMkLst>
      <pc:sldChg chg="addSp delSp modSp mod modClrScheme chgLayout">
        <pc:chgData name="Benjamin Salling Hvass" userId="S::benjamin.hvass@alexandra.dk::7f701290-7113-44e4-8483-3cbeee116501" providerId="AD" clId="Web-{D6AEBFAE-8466-AD36-72F1-0014CF6BA0DE}" dt="2025-11-25T22:50:23.445" v="191" actId="20577"/>
        <pc:sldMkLst>
          <pc:docMk/>
          <pc:sldMk cId="855909118" sldId="2134806439"/>
        </pc:sldMkLst>
        <pc:spChg chg="mod ord">
          <ac:chgData name="Benjamin Salling Hvass" userId="S::benjamin.hvass@alexandra.dk::7f701290-7113-44e4-8483-3cbeee116501" providerId="AD" clId="Web-{D6AEBFAE-8466-AD36-72F1-0014CF6BA0DE}" dt="2025-11-25T22:49:40.881" v="152"/>
          <ac:spMkLst>
            <pc:docMk/>
            <pc:sldMk cId="855909118" sldId="2134806439"/>
            <ac:spMk id="2" creationId="{F5CC19C9-2A13-0299-EDF8-7761847EEC6C}"/>
          </ac:spMkLst>
        </pc:spChg>
        <pc:spChg chg="add del mod">
          <ac:chgData name="Benjamin Salling Hvass" userId="S::benjamin.hvass@alexandra.dk::7f701290-7113-44e4-8483-3cbeee116501" providerId="AD" clId="Web-{D6AEBFAE-8466-AD36-72F1-0014CF6BA0DE}" dt="2025-11-25T22:49:52.944" v="155"/>
          <ac:spMkLst>
            <pc:docMk/>
            <pc:sldMk cId="855909118" sldId="2134806439"/>
            <ac:spMk id="3" creationId="{21AEBA08-67B3-1750-0913-4BA40E9091DC}"/>
          </ac:spMkLst>
        </pc:spChg>
        <pc:spChg chg="mod ord">
          <ac:chgData name="Benjamin Salling Hvass" userId="S::benjamin.hvass@alexandra.dk::7f701290-7113-44e4-8483-3cbeee116501" providerId="AD" clId="Web-{D6AEBFAE-8466-AD36-72F1-0014CF6BA0DE}" dt="2025-11-25T22:49:40.881" v="152"/>
          <ac:spMkLst>
            <pc:docMk/>
            <pc:sldMk cId="855909118" sldId="2134806439"/>
            <ac:spMk id="4" creationId="{CC2AABF7-3012-2CA2-434B-BEC1689B2A25}"/>
          </ac:spMkLst>
        </pc:spChg>
        <pc:spChg chg="mod ord">
          <ac:chgData name="Benjamin Salling Hvass" userId="S::benjamin.hvass@alexandra.dk::7f701290-7113-44e4-8483-3cbeee116501" providerId="AD" clId="Web-{D6AEBFAE-8466-AD36-72F1-0014CF6BA0DE}" dt="2025-11-25T22:49:40.881" v="152"/>
          <ac:spMkLst>
            <pc:docMk/>
            <pc:sldMk cId="855909118" sldId="2134806439"/>
            <ac:spMk id="5" creationId="{47DBD32F-4DDF-FCCD-5E35-2D75DB78B6F9}"/>
          </ac:spMkLst>
        </pc:spChg>
        <pc:spChg chg="mod ord">
          <ac:chgData name="Benjamin Salling Hvass" userId="S::benjamin.hvass@alexandra.dk::7f701290-7113-44e4-8483-3cbeee116501" providerId="AD" clId="Web-{D6AEBFAE-8466-AD36-72F1-0014CF6BA0DE}" dt="2025-11-25T22:49:40.881" v="152"/>
          <ac:spMkLst>
            <pc:docMk/>
            <pc:sldMk cId="855909118" sldId="2134806439"/>
            <ac:spMk id="6" creationId="{88582F31-C96C-7506-FEB1-78C9762E79A9}"/>
          </ac:spMkLst>
        </pc:spChg>
        <pc:spChg chg="add del">
          <ac:chgData name="Benjamin Salling Hvass" userId="S::benjamin.hvass@alexandra.dk::7f701290-7113-44e4-8483-3cbeee116501" providerId="AD" clId="Web-{D6AEBFAE-8466-AD36-72F1-0014CF6BA0DE}" dt="2025-11-25T22:42:22.792" v="37"/>
          <ac:spMkLst>
            <pc:docMk/>
            <pc:sldMk cId="855909118" sldId="2134806439"/>
            <ac:spMk id="7" creationId="{6B1D591B-A830-CB82-F52B-E444E84EDB62}"/>
          </ac:spMkLst>
        </pc:spChg>
        <pc:spChg chg="add mod">
          <ac:chgData name="Benjamin Salling Hvass" userId="S::benjamin.hvass@alexandra.dk::7f701290-7113-44e4-8483-3cbeee116501" providerId="AD" clId="Web-{D6AEBFAE-8466-AD36-72F1-0014CF6BA0DE}" dt="2025-11-25T22:42:31.261" v="39" actId="1076"/>
          <ac:spMkLst>
            <pc:docMk/>
            <pc:sldMk cId="855909118" sldId="2134806439"/>
            <ac:spMk id="8" creationId="{CB5C52AE-65A5-BE98-398F-93F429283717}"/>
          </ac:spMkLst>
        </pc:spChg>
        <pc:spChg chg="del">
          <ac:chgData name="Benjamin Salling Hvass" userId="S::benjamin.hvass@alexandra.dk::7f701290-7113-44e4-8483-3cbeee116501" providerId="AD" clId="Web-{D6AEBFAE-8466-AD36-72F1-0014CF6BA0DE}" dt="2025-11-25T22:36:58.616" v="29"/>
          <ac:spMkLst>
            <pc:docMk/>
            <pc:sldMk cId="855909118" sldId="2134806439"/>
            <ac:spMk id="9" creationId="{5FC12A01-A5DB-CFAC-FD60-2515A5373379}"/>
          </ac:spMkLst>
        </pc:spChg>
        <pc:spChg chg="del">
          <ac:chgData name="Benjamin Salling Hvass" userId="S::benjamin.hvass@alexandra.dk::7f701290-7113-44e4-8483-3cbeee116501" providerId="AD" clId="Web-{D6AEBFAE-8466-AD36-72F1-0014CF6BA0DE}" dt="2025-11-25T22:37:00.928" v="30"/>
          <ac:spMkLst>
            <pc:docMk/>
            <pc:sldMk cId="855909118" sldId="2134806439"/>
            <ac:spMk id="10" creationId="{D03789A1-F8B0-7E34-FFD8-E9F8E252011D}"/>
          </ac:spMkLst>
        </pc:spChg>
        <pc:spChg chg="add del mod">
          <ac:chgData name="Benjamin Salling Hvass" userId="S::benjamin.hvass@alexandra.dk::7f701290-7113-44e4-8483-3cbeee116501" providerId="AD" clId="Web-{D6AEBFAE-8466-AD36-72F1-0014CF6BA0DE}" dt="2025-11-25T22:50:13.163" v="185"/>
          <ac:spMkLst>
            <pc:docMk/>
            <pc:sldMk cId="855909118" sldId="2134806439"/>
            <ac:spMk id="11" creationId="{B3090194-13BA-37B2-75C2-ECA3D91640A7}"/>
          </ac:spMkLst>
        </pc:spChg>
        <pc:spChg chg="add del mod ord">
          <ac:chgData name="Benjamin Salling Hvass" userId="S::benjamin.hvass@alexandra.dk::7f701290-7113-44e4-8483-3cbeee116501" providerId="AD" clId="Web-{D6AEBFAE-8466-AD36-72F1-0014CF6BA0DE}" dt="2025-11-25T22:49:31.115" v="150"/>
          <ac:spMkLst>
            <pc:docMk/>
            <pc:sldMk cId="855909118" sldId="2134806439"/>
            <ac:spMk id="12" creationId="{1A086A4D-E15E-5CE7-2660-3EB75ADB59D0}"/>
          </ac:spMkLst>
        </pc:spChg>
        <pc:spChg chg="add del mod ord">
          <ac:chgData name="Benjamin Salling Hvass" userId="S::benjamin.hvass@alexandra.dk::7f701290-7113-44e4-8483-3cbeee116501" providerId="AD" clId="Web-{D6AEBFAE-8466-AD36-72F1-0014CF6BA0DE}" dt="2025-11-25T22:49:40.881" v="152"/>
          <ac:spMkLst>
            <pc:docMk/>
            <pc:sldMk cId="855909118" sldId="2134806439"/>
            <ac:spMk id="13" creationId="{B9D6E352-7584-AFB8-188E-34EB8FB88DD6}"/>
          </ac:spMkLst>
        </pc:spChg>
        <pc:spChg chg="add mod ord">
          <ac:chgData name="Benjamin Salling Hvass" userId="S::benjamin.hvass@alexandra.dk::7f701290-7113-44e4-8483-3cbeee116501" providerId="AD" clId="Web-{D6AEBFAE-8466-AD36-72F1-0014CF6BA0DE}" dt="2025-11-25T22:50:23.445" v="191" actId="20577"/>
          <ac:spMkLst>
            <pc:docMk/>
            <pc:sldMk cId="855909118" sldId="2134806439"/>
            <ac:spMk id="14" creationId="{174CD0A4-0141-C873-3A87-71623E1135B4}"/>
          </ac:spMkLst>
        </pc:spChg>
        <pc:spChg chg="add del mod ord">
          <ac:chgData name="Benjamin Salling Hvass" userId="S::benjamin.hvass@alexandra.dk::7f701290-7113-44e4-8483-3cbeee116501" providerId="AD" clId="Web-{D6AEBFAE-8466-AD36-72F1-0014CF6BA0DE}" dt="2025-11-25T22:49:40.881" v="152"/>
          <ac:spMkLst>
            <pc:docMk/>
            <pc:sldMk cId="855909118" sldId="2134806439"/>
            <ac:spMk id="15" creationId="{1BC42A05-E710-C8A3-01AD-799E2A8F2B1C}"/>
          </ac:spMkLst>
        </pc:spChg>
        <pc:spChg chg="add del mod ord">
          <ac:chgData name="Benjamin Salling Hvass" userId="S::benjamin.hvass@alexandra.dk::7f701290-7113-44e4-8483-3cbeee116501" providerId="AD" clId="Web-{D6AEBFAE-8466-AD36-72F1-0014CF6BA0DE}" dt="2025-11-25T22:49:40.881" v="152"/>
          <ac:spMkLst>
            <pc:docMk/>
            <pc:sldMk cId="855909118" sldId="2134806439"/>
            <ac:spMk id="16" creationId="{199D0555-E471-C00D-B38F-E838E33B5909}"/>
          </ac:spMkLst>
        </pc:spChg>
      </pc:sldChg>
      <pc:sldChg chg="modSp">
        <pc:chgData name="Benjamin Salling Hvass" userId="S::benjamin.hvass@alexandra.dk::7f701290-7113-44e4-8483-3cbeee116501" providerId="AD" clId="Web-{D6AEBFAE-8466-AD36-72F1-0014CF6BA0DE}" dt="2025-11-25T23:31:26.357" v="428" actId="20577"/>
        <pc:sldMkLst>
          <pc:docMk/>
          <pc:sldMk cId="2765246324" sldId="2134806440"/>
        </pc:sldMkLst>
        <pc:spChg chg="mod">
          <ac:chgData name="Benjamin Salling Hvass" userId="S::benjamin.hvass@alexandra.dk::7f701290-7113-44e4-8483-3cbeee116501" providerId="AD" clId="Web-{D6AEBFAE-8466-AD36-72F1-0014CF6BA0DE}" dt="2025-11-25T23:31:26.357" v="428" actId="20577"/>
          <ac:spMkLst>
            <pc:docMk/>
            <pc:sldMk cId="2765246324" sldId="2134806440"/>
            <ac:spMk id="7" creationId="{BF0234E7-3C99-047C-2474-D89F85C370E2}"/>
          </ac:spMkLst>
        </pc:spChg>
        <pc:spChg chg="mod">
          <ac:chgData name="Benjamin Salling Hvass" userId="S::benjamin.hvass@alexandra.dk::7f701290-7113-44e4-8483-3cbeee116501" providerId="AD" clId="Web-{D6AEBFAE-8466-AD36-72F1-0014CF6BA0DE}" dt="2025-11-25T23:31:23.685" v="427" actId="20577"/>
          <ac:spMkLst>
            <pc:docMk/>
            <pc:sldMk cId="2765246324" sldId="2134806440"/>
            <ac:spMk id="16" creationId="{C97CB8B6-4D2A-6DE5-22B8-772293E348DB}"/>
          </ac:spMkLst>
        </pc:spChg>
      </pc:sldChg>
      <pc:sldChg chg="modSp">
        <pc:chgData name="Benjamin Salling Hvass" userId="S::benjamin.hvass@alexandra.dk::7f701290-7113-44e4-8483-3cbeee116501" providerId="AD" clId="Web-{D6AEBFAE-8466-AD36-72F1-0014CF6BA0DE}" dt="2025-11-26T01:18:27.009" v="999" actId="20577"/>
        <pc:sldMkLst>
          <pc:docMk/>
          <pc:sldMk cId="3183086377" sldId="2134806441"/>
        </pc:sldMkLst>
        <pc:spChg chg="mod">
          <ac:chgData name="Benjamin Salling Hvass" userId="S::benjamin.hvass@alexandra.dk::7f701290-7113-44e4-8483-3cbeee116501" providerId="AD" clId="Web-{D6AEBFAE-8466-AD36-72F1-0014CF6BA0DE}" dt="2025-11-26T01:18:27.009" v="999" actId="20577"/>
          <ac:spMkLst>
            <pc:docMk/>
            <pc:sldMk cId="3183086377" sldId="2134806441"/>
            <ac:spMk id="3" creationId="{AD863D78-A4A9-15B3-2476-235F1755FA3C}"/>
          </ac:spMkLst>
        </pc:spChg>
      </pc:sldChg>
      <pc:sldChg chg="modSp">
        <pc:chgData name="Benjamin Salling Hvass" userId="S::benjamin.hvass@alexandra.dk::7f701290-7113-44e4-8483-3cbeee116501" providerId="AD" clId="Web-{D6AEBFAE-8466-AD36-72F1-0014CF6BA0DE}" dt="2025-11-25T23:31:31.372" v="430" actId="20577"/>
        <pc:sldMkLst>
          <pc:docMk/>
          <pc:sldMk cId="2432843667" sldId="2134806442"/>
        </pc:sldMkLst>
        <pc:spChg chg="mod">
          <ac:chgData name="Benjamin Salling Hvass" userId="S::benjamin.hvass@alexandra.dk::7f701290-7113-44e4-8483-3cbeee116501" providerId="AD" clId="Web-{D6AEBFAE-8466-AD36-72F1-0014CF6BA0DE}" dt="2025-11-25T23:31:31.372" v="430" actId="20577"/>
          <ac:spMkLst>
            <pc:docMk/>
            <pc:sldMk cId="2432843667" sldId="2134806442"/>
            <ac:spMk id="16" creationId="{AFC62F10-73AF-06B4-7551-2562052FE989}"/>
          </ac:spMkLst>
        </pc:spChg>
      </pc:sldChg>
      <pc:sldChg chg="addSp modSp new">
        <pc:chgData name="Benjamin Salling Hvass" userId="S::benjamin.hvass@alexandra.dk::7f701290-7113-44e4-8483-3cbeee116501" providerId="AD" clId="Web-{D6AEBFAE-8466-AD36-72F1-0014CF6BA0DE}" dt="2025-11-25T23:28:23.666" v="335" actId="20577"/>
        <pc:sldMkLst>
          <pc:docMk/>
          <pc:sldMk cId="458951069" sldId="2134806443"/>
        </pc:sldMkLst>
        <pc:spChg chg="mod">
          <ac:chgData name="Benjamin Salling Hvass" userId="S::benjamin.hvass@alexandra.dk::7f701290-7113-44e4-8483-3cbeee116501" providerId="AD" clId="Web-{D6AEBFAE-8466-AD36-72F1-0014CF6BA0DE}" dt="2025-11-25T23:27:00.805" v="325" actId="20577"/>
          <ac:spMkLst>
            <pc:docMk/>
            <pc:sldMk cId="458951069" sldId="2134806443"/>
            <ac:spMk id="2" creationId="{9730A48F-E356-A47F-E659-29FA04BF8D2F}"/>
          </ac:spMkLst>
        </pc:spChg>
        <pc:spChg chg="mod">
          <ac:chgData name="Benjamin Salling Hvass" userId="S::benjamin.hvass@alexandra.dk::7f701290-7113-44e4-8483-3cbeee116501" providerId="AD" clId="Web-{D6AEBFAE-8466-AD36-72F1-0014CF6BA0DE}" dt="2025-11-25T23:28:23.666" v="335" actId="20577"/>
          <ac:spMkLst>
            <pc:docMk/>
            <pc:sldMk cId="458951069" sldId="2134806443"/>
            <ac:spMk id="3" creationId="{71A1520A-6BC2-9203-D1DE-74342C95A6F1}"/>
          </ac:spMkLst>
        </pc:spChg>
        <pc:picChg chg="add mod">
          <ac:chgData name="Benjamin Salling Hvass" userId="S::benjamin.hvass@alexandra.dk::7f701290-7113-44e4-8483-3cbeee116501" providerId="AD" clId="Web-{D6AEBFAE-8466-AD36-72F1-0014CF6BA0DE}" dt="2025-11-25T23:27:05.399" v="326" actId="1076"/>
          <ac:picMkLst>
            <pc:docMk/>
            <pc:sldMk cId="458951069" sldId="2134806443"/>
            <ac:picMk id="7" creationId="{3E554926-44B2-BBE6-A537-E65F4DE270FB}"/>
          </ac:picMkLst>
        </pc:picChg>
      </pc:sldChg>
      <pc:sldChg chg="del">
        <pc:chgData name="Benjamin Salling Hvass" userId="S::benjamin.hvass@alexandra.dk::7f701290-7113-44e4-8483-3cbeee116501" providerId="AD" clId="Web-{D6AEBFAE-8466-AD36-72F1-0014CF6BA0DE}" dt="2025-11-25T22:37:10.069" v="31"/>
        <pc:sldMkLst>
          <pc:docMk/>
          <pc:sldMk cId="1545173450" sldId="2134806443"/>
        </pc:sldMkLst>
      </pc:sldChg>
      <pc:sldChg chg="modSp new">
        <pc:chgData name="Benjamin Salling Hvass" userId="S::benjamin.hvass@alexandra.dk::7f701290-7113-44e4-8483-3cbeee116501" providerId="AD" clId="Web-{D6AEBFAE-8466-AD36-72F1-0014CF6BA0DE}" dt="2025-11-25T23:30:28.637" v="422" actId="20577"/>
        <pc:sldMkLst>
          <pc:docMk/>
          <pc:sldMk cId="3246560644" sldId="2134806444"/>
        </pc:sldMkLst>
        <pc:spChg chg="mod">
          <ac:chgData name="Benjamin Salling Hvass" userId="S::benjamin.hvass@alexandra.dk::7f701290-7113-44e4-8483-3cbeee116501" providerId="AD" clId="Web-{D6AEBFAE-8466-AD36-72F1-0014CF6BA0DE}" dt="2025-11-25T23:29:12.573" v="346" actId="20577"/>
          <ac:spMkLst>
            <pc:docMk/>
            <pc:sldMk cId="3246560644" sldId="2134806444"/>
            <ac:spMk id="2" creationId="{181D5CEF-7744-0793-57AD-EEFBBEA38941}"/>
          </ac:spMkLst>
        </pc:spChg>
        <pc:spChg chg="mod">
          <ac:chgData name="Benjamin Salling Hvass" userId="S::benjamin.hvass@alexandra.dk::7f701290-7113-44e4-8483-3cbeee116501" providerId="AD" clId="Web-{D6AEBFAE-8466-AD36-72F1-0014CF6BA0DE}" dt="2025-11-25T23:30:28.637" v="422" actId="20577"/>
          <ac:spMkLst>
            <pc:docMk/>
            <pc:sldMk cId="3246560644" sldId="2134806444"/>
            <ac:spMk id="3" creationId="{922764C1-A2E2-737C-3825-A8DCE90D9E93}"/>
          </ac:spMkLst>
        </pc:spChg>
      </pc:sldChg>
      <pc:sldChg chg="addSp delSp modSp new del">
        <pc:chgData name="Benjamin Salling Hvass" userId="S::benjamin.hvass@alexandra.dk::7f701290-7113-44e4-8483-3cbeee116501" providerId="AD" clId="Web-{D6AEBFAE-8466-AD36-72F1-0014CF6BA0DE}" dt="2025-11-26T00:52:28.222" v="639"/>
        <pc:sldMkLst>
          <pc:docMk/>
          <pc:sldMk cId="2267728854" sldId="2134806445"/>
        </pc:sldMkLst>
        <pc:spChg chg="mod">
          <ac:chgData name="Benjamin Salling Hvass" userId="S::benjamin.hvass@alexandra.dk::7f701290-7113-44e4-8483-3cbeee116501" providerId="AD" clId="Web-{D6AEBFAE-8466-AD36-72F1-0014CF6BA0DE}" dt="2025-11-25T23:33:12.937" v="446" actId="20577"/>
          <ac:spMkLst>
            <pc:docMk/>
            <pc:sldMk cId="2267728854" sldId="2134806445"/>
            <ac:spMk id="2" creationId="{3DB13762-56BD-D070-05B7-18DFCE05C053}"/>
          </ac:spMkLst>
        </pc:spChg>
        <pc:spChg chg="del">
          <ac:chgData name="Benjamin Salling Hvass" userId="S::benjamin.hvass@alexandra.dk::7f701290-7113-44e4-8483-3cbeee116501" providerId="AD" clId="Web-{D6AEBFAE-8466-AD36-72F1-0014CF6BA0DE}" dt="2025-11-26T00:25:55.156" v="486"/>
          <ac:spMkLst>
            <pc:docMk/>
            <pc:sldMk cId="2267728854" sldId="2134806445"/>
            <ac:spMk id="3" creationId="{6B57392A-02C4-977F-337F-3B80726F92DB}"/>
          </ac:spMkLst>
        </pc:spChg>
        <pc:spChg chg="add mod">
          <ac:chgData name="Benjamin Salling Hvass" userId="S::benjamin.hvass@alexandra.dk::7f701290-7113-44e4-8483-3cbeee116501" providerId="AD" clId="Web-{D6AEBFAE-8466-AD36-72F1-0014CF6BA0DE}" dt="2025-11-26T00:33:23.136" v="534" actId="1076"/>
          <ac:spMkLst>
            <pc:docMk/>
            <pc:sldMk cId="2267728854" sldId="2134806445"/>
            <ac:spMk id="8" creationId="{D4DA257D-0F62-74D9-D105-5C9EFF37B19A}"/>
          </ac:spMkLst>
        </pc:spChg>
        <pc:spChg chg="add mod">
          <ac:chgData name="Benjamin Salling Hvass" userId="S::benjamin.hvass@alexandra.dk::7f701290-7113-44e4-8483-3cbeee116501" providerId="AD" clId="Web-{D6AEBFAE-8466-AD36-72F1-0014CF6BA0DE}" dt="2025-11-26T00:33:23.151" v="536" actId="1076"/>
          <ac:spMkLst>
            <pc:docMk/>
            <pc:sldMk cId="2267728854" sldId="2134806445"/>
            <ac:spMk id="10" creationId="{9429A4A5-495F-5718-7E0C-72AE4424A2EF}"/>
          </ac:spMkLst>
        </pc:spChg>
        <pc:spChg chg="add mod">
          <ac:chgData name="Benjamin Salling Hvass" userId="S::benjamin.hvass@alexandra.dk::7f701290-7113-44e4-8483-3cbeee116501" providerId="AD" clId="Web-{D6AEBFAE-8466-AD36-72F1-0014CF6BA0DE}" dt="2025-11-26T00:46:19.013" v="565" actId="20577"/>
          <ac:spMkLst>
            <pc:docMk/>
            <pc:sldMk cId="2267728854" sldId="2134806445"/>
            <ac:spMk id="12" creationId="{6E92F311-A9D9-9B8F-D4B2-8732726AD389}"/>
          </ac:spMkLst>
        </pc:spChg>
        <pc:spChg chg="add mod">
          <ac:chgData name="Benjamin Salling Hvass" userId="S::benjamin.hvass@alexandra.dk::7f701290-7113-44e4-8483-3cbeee116501" providerId="AD" clId="Web-{D6AEBFAE-8466-AD36-72F1-0014CF6BA0DE}" dt="2025-11-26T00:46:43.531" v="581" actId="20577"/>
          <ac:spMkLst>
            <pc:docMk/>
            <pc:sldMk cId="2267728854" sldId="2134806445"/>
            <ac:spMk id="14" creationId="{1783C4F1-15E2-EF43-3627-77F810BFAC4E}"/>
          </ac:spMkLst>
        </pc:spChg>
        <pc:spChg chg="add mod">
          <ac:chgData name="Benjamin Salling Hvass" userId="S::benjamin.hvass@alexandra.dk::7f701290-7113-44e4-8483-3cbeee116501" providerId="AD" clId="Web-{D6AEBFAE-8466-AD36-72F1-0014CF6BA0DE}" dt="2025-11-26T00:50:00.824" v="583" actId="20577"/>
          <ac:spMkLst>
            <pc:docMk/>
            <pc:sldMk cId="2267728854" sldId="2134806445"/>
            <ac:spMk id="15" creationId="{CA637F00-5CFA-ECAC-2639-A4B066E7CE21}"/>
          </ac:spMkLst>
        </pc:spChg>
        <pc:picChg chg="add mod">
          <ac:chgData name="Benjamin Salling Hvass" userId="S::benjamin.hvass@alexandra.dk::7f701290-7113-44e4-8483-3cbeee116501" providerId="AD" clId="Web-{D6AEBFAE-8466-AD36-72F1-0014CF6BA0DE}" dt="2025-11-26T00:33:23.136" v="533" actId="1076"/>
          <ac:picMkLst>
            <pc:docMk/>
            <pc:sldMk cId="2267728854" sldId="2134806445"/>
            <ac:picMk id="7" creationId="{D1AB1C85-ABC9-6756-32B2-67C255909B84}"/>
          </ac:picMkLst>
        </pc:picChg>
        <pc:picChg chg="add mod">
          <ac:chgData name="Benjamin Salling Hvass" userId="S::benjamin.hvass@alexandra.dk::7f701290-7113-44e4-8483-3cbeee116501" providerId="AD" clId="Web-{D6AEBFAE-8466-AD36-72F1-0014CF6BA0DE}" dt="2025-11-26T00:33:23.151" v="535" actId="1076"/>
          <ac:picMkLst>
            <pc:docMk/>
            <pc:sldMk cId="2267728854" sldId="2134806445"/>
            <ac:picMk id="9" creationId="{21AEFD59-343A-0A38-02BE-34DA04F1FA66}"/>
          </ac:picMkLst>
        </pc:picChg>
        <pc:picChg chg="add mod">
          <ac:chgData name="Benjamin Salling Hvass" userId="S::benjamin.hvass@alexandra.dk::7f701290-7113-44e4-8483-3cbeee116501" providerId="AD" clId="Web-{D6AEBFAE-8466-AD36-72F1-0014CF6BA0DE}" dt="2025-11-26T00:33:23.151" v="537" actId="1076"/>
          <ac:picMkLst>
            <pc:docMk/>
            <pc:sldMk cId="2267728854" sldId="2134806445"/>
            <ac:picMk id="11" creationId="{C9864523-7176-AB2D-808E-7B23F112BD03}"/>
          </ac:picMkLst>
        </pc:picChg>
        <pc:picChg chg="add del">
          <ac:chgData name="Benjamin Salling Hvass" userId="S::benjamin.hvass@alexandra.dk::7f701290-7113-44e4-8483-3cbeee116501" providerId="AD" clId="Web-{D6AEBFAE-8466-AD36-72F1-0014CF6BA0DE}" dt="2025-11-26T00:33:07.588" v="530"/>
          <ac:picMkLst>
            <pc:docMk/>
            <pc:sldMk cId="2267728854" sldId="2134806445"/>
            <ac:picMk id="13" creationId="{5059F099-F1DB-E3DF-26CA-2D2A30044C78}"/>
          </ac:picMkLst>
        </pc:picChg>
      </pc:sldChg>
      <pc:sldChg chg="modSp new">
        <pc:chgData name="Benjamin Salling Hvass" userId="S::benjamin.hvass@alexandra.dk::7f701290-7113-44e4-8483-3cbeee116501" providerId="AD" clId="Web-{D6AEBFAE-8466-AD36-72F1-0014CF6BA0DE}" dt="2025-11-25T23:40:51.415" v="485" actId="20577"/>
        <pc:sldMkLst>
          <pc:docMk/>
          <pc:sldMk cId="2694486629" sldId="2134806446"/>
        </pc:sldMkLst>
        <pc:spChg chg="mod">
          <ac:chgData name="Benjamin Salling Hvass" userId="S::benjamin.hvass@alexandra.dk::7f701290-7113-44e4-8483-3cbeee116501" providerId="AD" clId="Web-{D6AEBFAE-8466-AD36-72F1-0014CF6BA0DE}" dt="2025-11-25T23:33:25.031" v="454" actId="20577"/>
          <ac:spMkLst>
            <pc:docMk/>
            <pc:sldMk cId="2694486629" sldId="2134806446"/>
            <ac:spMk id="2" creationId="{C431A1AF-5977-8C23-1FE9-60191E13C19E}"/>
          </ac:spMkLst>
        </pc:spChg>
        <pc:spChg chg="mod">
          <ac:chgData name="Benjamin Salling Hvass" userId="S::benjamin.hvass@alexandra.dk::7f701290-7113-44e4-8483-3cbeee116501" providerId="AD" clId="Web-{D6AEBFAE-8466-AD36-72F1-0014CF6BA0DE}" dt="2025-11-25T23:40:51.415" v="485" actId="20577"/>
          <ac:spMkLst>
            <pc:docMk/>
            <pc:sldMk cId="2694486629" sldId="2134806446"/>
            <ac:spMk id="3" creationId="{0446B921-1DC8-B912-59DE-8FC2C24DC47B}"/>
          </ac:spMkLst>
        </pc:spChg>
      </pc:sldChg>
      <pc:sldChg chg="addSp delSp modSp add del replId">
        <pc:chgData name="Benjamin Salling Hvass" userId="S::benjamin.hvass@alexandra.dk::7f701290-7113-44e4-8483-3cbeee116501" providerId="AD" clId="Web-{D6AEBFAE-8466-AD36-72F1-0014CF6BA0DE}" dt="2025-11-26T00:53:07.316" v="662"/>
        <pc:sldMkLst>
          <pc:docMk/>
          <pc:sldMk cId="1291095001" sldId="2134806447"/>
        </pc:sldMkLst>
        <pc:spChg chg="add mod">
          <ac:chgData name="Benjamin Salling Hvass" userId="S::benjamin.hvass@alexandra.dk::7f701290-7113-44e4-8483-3cbeee116501" providerId="AD" clId="Web-{D6AEBFAE-8466-AD36-72F1-0014CF6BA0DE}" dt="2025-11-26T00:52:43.815" v="645" actId="1076"/>
          <ac:spMkLst>
            <pc:docMk/>
            <pc:sldMk cId="1291095001" sldId="2134806447"/>
            <ac:spMk id="3" creationId="{4D6B2CD8-2DD1-78AD-4ED4-9B3B24871B16}"/>
          </ac:spMkLst>
        </pc:spChg>
        <pc:spChg chg="del">
          <ac:chgData name="Benjamin Salling Hvass" userId="S::benjamin.hvass@alexandra.dk::7f701290-7113-44e4-8483-3cbeee116501" providerId="AD" clId="Web-{D6AEBFAE-8466-AD36-72F1-0014CF6BA0DE}" dt="2025-11-26T00:51:02.174" v="620"/>
          <ac:spMkLst>
            <pc:docMk/>
            <pc:sldMk cId="1291095001" sldId="2134806447"/>
            <ac:spMk id="8" creationId="{1091FB82-BB44-DDEA-7BA2-F40D8ADC9ACA}"/>
          </ac:spMkLst>
        </pc:spChg>
        <pc:spChg chg="del mod">
          <ac:chgData name="Benjamin Salling Hvass" userId="S::benjamin.hvass@alexandra.dk::7f701290-7113-44e4-8483-3cbeee116501" providerId="AD" clId="Web-{D6AEBFAE-8466-AD36-72F1-0014CF6BA0DE}" dt="2025-11-26T00:51:36.784" v="627"/>
          <ac:spMkLst>
            <pc:docMk/>
            <pc:sldMk cId="1291095001" sldId="2134806447"/>
            <ac:spMk id="10" creationId="{EA9F9FC6-9202-0364-B185-E12B0283815F}"/>
          </ac:spMkLst>
        </pc:spChg>
        <pc:spChg chg="mod">
          <ac:chgData name="Benjamin Salling Hvass" userId="S::benjamin.hvass@alexandra.dk::7f701290-7113-44e4-8483-3cbeee116501" providerId="AD" clId="Web-{D6AEBFAE-8466-AD36-72F1-0014CF6BA0DE}" dt="2025-11-26T00:52:43.800" v="643" actId="1076"/>
          <ac:spMkLst>
            <pc:docMk/>
            <pc:sldMk cId="1291095001" sldId="2134806447"/>
            <ac:spMk id="12" creationId="{4641C32B-BF62-A29B-499A-472949AE3860}"/>
          </ac:spMkLst>
        </pc:spChg>
        <pc:spChg chg="add mod">
          <ac:chgData name="Benjamin Salling Hvass" userId="S::benjamin.hvass@alexandra.dk::7f701290-7113-44e4-8483-3cbeee116501" providerId="AD" clId="Web-{D6AEBFAE-8466-AD36-72F1-0014CF6BA0DE}" dt="2025-11-26T00:52:43.815" v="646" actId="1076"/>
          <ac:spMkLst>
            <pc:docMk/>
            <pc:sldMk cId="1291095001" sldId="2134806447"/>
            <ac:spMk id="13" creationId="{6198B0CC-7FF1-811F-B84B-2B743470D49B}"/>
          </ac:spMkLst>
        </pc:spChg>
        <pc:spChg chg="mod">
          <ac:chgData name="Benjamin Salling Hvass" userId="S::benjamin.hvass@alexandra.dk::7f701290-7113-44e4-8483-3cbeee116501" providerId="AD" clId="Web-{D6AEBFAE-8466-AD36-72F1-0014CF6BA0DE}" dt="2025-11-26T00:52:43.800" v="644" actId="1076"/>
          <ac:spMkLst>
            <pc:docMk/>
            <pc:sldMk cId="1291095001" sldId="2134806447"/>
            <ac:spMk id="14" creationId="{15E2B8C1-776C-BF64-1628-F47366BD5214}"/>
          </ac:spMkLst>
        </pc:spChg>
        <pc:spChg chg="del">
          <ac:chgData name="Benjamin Salling Hvass" userId="S::benjamin.hvass@alexandra.dk::7f701290-7113-44e4-8483-3cbeee116501" providerId="AD" clId="Web-{D6AEBFAE-8466-AD36-72F1-0014CF6BA0DE}" dt="2025-11-26T00:50:06.402" v="585"/>
          <ac:spMkLst>
            <pc:docMk/>
            <pc:sldMk cId="1291095001" sldId="2134806447"/>
            <ac:spMk id="15" creationId="{3C787A20-B757-DBD5-7BC6-B0595814F7C8}"/>
          </ac:spMkLst>
        </pc:spChg>
        <pc:picChg chg="mod">
          <ac:chgData name="Benjamin Salling Hvass" userId="S::benjamin.hvass@alexandra.dk::7f701290-7113-44e4-8483-3cbeee116501" providerId="AD" clId="Web-{D6AEBFAE-8466-AD36-72F1-0014CF6BA0DE}" dt="2025-11-26T00:52:43.784" v="640" actId="1076"/>
          <ac:picMkLst>
            <pc:docMk/>
            <pc:sldMk cId="1291095001" sldId="2134806447"/>
            <ac:picMk id="7" creationId="{D3207B1B-4AB2-A218-A7E1-5DC7915E0EC9}"/>
          </ac:picMkLst>
        </pc:picChg>
        <pc:picChg chg="mod">
          <ac:chgData name="Benjamin Salling Hvass" userId="S::benjamin.hvass@alexandra.dk::7f701290-7113-44e4-8483-3cbeee116501" providerId="AD" clId="Web-{D6AEBFAE-8466-AD36-72F1-0014CF6BA0DE}" dt="2025-11-26T00:52:43.784" v="641" actId="1076"/>
          <ac:picMkLst>
            <pc:docMk/>
            <pc:sldMk cId="1291095001" sldId="2134806447"/>
            <ac:picMk id="9" creationId="{4D1CB6C8-1364-E507-D70B-39F3B18952A0}"/>
          </ac:picMkLst>
        </pc:picChg>
        <pc:picChg chg="mod">
          <ac:chgData name="Benjamin Salling Hvass" userId="S::benjamin.hvass@alexandra.dk::7f701290-7113-44e4-8483-3cbeee116501" providerId="AD" clId="Web-{D6AEBFAE-8466-AD36-72F1-0014CF6BA0DE}" dt="2025-11-26T00:52:43.784" v="642" actId="1076"/>
          <ac:picMkLst>
            <pc:docMk/>
            <pc:sldMk cId="1291095001" sldId="2134806447"/>
            <ac:picMk id="11" creationId="{111BBBD6-199B-A77B-1DBE-7614C1FACD15}"/>
          </ac:picMkLst>
        </pc:picChg>
      </pc:sldChg>
      <pc:sldChg chg="modSp add replId">
        <pc:chgData name="Benjamin Salling Hvass" userId="S::benjamin.hvass@alexandra.dk::7f701290-7113-44e4-8483-3cbeee116501" providerId="AD" clId="Web-{D6AEBFAE-8466-AD36-72F1-0014CF6BA0DE}" dt="2025-11-26T00:53:19.113" v="670" actId="20577"/>
        <pc:sldMkLst>
          <pc:docMk/>
          <pc:sldMk cId="2608062279" sldId="2134806448"/>
        </pc:sldMkLst>
        <pc:spChg chg="mod">
          <ac:chgData name="Benjamin Salling Hvass" userId="S::benjamin.hvass@alexandra.dk::7f701290-7113-44e4-8483-3cbeee116501" providerId="AD" clId="Web-{D6AEBFAE-8466-AD36-72F1-0014CF6BA0DE}" dt="2025-11-26T00:53:01.456" v="659" actId="1076"/>
          <ac:spMkLst>
            <pc:docMk/>
            <pc:sldMk cId="2608062279" sldId="2134806448"/>
            <ac:spMk id="3" creationId="{826817E4-2FA5-9D30-5AC4-74875CB92454}"/>
          </ac:spMkLst>
        </pc:spChg>
        <pc:spChg chg="mod">
          <ac:chgData name="Benjamin Salling Hvass" userId="S::benjamin.hvass@alexandra.dk::7f701290-7113-44e4-8483-3cbeee116501" providerId="AD" clId="Web-{D6AEBFAE-8466-AD36-72F1-0014CF6BA0DE}" dt="2025-11-26T00:53:13.269" v="666" actId="20577"/>
          <ac:spMkLst>
            <pc:docMk/>
            <pc:sldMk cId="2608062279" sldId="2134806448"/>
            <ac:spMk id="12" creationId="{3F6FFF02-D9A7-FE80-1B8B-C3C632728261}"/>
          </ac:spMkLst>
        </pc:spChg>
        <pc:spChg chg="mod">
          <ac:chgData name="Benjamin Salling Hvass" userId="S::benjamin.hvass@alexandra.dk::7f701290-7113-44e4-8483-3cbeee116501" providerId="AD" clId="Web-{D6AEBFAE-8466-AD36-72F1-0014CF6BA0DE}" dt="2025-11-26T00:53:01.456" v="660" actId="1076"/>
          <ac:spMkLst>
            <pc:docMk/>
            <pc:sldMk cId="2608062279" sldId="2134806448"/>
            <ac:spMk id="13" creationId="{23A50ACB-877F-46AA-E3EC-CB6994262F55}"/>
          </ac:spMkLst>
        </pc:spChg>
        <pc:spChg chg="mod">
          <ac:chgData name="Benjamin Salling Hvass" userId="S::benjamin.hvass@alexandra.dk::7f701290-7113-44e4-8483-3cbeee116501" providerId="AD" clId="Web-{D6AEBFAE-8466-AD36-72F1-0014CF6BA0DE}" dt="2025-11-26T00:53:19.113" v="670" actId="20577"/>
          <ac:spMkLst>
            <pc:docMk/>
            <pc:sldMk cId="2608062279" sldId="2134806448"/>
            <ac:spMk id="14" creationId="{4085BC0B-86DA-8984-D612-E6844E5B8E37}"/>
          </ac:spMkLst>
        </pc:spChg>
        <pc:picChg chg="mod">
          <ac:chgData name="Benjamin Salling Hvass" userId="S::benjamin.hvass@alexandra.dk::7f701290-7113-44e4-8483-3cbeee116501" providerId="AD" clId="Web-{D6AEBFAE-8466-AD36-72F1-0014CF6BA0DE}" dt="2025-11-26T00:53:01.425" v="654" actId="1076"/>
          <ac:picMkLst>
            <pc:docMk/>
            <pc:sldMk cId="2608062279" sldId="2134806448"/>
            <ac:picMk id="7" creationId="{2E2809B0-341C-77B1-A30D-EE3BDFCB6170}"/>
          </ac:picMkLst>
        </pc:picChg>
        <pc:picChg chg="mod">
          <ac:chgData name="Benjamin Salling Hvass" userId="S::benjamin.hvass@alexandra.dk::7f701290-7113-44e4-8483-3cbeee116501" providerId="AD" clId="Web-{D6AEBFAE-8466-AD36-72F1-0014CF6BA0DE}" dt="2025-11-26T00:53:01.425" v="655" actId="1076"/>
          <ac:picMkLst>
            <pc:docMk/>
            <pc:sldMk cId="2608062279" sldId="2134806448"/>
            <ac:picMk id="9" creationId="{D1D5B451-C43C-B417-9FBF-94863DD0C6FC}"/>
          </ac:picMkLst>
        </pc:picChg>
        <pc:picChg chg="mod">
          <ac:chgData name="Benjamin Salling Hvass" userId="S::benjamin.hvass@alexandra.dk::7f701290-7113-44e4-8483-3cbeee116501" providerId="AD" clId="Web-{D6AEBFAE-8466-AD36-72F1-0014CF6BA0DE}" dt="2025-11-26T00:53:01.441" v="656" actId="1076"/>
          <ac:picMkLst>
            <pc:docMk/>
            <pc:sldMk cId="2608062279" sldId="2134806448"/>
            <ac:picMk id="11" creationId="{AD775EEF-43AC-432E-048D-0EC20E7F00C0}"/>
          </ac:picMkLst>
        </pc:picChg>
      </pc:sldChg>
      <pc:sldChg chg="add replId">
        <pc:chgData name="Benjamin Salling Hvass" userId="S::benjamin.hvass@alexandra.dk::7f701290-7113-44e4-8483-3cbeee116501" providerId="AD" clId="Web-{D6AEBFAE-8466-AD36-72F1-0014CF6BA0DE}" dt="2025-11-26T00:53:06.238" v="661"/>
        <pc:sldMkLst>
          <pc:docMk/>
          <pc:sldMk cId="1782521105" sldId="2134806449"/>
        </pc:sldMkLst>
      </pc:sldChg>
      <pc:sldChg chg="modSp new">
        <pc:chgData name="Benjamin Salling Hvass" userId="S::benjamin.hvass@alexandra.dk::7f701290-7113-44e4-8483-3cbeee116501" providerId="AD" clId="Web-{D6AEBFAE-8466-AD36-72F1-0014CF6BA0DE}" dt="2025-11-26T01:06:24.180" v="778" actId="20577"/>
        <pc:sldMkLst>
          <pc:docMk/>
          <pc:sldMk cId="2397162799" sldId="2134806450"/>
        </pc:sldMkLst>
        <pc:spChg chg="mod">
          <ac:chgData name="Benjamin Salling Hvass" userId="S::benjamin.hvass@alexandra.dk::7f701290-7113-44e4-8483-3cbeee116501" providerId="AD" clId="Web-{D6AEBFAE-8466-AD36-72F1-0014CF6BA0DE}" dt="2025-11-26T00:53:38.285" v="672" actId="20577"/>
          <ac:spMkLst>
            <pc:docMk/>
            <pc:sldMk cId="2397162799" sldId="2134806450"/>
            <ac:spMk id="2" creationId="{EDE5BA85-F8D8-01D3-0C13-CCCE0F44EED5}"/>
          </ac:spMkLst>
        </pc:spChg>
        <pc:spChg chg="mod">
          <ac:chgData name="Benjamin Salling Hvass" userId="S::benjamin.hvass@alexandra.dk::7f701290-7113-44e4-8483-3cbeee116501" providerId="AD" clId="Web-{D6AEBFAE-8466-AD36-72F1-0014CF6BA0DE}" dt="2025-11-26T01:06:24.180" v="778" actId="20577"/>
          <ac:spMkLst>
            <pc:docMk/>
            <pc:sldMk cId="2397162799" sldId="2134806450"/>
            <ac:spMk id="3" creationId="{95690159-A0B2-F27D-A515-241DC2171B87}"/>
          </ac:spMkLst>
        </pc:spChg>
      </pc:sldChg>
      <pc:sldChg chg="modSp add replId">
        <pc:chgData name="Benjamin Salling Hvass" userId="S::benjamin.hvass@alexandra.dk::7f701290-7113-44e4-8483-3cbeee116501" providerId="AD" clId="Web-{D6AEBFAE-8466-AD36-72F1-0014CF6BA0DE}" dt="2025-11-26T01:15:05.842" v="977" actId="20577"/>
        <pc:sldMkLst>
          <pc:docMk/>
          <pc:sldMk cId="2891750793" sldId="2134806451"/>
        </pc:sldMkLst>
        <pc:spChg chg="mod">
          <ac:chgData name="Benjamin Salling Hvass" userId="S::benjamin.hvass@alexandra.dk::7f701290-7113-44e4-8483-3cbeee116501" providerId="AD" clId="Web-{D6AEBFAE-8466-AD36-72F1-0014CF6BA0DE}" dt="2025-11-26T01:15:05.842" v="977" actId="20577"/>
          <ac:spMkLst>
            <pc:docMk/>
            <pc:sldMk cId="2891750793" sldId="2134806451"/>
            <ac:spMk id="3" creationId="{0CA64663-43F0-BC5F-760B-37B19D7DD1E6}"/>
          </ac:spMkLst>
        </pc:spChg>
      </pc:sldChg>
      <pc:sldChg chg="modSp add replId">
        <pc:chgData name="Benjamin Salling Hvass" userId="S::benjamin.hvass@alexandra.dk::7f701290-7113-44e4-8483-3cbeee116501" providerId="AD" clId="Web-{D6AEBFAE-8466-AD36-72F1-0014CF6BA0DE}" dt="2025-11-26T01:16:49.410" v="989" actId="20577"/>
        <pc:sldMkLst>
          <pc:docMk/>
          <pc:sldMk cId="1308071394" sldId="2134806452"/>
        </pc:sldMkLst>
        <pc:spChg chg="mod">
          <ac:chgData name="Benjamin Salling Hvass" userId="S::benjamin.hvass@alexandra.dk::7f701290-7113-44e4-8483-3cbeee116501" providerId="AD" clId="Web-{D6AEBFAE-8466-AD36-72F1-0014CF6BA0DE}" dt="2025-11-26T01:16:49.410" v="989" actId="20577"/>
          <ac:spMkLst>
            <pc:docMk/>
            <pc:sldMk cId="1308071394" sldId="2134806452"/>
            <ac:spMk id="3" creationId="{471B0B8E-F578-3E48-1DC1-1C76D494A556}"/>
          </ac:spMkLst>
        </pc:spChg>
      </pc:sldChg>
    </pc:docChg>
  </pc:docChgLst>
  <pc:docChgLst>
    <pc:chgData name="Michael Bladt Stausholm" userId="aa5f8758-c00f-4915-8c94-9445905eb56e" providerId="ADAL" clId="{646AFB26-0E24-4480-A568-8C32D46024CD}"/>
    <pc:docChg chg="undo custSel addSld delSld modSld sldOrd">
      <pc:chgData name="Michael Bladt Stausholm" userId="aa5f8758-c00f-4915-8c94-9445905eb56e" providerId="ADAL" clId="{646AFB26-0E24-4480-A568-8C32D46024CD}" dt="2025-11-19T15:01:41.325" v="2546" actId="20577"/>
      <pc:docMkLst>
        <pc:docMk/>
      </pc:docMkLst>
      <pc:sldChg chg="modSp mod">
        <pc:chgData name="Michael Bladt Stausholm" userId="aa5f8758-c00f-4915-8c94-9445905eb56e" providerId="ADAL" clId="{646AFB26-0E24-4480-A568-8C32D46024CD}" dt="2025-11-19T15:01:41.325" v="2546" actId="20577"/>
        <pc:sldMkLst>
          <pc:docMk/>
          <pc:sldMk cId="2199203141" sldId="2134806329"/>
        </pc:sldMkLst>
      </pc:sldChg>
      <pc:sldChg chg="modSp mod">
        <pc:chgData name="Michael Bladt Stausholm" userId="aa5f8758-c00f-4915-8c94-9445905eb56e" providerId="ADAL" clId="{646AFB26-0E24-4480-A568-8C32D46024CD}" dt="2025-11-05T13:53:15.942" v="1804" actId="20577"/>
        <pc:sldMkLst>
          <pc:docMk/>
          <pc:sldMk cId="2672343304" sldId="2134806331"/>
        </pc:sldMkLst>
        <pc:spChg chg="mod">
          <ac:chgData name="Michael Bladt Stausholm" userId="aa5f8758-c00f-4915-8c94-9445905eb56e" providerId="ADAL" clId="{646AFB26-0E24-4480-A568-8C32D46024CD}" dt="2025-11-05T13:38:24.106" v="1440" actId="20577"/>
          <ac:spMkLst>
            <pc:docMk/>
            <pc:sldMk cId="2672343304" sldId="2134806331"/>
            <ac:spMk id="2" creationId="{9C11BE24-AAC7-FAFE-8380-83F64F854B05}"/>
          </ac:spMkLst>
        </pc:spChg>
        <pc:spChg chg="mod">
          <ac:chgData name="Michael Bladt Stausholm" userId="aa5f8758-c00f-4915-8c94-9445905eb56e" providerId="ADAL" clId="{646AFB26-0E24-4480-A568-8C32D46024CD}" dt="2025-11-05T13:53:15.942" v="1804" actId="20577"/>
          <ac:spMkLst>
            <pc:docMk/>
            <pc:sldMk cId="2672343304" sldId="2134806331"/>
            <ac:spMk id="3" creationId="{E5081C3E-0F08-7DB6-C83E-9B200587181A}"/>
          </ac:spMkLst>
        </pc:spChg>
      </pc:sldChg>
      <pc:sldChg chg="addSp modSp add mod">
        <pc:chgData name="Michael Bladt Stausholm" userId="aa5f8758-c00f-4915-8c94-9445905eb56e" providerId="ADAL" clId="{646AFB26-0E24-4480-A568-8C32D46024CD}" dt="2025-11-05T14:56:51.332" v="2254" actId="6549"/>
        <pc:sldMkLst>
          <pc:docMk/>
          <pc:sldMk cId="1449542866" sldId="2134806410"/>
        </pc:sldMkLst>
        <pc:spChg chg="mod">
          <ac:chgData name="Michael Bladt Stausholm" userId="aa5f8758-c00f-4915-8c94-9445905eb56e" providerId="ADAL" clId="{646AFB26-0E24-4480-A568-8C32D46024CD}" dt="2025-11-05T13:22:45.600" v="1309" actId="20577"/>
          <ac:spMkLst>
            <pc:docMk/>
            <pc:sldMk cId="1449542866" sldId="2134806410"/>
            <ac:spMk id="2" creationId="{0B65A7FF-71EA-4871-D18C-877B2D85A364}"/>
          </ac:spMkLst>
        </pc:spChg>
        <pc:spChg chg="mod">
          <ac:chgData name="Michael Bladt Stausholm" userId="aa5f8758-c00f-4915-8c94-9445905eb56e" providerId="ADAL" clId="{646AFB26-0E24-4480-A568-8C32D46024CD}" dt="2025-11-05T13:22:47.873" v="1310" actId="6549"/>
          <ac:spMkLst>
            <pc:docMk/>
            <pc:sldMk cId="1449542866" sldId="2134806410"/>
            <ac:spMk id="3" creationId="{A2F67A1E-D039-749B-CB8A-4D3CFA637B73}"/>
          </ac:spMkLst>
        </pc:spChg>
        <pc:spChg chg="add mod">
          <ac:chgData name="Michael Bladt Stausholm" userId="aa5f8758-c00f-4915-8c94-9445905eb56e" providerId="ADAL" clId="{646AFB26-0E24-4480-A568-8C32D46024CD}" dt="2025-11-05T14:56:51.332" v="2254" actId="6549"/>
          <ac:spMkLst>
            <pc:docMk/>
            <pc:sldMk cId="1449542866" sldId="2134806410"/>
            <ac:spMk id="7" creationId="{A09F2C20-70B9-AE15-BCD4-C6EB0A31F5C9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EFE867-8FD0-4283-8D76-AFB5C793E89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DAE2CC-C0DF-4548-B25E-EC93C534723A}">
      <dgm:prSet/>
      <dgm:spPr/>
      <dgm:t>
        <a:bodyPr/>
        <a:lstStyle/>
        <a:p>
          <a:r>
            <a:rPr lang="da-DK"/>
            <a:t>100% sikker software findes ikke</a:t>
          </a:r>
          <a:endParaRPr lang="en-US"/>
        </a:p>
      </dgm:t>
    </dgm:pt>
    <dgm:pt modelId="{88961A68-4B33-415F-BFC9-4BC546267192}" type="parTrans" cxnId="{19D42C98-DDCC-45DB-85CA-31135908D6A9}">
      <dgm:prSet/>
      <dgm:spPr/>
      <dgm:t>
        <a:bodyPr/>
        <a:lstStyle/>
        <a:p>
          <a:endParaRPr lang="en-US"/>
        </a:p>
      </dgm:t>
    </dgm:pt>
    <dgm:pt modelId="{542D9F63-9C57-4762-8818-0C93B4FB72E5}" type="sibTrans" cxnId="{19D42C98-DDCC-45DB-85CA-31135908D6A9}">
      <dgm:prSet/>
      <dgm:spPr/>
      <dgm:t>
        <a:bodyPr/>
        <a:lstStyle/>
        <a:p>
          <a:endParaRPr lang="en-US"/>
        </a:p>
      </dgm:t>
    </dgm:pt>
    <dgm:pt modelId="{D09CFA7E-7681-4C31-8514-EF6353BFFF1D}">
      <dgm:prSet/>
      <dgm:spPr/>
      <dgm:t>
        <a:bodyPr/>
        <a:lstStyle/>
        <a:p>
          <a:r>
            <a:rPr lang="da-DK"/>
            <a:t>Software kan have sårbarheder </a:t>
          </a:r>
          <a:endParaRPr lang="en-US"/>
        </a:p>
      </dgm:t>
    </dgm:pt>
    <dgm:pt modelId="{FE06A184-C08D-47F9-B5D8-C5AD8A9AC2BD}" type="parTrans" cxnId="{8ED14590-FE8D-4BBE-A4AB-F2F17F40DF3A}">
      <dgm:prSet/>
      <dgm:spPr/>
      <dgm:t>
        <a:bodyPr/>
        <a:lstStyle/>
        <a:p>
          <a:endParaRPr lang="en-US"/>
        </a:p>
      </dgm:t>
    </dgm:pt>
    <dgm:pt modelId="{19BDEE00-7381-47B4-BBE6-5042B7B4ED0B}" type="sibTrans" cxnId="{8ED14590-FE8D-4BBE-A4AB-F2F17F40DF3A}">
      <dgm:prSet/>
      <dgm:spPr/>
      <dgm:t>
        <a:bodyPr/>
        <a:lstStyle/>
        <a:p>
          <a:endParaRPr lang="en-US"/>
        </a:p>
      </dgm:t>
    </dgm:pt>
    <dgm:pt modelId="{D98AA1B0-216E-4653-A53E-500049982830}">
      <dgm:prSet/>
      <dgm:spPr/>
      <dgm:t>
        <a:bodyPr/>
        <a:lstStyle/>
        <a:p>
          <a:r>
            <a:rPr lang="da-DK"/>
            <a:t>Patch og opdater hurtigst muligt </a:t>
          </a:r>
          <a:endParaRPr lang="en-US"/>
        </a:p>
      </dgm:t>
    </dgm:pt>
    <dgm:pt modelId="{160DD4F5-D6CD-47A7-90FF-CE7BFE9476AD}" type="parTrans" cxnId="{82645541-4D67-4880-A16B-8A2A2D665B37}">
      <dgm:prSet/>
      <dgm:spPr/>
      <dgm:t>
        <a:bodyPr/>
        <a:lstStyle/>
        <a:p>
          <a:endParaRPr lang="en-US"/>
        </a:p>
      </dgm:t>
    </dgm:pt>
    <dgm:pt modelId="{2549BE6B-4CF1-4DDB-AC29-BC977DD8C12B}" type="sibTrans" cxnId="{82645541-4D67-4880-A16B-8A2A2D665B37}">
      <dgm:prSet/>
      <dgm:spPr/>
      <dgm:t>
        <a:bodyPr/>
        <a:lstStyle/>
        <a:p>
          <a:endParaRPr lang="en-US"/>
        </a:p>
      </dgm:t>
    </dgm:pt>
    <dgm:pt modelId="{53FD829D-843F-4D59-BCC8-5D0FEBFBFE9E}" type="pres">
      <dgm:prSet presAssocID="{6BEFE867-8FD0-4283-8D76-AFB5C793E891}" presName="outerComposite" presStyleCnt="0">
        <dgm:presLayoutVars>
          <dgm:chMax val="5"/>
          <dgm:dir/>
          <dgm:resizeHandles val="exact"/>
        </dgm:presLayoutVars>
      </dgm:prSet>
      <dgm:spPr/>
    </dgm:pt>
    <dgm:pt modelId="{84B27413-E16F-4FDE-ACDB-51FC743B5A06}" type="pres">
      <dgm:prSet presAssocID="{6BEFE867-8FD0-4283-8D76-AFB5C793E891}" presName="dummyMaxCanvas" presStyleCnt="0">
        <dgm:presLayoutVars/>
      </dgm:prSet>
      <dgm:spPr/>
    </dgm:pt>
    <dgm:pt modelId="{03EC55DC-4AC9-4912-93C5-F0F4B996B050}" type="pres">
      <dgm:prSet presAssocID="{6BEFE867-8FD0-4283-8D76-AFB5C793E891}" presName="ThreeNodes_1" presStyleLbl="node1" presStyleIdx="0" presStyleCnt="3">
        <dgm:presLayoutVars>
          <dgm:bulletEnabled val="1"/>
        </dgm:presLayoutVars>
      </dgm:prSet>
      <dgm:spPr/>
    </dgm:pt>
    <dgm:pt modelId="{1AC59E27-D3CD-4EC1-9149-BAB0F09B7BAE}" type="pres">
      <dgm:prSet presAssocID="{6BEFE867-8FD0-4283-8D76-AFB5C793E891}" presName="ThreeNodes_2" presStyleLbl="node1" presStyleIdx="1" presStyleCnt="3">
        <dgm:presLayoutVars>
          <dgm:bulletEnabled val="1"/>
        </dgm:presLayoutVars>
      </dgm:prSet>
      <dgm:spPr/>
    </dgm:pt>
    <dgm:pt modelId="{201CFEBD-2A56-45CA-BE1C-70C8BFBED8C7}" type="pres">
      <dgm:prSet presAssocID="{6BEFE867-8FD0-4283-8D76-AFB5C793E891}" presName="ThreeNodes_3" presStyleLbl="node1" presStyleIdx="2" presStyleCnt="3">
        <dgm:presLayoutVars>
          <dgm:bulletEnabled val="1"/>
        </dgm:presLayoutVars>
      </dgm:prSet>
      <dgm:spPr/>
    </dgm:pt>
    <dgm:pt modelId="{7FB1806B-8FC3-47B8-B8EF-3AA51C3A0746}" type="pres">
      <dgm:prSet presAssocID="{6BEFE867-8FD0-4283-8D76-AFB5C793E891}" presName="ThreeConn_1-2" presStyleLbl="fgAccFollowNode1" presStyleIdx="0" presStyleCnt="2">
        <dgm:presLayoutVars>
          <dgm:bulletEnabled val="1"/>
        </dgm:presLayoutVars>
      </dgm:prSet>
      <dgm:spPr/>
    </dgm:pt>
    <dgm:pt modelId="{4F8132CC-9BFC-4488-8AD0-3E51FE85BA74}" type="pres">
      <dgm:prSet presAssocID="{6BEFE867-8FD0-4283-8D76-AFB5C793E891}" presName="ThreeConn_2-3" presStyleLbl="fgAccFollowNode1" presStyleIdx="1" presStyleCnt="2">
        <dgm:presLayoutVars>
          <dgm:bulletEnabled val="1"/>
        </dgm:presLayoutVars>
      </dgm:prSet>
      <dgm:spPr/>
    </dgm:pt>
    <dgm:pt modelId="{48979298-A288-41FE-9E90-AB27776E6536}" type="pres">
      <dgm:prSet presAssocID="{6BEFE867-8FD0-4283-8D76-AFB5C793E891}" presName="ThreeNodes_1_text" presStyleLbl="node1" presStyleIdx="2" presStyleCnt="3">
        <dgm:presLayoutVars>
          <dgm:bulletEnabled val="1"/>
        </dgm:presLayoutVars>
      </dgm:prSet>
      <dgm:spPr/>
    </dgm:pt>
    <dgm:pt modelId="{41636CC5-8DDF-4D85-9924-72358F81BA5E}" type="pres">
      <dgm:prSet presAssocID="{6BEFE867-8FD0-4283-8D76-AFB5C793E891}" presName="ThreeNodes_2_text" presStyleLbl="node1" presStyleIdx="2" presStyleCnt="3">
        <dgm:presLayoutVars>
          <dgm:bulletEnabled val="1"/>
        </dgm:presLayoutVars>
      </dgm:prSet>
      <dgm:spPr/>
    </dgm:pt>
    <dgm:pt modelId="{88F30FB5-F78C-4BB4-9EBB-979820DEEDB7}" type="pres">
      <dgm:prSet presAssocID="{6BEFE867-8FD0-4283-8D76-AFB5C793E891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CF754B22-DF4F-41C2-8B75-5B44926F5701}" type="presOf" srcId="{19BDEE00-7381-47B4-BBE6-5042B7B4ED0B}" destId="{4F8132CC-9BFC-4488-8AD0-3E51FE85BA74}" srcOrd="0" destOrd="0" presId="urn:microsoft.com/office/officeart/2005/8/layout/vProcess5"/>
    <dgm:cxn modelId="{FBFDFD3C-7D4D-467F-8D87-1AD3B5BC256F}" type="presOf" srcId="{6BEFE867-8FD0-4283-8D76-AFB5C793E891}" destId="{53FD829D-843F-4D59-BCC8-5D0FEBFBFE9E}" srcOrd="0" destOrd="0" presId="urn:microsoft.com/office/officeart/2005/8/layout/vProcess5"/>
    <dgm:cxn modelId="{82645541-4D67-4880-A16B-8A2A2D665B37}" srcId="{6BEFE867-8FD0-4283-8D76-AFB5C793E891}" destId="{D98AA1B0-216E-4653-A53E-500049982830}" srcOrd="2" destOrd="0" parTransId="{160DD4F5-D6CD-47A7-90FF-CE7BFE9476AD}" sibTransId="{2549BE6B-4CF1-4DDB-AC29-BC977DD8C12B}"/>
    <dgm:cxn modelId="{8ED14590-FE8D-4BBE-A4AB-F2F17F40DF3A}" srcId="{6BEFE867-8FD0-4283-8D76-AFB5C793E891}" destId="{D09CFA7E-7681-4C31-8514-EF6353BFFF1D}" srcOrd="1" destOrd="0" parTransId="{FE06A184-C08D-47F9-B5D8-C5AD8A9AC2BD}" sibTransId="{19BDEE00-7381-47B4-BBE6-5042B7B4ED0B}"/>
    <dgm:cxn modelId="{19D42C98-DDCC-45DB-85CA-31135908D6A9}" srcId="{6BEFE867-8FD0-4283-8D76-AFB5C793E891}" destId="{13DAE2CC-C0DF-4548-B25E-EC93C534723A}" srcOrd="0" destOrd="0" parTransId="{88961A68-4B33-415F-BFC9-4BC546267192}" sibTransId="{542D9F63-9C57-4762-8818-0C93B4FB72E5}"/>
    <dgm:cxn modelId="{7AAE68B2-5AA9-43B9-9B07-B0630CB39ECE}" type="presOf" srcId="{D98AA1B0-216E-4653-A53E-500049982830}" destId="{201CFEBD-2A56-45CA-BE1C-70C8BFBED8C7}" srcOrd="0" destOrd="0" presId="urn:microsoft.com/office/officeart/2005/8/layout/vProcess5"/>
    <dgm:cxn modelId="{46BEBDC6-5CCD-44E6-A20A-A228C4517B02}" type="presOf" srcId="{13DAE2CC-C0DF-4548-B25E-EC93C534723A}" destId="{03EC55DC-4AC9-4912-93C5-F0F4B996B050}" srcOrd="0" destOrd="0" presId="urn:microsoft.com/office/officeart/2005/8/layout/vProcess5"/>
    <dgm:cxn modelId="{1827B6D6-3C63-4A1E-928F-CA15CF3A97B9}" type="presOf" srcId="{13DAE2CC-C0DF-4548-B25E-EC93C534723A}" destId="{48979298-A288-41FE-9E90-AB27776E6536}" srcOrd="1" destOrd="0" presId="urn:microsoft.com/office/officeart/2005/8/layout/vProcess5"/>
    <dgm:cxn modelId="{7B8BE5D9-A1E5-4A7F-AF31-4B93DC4C9941}" type="presOf" srcId="{D09CFA7E-7681-4C31-8514-EF6353BFFF1D}" destId="{1AC59E27-D3CD-4EC1-9149-BAB0F09B7BAE}" srcOrd="0" destOrd="0" presId="urn:microsoft.com/office/officeart/2005/8/layout/vProcess5"/>
    <dgm:cxn modelId="{444774E3-AD93-4A96-99AD-49F03A5F2B53}" type="presOf" srcId="{D09CFA7E-7681-4C31-8514-EF6353BFFF1D}" destId="{41636CC5-8DDF-4D85-9924-72358F81BA5E}" srcOrd="1" destOrd="0" presId="urn:microsoft.com/office/officeart/2005/8/layout/vProcess5"/>
    <dgm:cxn modelId="{988C19E8-25FD-4F8C-A154-4646E5CDA949}" type="presOf" srcId="{542D9F63-9C57-4762-8818-0C93B4FB72E5}" destId="{7FB1806B-8FC3-47B8-B8EF-3AA51C3A0746}" srcOrd="0" destOrd="0" presId="urn:microsoft.com/office/officeart/2005/8/layout/vProcess5"/>
    <dgm:cxn modelId="{FD02CAF4-69F4-44D8-BFC0-3C73B8DB1CAB}" type="presOf" srcId="{D98AA1B0-216E-4653-A53E-500049982830}" destId="{88F30FB5-F78C-4BB4-9EBB-979820DEEDB7}" srcOrd="1" destOrd="0" presId="urn:microsoft.com/office/officeart/2005/8/layout/vProcess5"/>
    <dgm:cxn modelId="{EEB15BB1-34A6-4320-BC1A-47379242DEF4}" type="presParOf" srcId="{53FD829D-843F-4D59-BCC8-5D0FEBFBFE9E}" destId="{84B27413-E16F-4FDE-ACDB-51FC743B5A06}" srcOrd="0" destOrd="0" presId="urn:microsoft.com/office/officeart/2005/8/layout/vProcess5"/>
    <dgm:cxn modelId="{E6B7C1E9-E469-441B-B7F5-664FDBC6CAA3}" type="presParOf" srcId="{53FD829D-843F-4D59-BCC8-5D0FEBFBFE9E}" destId="{03EC55DC-4AC9-4912-93C5-F0F4B996B050}" srcOrd="1" destOrd="0" presId="urn:microsoft.com/office/officeart/2005/8/layout/vProcess5"/>
    <dgm:cxn modelId="{35A5E04C-1F53-43D6-BDAE-009F68F46563}" type="presParOf" srcId="{53FD829D-843F-4D59-BCC8-5D0FEBFBFE9E}" destId="{1AC59E27-D3CD-4EC1-9149-BAB0F09B7BAE}" srcOrd="2" destOrd="0" presId="urn:microsoft.com/office/officeart/2005/8/layout/vProcess5"/>
    <dgm:cxn modelId="{0CB4DDA2-A478-4973-A97A-2043D5017F55}" type="presParOf" srcId="{53FD829D-843F-4D59-BCC8-5D0FEBFBFE9E}" destId="{201CFEBD-2A56-45CA-BE1C-70C8BFBED8C7}" srcOrd="3" destOrd="0" presId="urn:microsoft.com/office/officeart/2005/8/layout/vProcess5"/>
    <dgm:cxn modelId="{0464FBD4-B751-40B2-BCAE-FE2722E91DBA}" type="presParOf" srcId="{53FD829D-843F-4D59-BCC8-5D0FEBFBFE9E}" destId="{7FB1806B-8FC3-47B8-B8EF-3AA51C3A0746}" srcOrd="4" destOrd="0" presId="urn:microsoft.com/office/officeart/2005/8/layout/vProcess5"/>
    <dgm:cxn modelId="{FC416C04-08DE-4BB1-970E-13F981C7D7E4}" type="presParOf" srcId="{53FD829D-843F-4D59-BCC8-5D0FEBFBFE9E}" destId="{4F8132CC-9BFC-4488-8AD0-3E51FE85BA74}" srcOrd="5" destOrd="0" presId="urn:microsoft.com/office/officeart/2005/8/layout/vProcess5"/>
    <dgm:cxn modelId="{164AC3CE-7782-4504-A46F-8457A685D24A}" type="presParOf" srcId="{53FD829D-843F-4D59-BCC8-5D0FEBFBFE9E}" destId="{48979298-A288-41FE-9E90-AB27776E6536}" srcOrd="6" destOrd="0" presId="urn:microsoft.com/office/officeart/2005/8/layout/vProcess5"/>
    <dgm:cxn modelId="{1C045496-1F25-4FD6-9EDD-DEC238B62594}" type="presParOf" srcId="{53FD829D-843F-4D59-BCC8-5D0FEBFBFE9E}" destId="{41636CC5-8DDF-4D85-9924-72358F81BA5E}" srcOrd="7" destOrd="0" presId="urn:microsoft.com/office/officeart/2005/8/layout/vProcess5"/>
    <dgm:cxn modelId="{EA6E635E-56A8-45F9-B6C3-68A9A78ABBF3}" type="presParOf" srcId="{53FD829D-843F-4D59-BCC8-5D0FEBFBFE9E}" destId="{88F30FB5-F78C-4BB4-9EBB-979820DEEDB7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EC55DC-4AC9-4912-93C5-F0F4B996B050}">
      <dsp:nvSpPr>
        <dsp:cNvPr id="0" name=""/>
        <dsp:cNvSpPr/>
      </dsp:nvSpPr>
      <dsp:spPr>
        <a:xfrm>
          <a:off x="0" y="0"/>
          <a:ext cx="8377903" cy="1296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500" kern="1200"/>
            <a:t>100% sikker software findes ikke</a:t>
          </a:r>
          <a:endParaRPr lang="en-US" sz="3500" kern="1200"/>
        </a:p>
      </dsp:txBody>
      <dsp:txXfrm>
        <a:off x="37959" y="37959"/>
        <a:ext cx="6979417" cy="1220082"/>
      </dsp:txXfrm>
    </dsp:sp>
    <dsp:sp modelId="{1AC59E27-D3CD-4EC1-9149-BAB0F09B7BAE}">
      <dsp:nvSpPr>
        <dsp:cNvPr id="0" name=""/>
        <dsp:cNvSpPr/>
      </dsp:nvSpPr>
      <dsp:spPr>
        <a:xfrm>
          <a:off x="739226" y="1512000"/>
          <a:ext cx="8377903" cy="1296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500" kern="1200"/>
            <a:t>Software kan have sårbarheder </a:t>
          </a:r>
          <a:endParaRPr lang="en-US" sz="3500" kern="1200"/>
        </a:p>
      </dsp:txBody>
      <dsp:txXfrm>
        <a:off x="777185" y="1549959"/>
        <a:ext cx="6720358" cy="1220082"/>
      </dsp:txXfrm>
    </dsp:sp>
    <dsp:sp modelId="{201CFEBD-2A56-45CA-BE1C-70C8BFBED8C7}">
      <dsp:nvSpPr>
        <dsp:cNvPr id="0" name=""/>
        <dsp:cNvSpPr/>
      </dsp:nvSpPr>
      <dsp:spPr>
        <a:xfrm>
          <a:off x="1478453" y="3024000"/>
          <a:ext cx="8377903" cy="1296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500" kern="1200"/>
            <a:t>Patch og opdater hurtigst muligt </a:t>
          </a:r>
          <a:endParaRPr lang="en-US" sz="3500" kern="1200"/>
        </a:p>
      </dsp:txBody>
      <dsp:txXfrm>
        <a:off x="1516412" y="3061959"/>
        <a:ext cx="6720358" cy="1220082"/>
      </dsp:txXfrm>
    </dsp:sp>
    <dsp:sp modelId="{7FB1806B-8FC3-47B8-B8EF-3AA51C3A0746}">
      <dsp:nvSpPr>
        <dsp:cNvPr id="0" name=""/>
        <dsp:cNvSpPr/>
      </dsp:nvSpPr>
      <dsp:spPr>
        <a:xfrm>
          <a:off x="7535503" y="982800"/>
          <a:ext cx="842400" cy="84240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725043" y="982800"/>
        <a:ext cx="463320" cy="633906"/>
      </dsp:txXfrm>
    </dsp:sp>
    <dsp:sp modelId="{4F8132CC-9BFC-4488-8AD0-3E51FE85BA74}">
      <dsp:nvSpPr>
        <dsp:cNvPr id="0" name=""/>
        <dsp:cNvSpPr/>
      </dsp:nvSpPr>
      <dsp:spPr>
        <a:xfrm>
          <a:off x="8274730" y="2486160"/>
          <a:ext cx="842400" cy="84240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464270" y="2486160"/>
        <a:ext cx="463320" cy="6339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8A8B2-9967-5C4C-B793-6C24CF068DE2}" type="datetimeFigureOut">
              <a:rPr lang="da-DK" smtClean="0"/>
              <a:t>26-11-2025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F29A2-4FD5-4341-8EB7-C2CDDFE66A5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1671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EF86A-BE26-ADE0-A1F2-08E2FA3BB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F26BB-F7A4-C8C7-F09E-006868EFB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E93257-BF3A-9066-283F-1FB4D6F91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BA8A111-1A61-BDB1-0CE7-250A798AD46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F14FC-0144-A527-4792-19D338F3A58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8B238E1-47F8-6647-82A4-94624CC0077A}" type="datetime1">
              <a:rPr lang="da-DK" smtClean="0"/>
              <a:t>26-11-2025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42841-C34F-B4D5-D09B-CE3DAA57403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55D13-1D2F-F489-2969-0A878FA4A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45C21-BD28-5443-B79E-803A1768F52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22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B7E7B-9F11-2F27-DA60-9D84DBEFE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F8967-5025-49F9-3E47-47566B7F0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2A84BC-5895-9E42-EE34-14DBE278E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3837E-1EDD-A4D1-8CF0-546EFB733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00413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DA87D-577E-5062-CE3A-E95B197E5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F599C9-1E67-7658-AB50-75574527E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61E099-EE63-4FAF-3F32-97F09B9EB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56D3C25-FCFC-CF68-938B-B498BE651A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4B149-9A17-4CEA-8753-10037192E14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8B238E1-47F8-6647-82A4-94624CC0077A}" type="datetime1">
              <a:rPr lang="da-DK" smtClean="0"/>
              <a:t>26-11-2025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CBA92-61E8-7032-E30A-46D3EBD0F0D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5C6EC-DF63-22FD-9A3E-444EFAE626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45C21-BD28-5443-B79E-803A1768F52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840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40CAA-1A36-0C70-E62B-BA612BD21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3F8CBB-6B17-E40C-71EE-D091A68AB4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C37C32-02B0-73B7-B6E2-D3CA4E537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&lt;iframe src="javascript:alert(`xss`)"&gt; payload til juiceshop søgefunktion, admin’ AND 1==1;% for juiceshop login</a:t>
            </a:r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BA74A-05FB-FBAC-2E01-B85985223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63364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F8F0-4591-3DF2-41C3-DA5C92092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A8C0C9-0810-21B3-EEE9-28C95FA99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8BD83-2FE8-FC2B-A01F-B36A2F1A8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0B8C67D-6CB6-8ABA-CBF7-A7966E797F5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1CF5B-B2B9-6B2D-83FF-CEFD894B2F3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8B238E1-47F8-6647-82A4-94624CC0077A}" type="datetime1">
              <a:rPr lang="da-DK" smtClean="0"/>
              <a:t>26-11-2025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DFFCB-C3ED-F4B0-08A4-520E7C40E08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DF99EC-D38B-BCCA-DA25-589B84571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45C21-BD28-5443-B79E-803A1768F52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86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277D-29F8-2719-2627-A19875807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3002A9-5740-5400-AF5A-CA16147A4F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A3F1B-0723-AE3F-3C6E-2A1813392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C4DC163-32D0-2C82-8382-180C819F746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3AB52-5735-5A7A-337E-28030D2A60B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8B238E1-47F8-6647-82A4-94624CC0077A}" type="datetime1">
              <a:rPr lang="da-DK" smtClean="0"/>
              <a:t>26-11-2025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2250B-FC74-9B3C-BE2C-0B424173076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77414-A324-4AF6-70FB-16926D743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45C21-BD28-5443-B79E-803A1768F527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667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/>
              <a:t>Et værktøj til at finde balancen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/>
              <a:t>Derudover giver det andre gevinster (næste slide)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0F5D9F7-E219-2941-BC37-435EB2816CBE}" type="datetime1">
              <a:rPr lang="da-DK" smtClean="0"/>
              <a:t>26-11-2025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45C21-BD28-5443-B79E-803A1768F527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20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/>
              <a:t>Are </a:t>
            </a:r>
            <a:r>
              <a:rPr lang="da-DK" err="1"/>
              <a:t>there</a:t>
            </a:r>
            <a:r>
              <a:rPr lang="da-DK"/>
              <a:t> items </a:t>
            </a:r>
            <a:r>
              <a:rPr lang="da-DK" err="1"/>
              <a:t>here</a:t>
            </a:r>
            <a:r>
              <a:rPr lang="da-DK"/>
              <a:t> </a:t>
            </a:r>
            <a:r>
              <a:rPr lang="da-DK" err="1"/>
              <a:t>that</a:t>
            </a:r>
            <a:r>
              <a:rPr lang="da-DK"/>
              <a:t> </a:t>
            </a:r>
            <a:r>
              <a:rPr lang="da-DK" err="1"/>
              <a:t>you</a:t>
            </a:r>
            <a:r>
              <a:rPr lang="da-DK"/>
              <a:t> </a:t>
            </a:r>
            <a:r>
              <a:rPr lang="da-DK" err="1"/>
              <a:t>already</a:t>
            </a:r>
            <a:r>
              <a:rPr lang="da-DK"/>
              <a:t> do, is </a:t>
            </a:r>
            <a:r>
              <a:rPr lang="da-DK" err="1"/>
              <a:t>there</a:t>
            </a:r>
            <a:r>
              <a:rPr lang="da-DK"/>
              <a:t> </a:t>
            </a:r>
            <a:r>
              <a:rPr lang="da-DK" err="1"/>
              <a:t>anything</a:t>
            </a:r>
            <a:r>
              <a:rPr lang="da-DK"/>
              <a:t> missing? Are </a:t>
            </a:r>
            <a:r>
              <a:rPr lang="da-DK" err="1"/>
              <a:t>there</a:t>
            </a:r>
            <a:r>
              <a:rPr lang="da-DK"/>
              <a:t> items </a:t>
            </a:r>
            <a:r>
              <a:rPr lang="da-DK" err="1"/>
              <a:t>you</a:t>
            </a:r>
            <a:r>
              <a:rPr lang="da-DK"/>
              <a:t> </a:t>
            </a:r>
            <a:r>
              <a:rPr lang="da-DK" err="1"/>
              <a:t>can</a:t>
            </a:r>
            <a:r>
              <a:rPr lang="da-DK"/>
              <a:t>/</a:t>
            </a:r>
            <a:r>
              <a:rPr lang="da-DK" err="1"/>
              <a:t>cant</a:t>
            </a:r>
            <a:r>
              <a:rPr lang="da-DK"/>
              <a:t> </a:t>
            </a:r>
            <a:r>
              <a:rPr lang="da-DK" err="1"/>
              <a:t>see</a:t>
            </a:r>
            <a:r>
              <a:rPr lang="da-DK"/>
              <a:t> the </a:t>
            </a:r>
            <a:r>
              <a:rPr lang="da-DK" err="1"/>
              <a:t>value</a:t>
            </a:r>
            <a:r>
              <a:rPr lang="da-DK"/>
              <a:t> of?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0F5D9F7-E219-2941-BC37-435EB2816CBE}" type="datetime1">
              <a:rPr lang="da-DK" smtClean="0"/>
              <a:t>26-11-2025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45C21-BD28-5443-B79E-803A1768F527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0334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/>
              <a:t>Et værktøj til at finde balancen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/>
              <a:t>Derudover giver det andre gevinster (næste slide)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0F5D9F7-E219-2941-BC37-435EB2816CBE}" type="datetime1">
              <a:rPr lang="da-DK" smtClean="0"/>
              <a:t>26-11-2025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45C21-BD28-5443-B79E-803A1768F527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14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/>
              <a:t>Et værktøj til at finde balancen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/>
              <a:t>Derudover giver det andre gevinster (næste slide)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0F5D9F7-E219-2941-BC37-435EB2816CBE}" type="datetime1">
              <a:rPr lang="da-DK" smtClean="0"/>
              <a:t>26-11-2025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45C21-BD28-5443-B79E-803A1768F527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396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/>
              <a:t>Et værktøj til at finde balancen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/>
              <a:t>Derudover giver det andre gevinster (næste slide)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0F5D9F7-E219-2941-BC37-435EB2816CBE}" type="datetime1">
              <a:rPr lang="da-DK" smtClean="0"/>
              <a:t>26-11-2025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45C21-BD28-5443-B79E-803A1768F527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6648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/>
              <a:t>Et værktøj til at finde balancen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/>
              <a:t>Derudover giver det andre gevinster (næste slide)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0F5D9F7-E219-2941-BC37-435EB2816CBE}" type="datetime1">
              <a:rPr lang="da-DK" smtClean="0"/>
              <a:t>26-11-2025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45C21-BD28-5443-B79E-803A1768F527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2204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/>
              <a:t>Et værktøj til at finde balancen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/>
              <a:t>Derudover giver det andre gevinster (næste slide)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0F5D9F7-E219-2941-BC37-435EB2816CBE}" type="datetime1">
              <a:rPr lang="da-DK" smtClean="0"/>
              <a:t>26-11-2025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45C21-BD28-5443-B79E-803A1768F527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9827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/>
              <a:t>Et værktøj til at finde balancen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/>
              <a:t>Derudover giver det andre gevinster (næste slide)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0F5D9F7-E219-2941-BC37-435EB2816CBE}" type="datetime1">
              <a:rPr lang="da-DK" smtClean="0"/>
              <a:t>26-11-2025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45C21-BD28-5443-B79E-803A1768F527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582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/>
              <a:t>Et værktøj til at finde balancen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/>
              <a:t>Derudover giver det andre gevinster (næste slide)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0F5D9F7-E219-2941-BC37-435EB2816CBE}" type="datetime1">
              <a:rPr lang="da-DK" smtClean="0"/>
              <a:t>26-11-2025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45C21-BD28-5443-B79E-803A1768F527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4091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/>
              <a:t>User not </a:t>
            </a:r>
            <a:r>
              <a:rPr lang="da-DK" err="1"/>
              <a:t>found</a:t>
            </a:r>
            <a:endParaRPr lang="da-DK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/>
              <a:t>Benefit is 2 fold, </a:t>
            </a:r>
            <a:r>
              <a:rPr lang="da-DK" err="1"/>
              <a:t>better</a:t>
            </a:r>
            <a:r>
              <a:rPr lang="da-DK"/>
              <a:t> </a:t>
            </a:r>
            <a:r>
              <a:rPr lang="da-DK" err="1"/>
              <a:t>userexperience</a:t>
            </a:r>
            <a:r>
              <a:rPr lang="da-DK"/>
              <a:t> + </a:t>
            </a:r>
            <a:r>
              <a:rPr lang="da-DK" err="1"/>
              <a:t>less</a:t>
            </a:r>
            <a:r>
              <a:rPr lang="da-DK"/>
              <a:t> </a:t>
            </a:r>
            <a:r>
              <a:rPr lang="da-DK" err="1"/>
              <a:t>leaked</a:t>
            </a:r>
            <a:r>
              <a:rPr lang="da-DK"/>
              <a:t> information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0F5D9F7-E219-2941-BC37-435EB2816CBE}" type="datetime1">
              <a:rPr lang="da-DK" smtClean="0"/>
              <a:t>26-11-2025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45C21-BD28-5443-B79E-803A1768F527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1223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/>
              <a:t>Et værktøj til at finde balancen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/>
              <a:t>Derudover giver det andre gevinster (næste slide)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0F5D9F7-E219-2941-BC37-435EB2816CBE}" type="datetime1">
              <a:rPr lang="da-DK" smtClean="0"/>
              <a:t>26-11-2025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45C21-BD28-5443-B79E-803A1768F527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8740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6E386-1447-923E-7DAB-314E5F577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D1C83-3920-6C27-A0D1-8D4B9CC7C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63CFBC-D241-79A1-8D94-BE07AEB22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AC65204-834B-F3E0-7DAB-09B6C651653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37456-D919-C63C-615A-EDB9D3F916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8B238E1-47F8-6647-82A4-94624CC0077A}" type="datetime1">
              <a:rPr lang="da-DK" smtClean="0"/>
              <a:t>26-11-2025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2F5AD-65A8-23BC-4AAD-0F3DBFF383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4DE0C-41FD-B11A-8AFD-854907D5CB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45C21-BD28-5443-B79E-803A1768F527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616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GENERI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 descr="Et billede, der indeholder kaffekop, krus, bord, bordservice&#10;&#10;AI-genereret indhold kan være ukorrekt.">
            <a:extLst>
              <a:ext uri="{FF2B5EF4-FFF2-40B4-BE49-F238E27FC236}">
                <a16:creationId xmlns:a16="http://schemas.microsoft.com/office/drawing/2014/main" id="{C121535F-D843-EA03-AF0E-364245AE2B7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4258" b="-23475"/>
          <a:stretch>
            <a:fillRect/>
          </a:stretch>
        </p:blipFill>
        <p:spPr>
          <a:xfrm>
            <a:off x="2266094" y="0"/>
            <a:ext cx="9925906" cy="5554075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da-DK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54123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SIKKERH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 descr="Et billede, der indeholder kredsløb, elektronik, Elektronisk komponent, Elektroteknik&#10;&#10;AI-genereret indhold kan være ukorrekt.">
            <a:extLst>
              <a:ext uri="{FF2B5EF4-FFF2-40B4-BE49-F238E27FC236}">
                <a16:creationId xmlns:a16="http://schemas.microsoft.com/office/drawing/2014/main" id="{B083C026-0090-3194-76FE-2AB9675B52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411" r="21876"/>
          <a:stretch>
            <a:fillRect/>
          </a:stretch>
        </p:blipFill>
        <p:spPr>
          <a:xfrm>
            <a:off x="2667157" y="-1"/>
            <a:ext cx="9524843" cy="4498123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da-DK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297286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BÆREDYG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 descr="Et billede, der indeholder træ, person, udendørs, tøj&#10;&#10;AI-genereret indhold kan være ukorrekt.">
            <a:extLst>
              <a:ext uri="{FF2B5EF4-FFF2-40B4-BE49-F238E27FC236}">
                <a16:creationId xmlns:a16="http://schemas.microsoft.com/office/drawing/2014/main" id="{1D5533EA-34A2-1C3E-82C4-F40F51E17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485" y="0"/>
            <a:ext cx="8051515" cy="4528977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200185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 descr="Et billede, der indeholder person, fyrværkeri, lys/lygte&#10;&#10;AI-genereret indhold kan være ukorrekt.">
            <a:extLst>
              <a:ext uri="{FF2B5EF4-FFF2-40B4-BE49-F238E27FC236}">
                <a16:creationId xmlns:a16="http://schemas.microsoft.com/office/drawing/2014/main" id="{5D29AC76-5194-A073-E319-3DA1BCEAF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357" y="0"/>
            <a:ext cx="8164530" cy="4592548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540411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I Sprogteknolog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 descr="Et billede, der indeholder person, indendørs, tøj, Ansigt&#10;&#10;AI-genereret indhold kan være ukorrekt.">
            <a:extLst>
              <a:ext uri="{FF2B5EF4-FFF2-40B4-BE49-F238E27FC236}">
                <a16:creationId xmlns:a16="http://schemas.microsoft.com/office/drawing/2014/main" id="{869A67AF-8795-6ADF-B0C8-64901637480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>
            <a:fillRect/>
          </a:stretch>
        </p:blipFill>
        <p:spPr>
          <a:xfrm>
            <a:off x="4265662" y="0"/>
            <a:ext cx="7926338" cy="4687743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179987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SUNDH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illede 16" descr="Et billede, der indeholder skærmbillede, elektronik, musik&#10;&#10;AI-genereret indhold kan være ukorrekt.">
            <a:extLst>
              <a:ext uri="{FF2B5EF4-FFF2-40B4-BE49-F238E27FC236}">
                <a16:creationId xmlns:a16="http://schemas.microsoft.com/office/drawing/2014/main" id="{0C704087-8C8C-A1EB-7981-3819ABE47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365" y="0"/>
            <a:ext cx="8018635" cy="4510482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131753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- 1 tekst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F550DC7-A416-CF41-A483-9ADA70B39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000" y="1620000"/>
            <a:ext cx="10440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58775">
              <a:spcBef>
                <a:spcPts val="600"/>
              </a:spcBef>
              <a:buClrTx/>
              <a:tabLst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ClrTx/>
              <a:tabLst/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80000" indent="-360000">
              <a:defRPr>
                <a:latin typeface="Montserrat" pitchFamily="2" charset="77"/>
                <a:cs typeface="Arial" panose="020B060402020202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428A49A8-7DC3-9A4F-9771-3C7CD604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b="0"/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1BB2F60C-788E-9A59-EF13-80326069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26-11-2025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C715199F-1D98-9548-D278-C6709A1D5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1842143F-A33C-07B8-623A-3A8B9C79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01522963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vid side - 1 tekst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F550DC7-A416-CF41-A483-9ADA70B39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999" y="1620000"/>
            <a:ext cx="5040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58775">
              <a:spcBef>
                <a:spcPts val="600"/>
              </a:spcBef>
              <a:buClrTx/>
              <a:tabLst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ClrTx/>
              <a:tabLst/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80000" indent="-360000">
              <a:defRPr>
                <a:latin typeface="Montserrat" pitchFamily="2" charset="77"/>
                <a:cs typeface="Arial" panose="020B060402020202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428A49A8-7DC3-9A4F-9771-3C7CD604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b="0"/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1BB2F60C-788E-9A59-EF13-80326069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26-11-2025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C715199F-1D98-9548-D278-C6709A1D5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1842143F-A33C-07B8-623A-3A8B9C79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0D059A8-DCE4-A46D-60D3-F398DD48FA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620000"/>
            <a:ext cx="5040000" cy="4337050"/>
          </a:xfrm>
        </p:spPr>
        <p:txBody>
          <a:bodyPr/>
          <a:lstStyle>
            <a:lvl2pPr>
              <a:defRPr lang="da-DK" sz="2000" kern="1200" noProof="0" dirty="0" smtClean="0">
                <a:solidFill>
                  <a:srgbClr val="34343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da-DK" sz="1800" kern="1200" dirty="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3394536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2 tekst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e 3">
            <a:extLst>
              <a:ext uri="{FF2B5EF4-FFF2-40B4-BE49-F238E27FC236}">
                <a16:creationId xmlns:a16="http://schemas.microsoft.com/office/drawing/2014/main" id="{64C8BE60-2B52-C474-A2CB-1F64FF30550F}"/>
              </a:ext>
            </a:extLst>
          </p:cNvPr>
          <p:cNvGrpSpPr>
            <a:grpSpLocks/>
          </p:cNvGrpSpPr>
          <p:nvPr/>
        </p:nvGrpSpPr>
        <p:grpSpPr>
          <a:xfrm>
            <a:off x="6168866" y="0"/>
            <a:ext cx="6023133" cy="6875719"/>
            <a:chOff x="6168866" y="0"/>
            <a:chExt cx="6023133" cy="6875719"/>
          </a:xfrm>
        </p:grpSpPr>
        <p:sp>
          <p:nvSpPr>
            <p:cNvPr id="2" name="Right Triangle 5">
              <a:extLst>
                <a:ext uri="{FF2B5EF4-FFF2-40B4-BE49-F238E27FC236}">
                  <a16:creationId xmlns:a16="http://schemas.microsoft.com/office/drawing/2014/main" id="{BDA80A67-9751-09B1-DB0C-8281D5DF6CC4}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876182" y="2292684"/>
              <a:ext cx="6875719" cy="2290351"/>
            </a:xfrm>
            <a:prstGeom prst="rtTriangle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" name="Rectangle 6">
              <a:extLst>
                <a:ext uri="{FF2B5EF4-FFF2-40B4-BE49-F238E27FC236}">
                  <a16:creationId xmlns:a16="http://schemas.microsoft.com/office/drawing/2014/main" id="{D1B89683-95FC-5F47-3B48-A48206CDFC66}"/>
                </a:ext>
              </a:extLst>
            </p:cNvPr>
            <p:cNvSpPr>
              <a:spLocks/>
            </p:cNvSpPr>
            <p:nvPr userDrawn="1"/>
          </p:nvSpPr>
          <p:spPr>
            <a:xfrm>
              <a:off x="8459216" y="0"/>
              <a:ext cx="3732783" cy="6858000"/>
            </a:xfrm>
            <a:prstGeom prst="rect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428A49A8-7DC3-9A4F-9771-3C7CD604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BFFC66B-5AED-2744-BFAE-4D029775E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999" y="1620000"/>
            <a:ext cx="6513171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600"/>
              </a:spcBef>
              <a:defRPr sz="24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>
              <a:spcBef>
                <a:spcPts val="600"/>
              </a:spcBef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8" name="Pladsholder til dato 7">
            <a:extLst>
              <a:ext uri="{FF2B5EF4-FFF2-40B4-BE49-F238E27FC236}">
                <a16:creationId xmlns:a16="http://schemas.microsoft.com/office/drawing/2014/main" id="{2E08A753-BCB9-AF7C-B2E7-E96AE441A1E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26-11-2025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A29B5240-8D55-E294-932C-E33FA9A3B5A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3" name="Pladsholder til slidenummer 12">
            <a:extLst>
              <a:ext uri="{FF2B5EF4-FFF2-40B4-BE49-F238E27FC236}">
                <a16:creationId xmlns:a16="http://schemas.microsoft.com/office/drawing/2014/main" id="{5E4341C0-49C3-7B86-12E9-938EE4813FD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9068642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venstre 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e 6">
            <a:extLst>
              <a:ext uri="{FF2B5EF4-FFF2-40B4-BE49-F238E27FC236}">
                <a16:creationId xmlns:a16="http://schemas.microsoft.com/office/drawing/2014/main" id="{007A8533-68AB-378D-1647-CF2D23CCC072}"/>
              </a:ext>
            </a:extLst>
          </p:cNvPr>
          <p:cNvGrpSpPr>
            <a:grpSpLocks/>
          </p:cNvGrpSpPr>
          <p:nvPr/>
        </p:nvGrpSpPr>
        <p:grpSpPr>
          <a:xfrm flipH="1" flipV="1">
            <a:off x="0" y="0"/>
            <a:ext cx="6023133" cy="6875719"/>
            <a:chOff x="6168866" y="0"/>
            <a:chExt cx="6023133" cy="6875719"/>
          </a:xfrm>
        </p:grpSpPr>
        <p:sp>
          <p:nvSpPr>
            <p:cNvPr id="8" name="Right Triangle 5">
              <a:extLst>
                <a:ext uri="{FF2B5EF4-FFF2-40B4-BE49-F238E27FC236}">
                  <a16:creationId xmlns:a16="http://schemas.microsoft.com/office/drawing/2014/main" id="{628F85BA-B21F-AE7E-9011-A1B5DB2B7A88}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876182" y="2292684"/>
              <a:ext cx="6875719" cy="2290351"/>
            </a:xfrm>
            <a:prstGeom prst="rtTriangle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0B2FE402-7804-C57F-6F02-4FB1DEEF5C47}"/>
                </a:ext>
              </a:extLst>
            </p:cNvPr>
            <p:cNvSpPr>
              <a:spLocks/>
            </p:cNvSpPr>
            <p:nvPr userDrawn="1"/>
          </p:nvSpPr>
          <p:spPr>
            <a:xfrm>
              <a:off x="8459216" y="0"/>
              <a:ext cx="3732783" cy="6858000"/>
            </a:xfrm>
            <a:prstGeom prst="rect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14DFB6E2-64E7-8142-9C16-FF850D4F8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55399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34343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3" name="Pladsholder til tekst 3">
            <a:extLst>
              <a:ext uri="{FF2B5EF4-FFF2-40B4-BE49-F238E27FC236}">
                <a16:creationId xmlns:a16="http://schemas.microsoft.com/office/drawing/2014/main" id="{32B8AAA8-0DE4-0140-84C9-9A0D444C0E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84821" y="900000"/>
            <a:ext cx="6480000" cy="5205378"/>
          </a:xfrm>
        </p:spPr>
        <p:txBody>
          <a:bodyPr/>
          <a:lstStyle>
            <a:lvl1pPr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>
              <a:spcBef>
                <a:spcPts val="600"/>
              </a:spcBef>
              <a:buClr>
                <a:schemeClr val="tx1"/>
              </a:buClr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5pPr marL="342900" indent="-3429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5FB53F5E-23AB-0F2F-0254-E61B6F6B51E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26-11-2025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BEFC8083-65C1-9EC0-077C-893912995B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D09ACB56-0D0F-B0E1-DFDA-06DD2EA133A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2177381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d slide venstrestillet overskri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D943BCA5-A9D1-3C4A-B419-FA4758A25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1260000"/>
            <a:ext cx="396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>
                <a:solidFill>
                  <a:srgbClr val="34343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9" name="Pladsholder til tekst 3">
            <a:extLst>
              <a:ext uri="{FF2B5EF4-FFF2-40B4-BE49-F238E27FC236}">
                <a16:creationId xmlns:a16="http://schemas.microsoft.com/office/drawing/2014/main" id="{54EA145E-2D74-D94E-BB16-46323B3937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0001" y="1260000"/>
            <a:ext cx="5983600" cy="4561135"/>
          </a:xfrm>
        </p:spPr>
        <p:txBody>
          <a:bodyPr/>
          <a:lstStyle>
            <a:lvl1pPr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</a:defRPr>
            </a:lvl1pPr>
            <a:lvl2pPr marL="720000"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</a:defRPr>
            </a:lvl2pPr>
            <a:lvl3pPr marL="1080000">
              <a:spcBef>
                <a:spcPts val="600"/>
              </a:spcBef>
              <a:buClr>
                <a:schemeClr val="tx1"/>
              </a:buClr>
              <a:defRPr sz="1800">
                <a:solidFill>
                  <a:srgbClr val="343434"/>
                </a:solidFill>
              </a:defRPr>
            </a:lvl3pPr>
            <a:lvl5pPr marL="342900" indent="-3429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7C5399E5-3534-91E8-9F8C-B0CC6D87E22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26-11-2025</a:t>
            </a:fld>
            <a:endParaRPr lang="da-DK"/>
          </a:p>
        </p:txBody>
      </p:sp>
      <p:sp>
        <p:nvSpPr>
          <p:cNvPr id="16" name="Pladsholder til sidefod 15">
            <a:extLst>
              <a:ext uri="{FF2B5EF4-FFF2-40B4-BE49-F238E27FC236}">
                <a16:creationId xmlns:a16="http://schemas.microsoft.com/office/drawing/2014/main" id="{962C43D6-61CF-D952-9CBC-6E9A7A5B10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7" name="Pladsholder til slidenummer 16">
            <a:extLst>
              <a:ext uri="{FF2B5EF4-FFF2-40B4-BE49-F238E27FC236}">
                <a16:creationId xmlns:a16="http://schemas.microsoft.com/office/drawing/2014/main" id="{95D5EE3D-13CA-2876-91CF-5247FED000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87760976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d slide venstrestillet overskrift /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D943BCA5-A9D1-3C4A-B419-FA4758A25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612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>
                <a:solidFill>
                  <a:srgbClr val="34343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9" name="Pladsholder til tekst 3">
            <a:extLst>
              <a:ext uri="{FF2B5EF4-FFF2-40B4-BE49-F238E27FC236}">
                <a16:creationId xmlns:a16="http://schemas.microsoft.com/office/drawing/2014/main" id="{54EA145E-2D74-D94E-BB16-46323B3937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9999" y="2160000"/>
            <a:ext cx="6120000" cy="3960000"/>
          </a:xfrm>
        </p:spPr>
        <p:txBody>
          <a:bodyPr/>
          <a:lstStyle>
            <a:lvl1pPr indent="-180000">
              <a:spcBef>
                <a:spcPts val="600"/>
              </a:spcBef>
              <a:buClrTx/>
              <a:defRPr>
                <a:solidFill>
                  <a:srgbClr val="343434"/>
                </a:solidFill>
              </a:defRPr>
            </a:lvl1pPr>
            <a:lvl2pPr marL="720000" indent="-180000">
              <a:spcBef>
                <a:spcPts val="600"/>
              </a:spcBef>
              <a:buClrTx/>
              <a:defRPr>
                <a:solidFill>
                  <a:srgbClr val="343434"/>
                </a:solidFill>
              </a:defRPr>
            </a:lvl2pPr>
            <a:lvl3pPr marL="1080000" indent="-180000">
              <a:spcBef>
                <a:spcPts val="600"/>
              </a:spcBef>
              <a:buClrTx/>
              <a:defRPr sz="1800">
                <a:solidFill>
                  <a:srgbClr val="343434"/>
                </a:solidFill>
              </a:defRPr>
            </a:lvl3pPr>
            <a:lvl5pPr marL="342900" indent="-3429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7C5399E5-3534-91E8-9F8C-B0CC6D87E22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26-11-2025</a:t>
            </a:fld>
            <a:endParaRPr lang="da-DK"/>
          </a:p>
        </p:txBody>
      </p:sp>
      <p:sp>
        <p:nvSpPr>
          <p:cNvPr id="16" name="Pladsholder til sidefod 15">
            <a:extLst>
              <a:ext uri="{FF2B5EF4-FFF2-40B4-BE49-F238E27FC236}">
                <a16:creationId xmlns:a16="http://schemas.microsoft.com/office/drawing/2014/main" id="{962C43D6-61CF-D952-9CBC-6E9A7A5B10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7" name="Pladsholder til slidenummer 16">
            <a:extLst>
              <a:ext uri="{FF2B5EF4-FFF2-40B4-BE49-F238E27FC236}">
                <a16:creationId xmlns:a16="http://schemas.microsoft.com/office/drawing/2014/main" id="{95D5EE3D-13CA-2876-91CF-5247FED000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12228839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d side med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2FA9A78B-F9F6-E5B5-54E3-EE9FF1623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26-11-2025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75A12590-BDD9-733D-C482-5F7D499C5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FA4C063E-ABD6-B6BC-DE08-BDD646060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4B06BEC-9C28-1333-C662-F177D86F8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64" y="360000"/>
            <a:ext cx="10273673" cy="553998"/>
          </a:xfrm>
        </p:spPr>
        <p:txBody>
          <a:bodyPr/>
          <a:lstStyle>
            <a:lvl1pPr marL="0" indent="0" algn="ctr">
              <a:tabLst>
                <a:tab pos="4262438" algn="l"/>
              </a:tabLst>
              <a:defRPr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71954142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de med billedbaggrund 3 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Pladsholder til billede 11">
            <a:extLst>
              <a:ext uri="{FF2B5EF4-FFF2-40B4-BE49-F238E27FC236}">
                <a16:creationId xmlns:a16="http://schemas.microsoft.com/office/drawing/2014/main" id="{3E8FA4C9-F9B2-4D3F-C3AA-19AE988B04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8896007-EFA9-FB1D-FC40-52612A5A455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2345" y="3959813"/>
            <a:ext cx="3600000" cy="2160000"/>
          </a:xfrm>
          <a:noFill/>
        </p:spPr>
        <p:txBody>
          <a:bodyPr lIns="108000" tIns="108000" rIns="108000" bIns="108000"/>
          <a:lstStyle>
            <a:lvl1pPr marL="0" indent="0" algn="ctr">
              <a:spcBef>
                <a:spcPts val="0"/>
              </a:spcBef>
              <a:spcAft>
                <a:spcPts val="600"/>
              </a:spcAft>
              <a:buFontTx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200"/>
              </a:spcBef>
              <a:spcAft>
                <a:spcPts val="200"/>
              </a:spcAft>
              <a:buFontTx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Pladsholder til slidenummer 14">
            <a:extLst>
              <a:ext uri="{FF2B5EF4-FFF2-40B4-BE49-F238E27FC236}">
                <a16:creationId xmlns:a16="http://schemas.microsoft.com/office/drawing/2014/main" id="{B55FCD46-4218-A74F-8005-7EE6E99038A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13" name="Pladsholder til dato 12">
            <a:extLst>
              <a:ext uri="{FF2B5EF4-FFF2-40B4-BE49-F238E27FC236}">
                <a16:creationId xmlns:a16="http://schemas.microsoft.com/office/drawing/2014/main" id="{4C2F6B8E-60BF-6AD6-6314-812B1A40DA1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26-11-2025</a:t>
            </a:fld>
            <a:endParaRPr lang="da-DK"/>
          </a:p>
        </p:txBody>
      </p:sp>
      <p:sp>
        <p:nvSpPr>
          <p:cNvPr id="14" name="Pladsholder til sidefod 13">
            <a:extLst>
              <a:ext uri="{FF2B5EF4-FFF2-40B4-BE49-F238E27FC236}">
                <a16:creationId xmlns:a16="http://schemas.microsoft.com/office/drawing/2014/main" id="{5DF8C4B2-20B3-A074-8048-894F4A3EAE5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64E6E068-C30A-5ADC-3DE9-8633E2E0FF6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01682" y="3959813"/>
            <a:ext cx="3600000" cy="2160000"/>
          </a:xfrm>
        </p:spPr>
        <p:txBody>
          <a:bodyPr lIns="108000" tIns="108000" rIns="108000" bIns="10800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200"/>
              </a:spcBef>
              <a:spcAft>
                <a:spcPts val="200"/>
              </a:spcAft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60000" indent="0">
              <a:buNone/>
              <a:defRPr sz="1600">
                <a:solidFill>
                  <a:schemeClr val="bg1"/>
                </a:solidFill>
              </a:defRPr>
            </a:lvl3pPr>
            <a:lvl4pPr marL="720000" indent="0">
              <a:buNone/>
              <a:defRPr sz="16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Pladsholder til indhold 9">
            <a:extLst>
              <a:ext uri="{FF2B5EF4-FFF2-40B4-BE49-F238E27FC236}">
                <a16:creationId xmlns:a16="http://schemas.microsoft.com/office/drawing/2014/main" id="{516B58FF-0AC7-55B2-5CCE-E114A490555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01019" y="3959813"/>
            <a:ext cx="3600000" cy="2160588"/>
          </a:xfrm>
        </p:spPr>
        <p:txBody>
          <a:bodyPr lIns="108000" tIns="108000" rIns="108000" bIns="10800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200"/>
              </a:spcBef>
              <a:spcAft>
                <a:spcPts val="200"/>
              </a:spcAft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ED9C566-8AD1-2A40-D58B-568EE2103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07299985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ellemside dybblå">
    <p:bg>
      <p:bgPr>
        <a:solidFill>
          <a:srgbClr val="00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EDFBEEBD-1E10-C64A-9B2F-189B884F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  <a:prstGeom prst="rect">
            <a:avLst/>
          </a:prstGeom>
        </p:spPr>
        <p:txBody>
          <a:bodyPr anchor="ctr" anchorCtr="0"/>
          <a:lstStyle>
            <a:lvl1pPr algn="ctr">
              <a:defRPr sz="36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4" name="Right Triangle 4">
            <a:extLst>
              <a:ext uri="{FF2B5EF4-FFF2-40B4-BE49-F238E27FC236}">
                <a16:creationId xmlns:a16="http://schemas.microsoft.com/office/drawing/2014/main" id="{D65F8924-1F04-8501-B37B-F146F46DDBC3}"/>
              </a:ext>
            </a:extLst>
          </p:cNvPr>
          <p:cNvSpPr/>
          <p:nvPr/>
        </p:nvSpPr>
        <p:spPr>
          <a:xfrm rot="16200000">
            <a:off x="2390148" y="2292681"/>
            <a:ext cx="6875719" cy="2290351"/>
          </a:xfrm>
          <a:prstGeom prst="rtTriangle">
            <a:avLst/>
          </a:prstGeom>
          <a:solidFill>
            <a:srgbClr val="F2F2F2">
              <a:alpha val="392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058457-07FF-3A96-E142-AEB81C550EDC}"/>
              </a:ext>
            </a:extLst>
          </p:cNvPr>
          <p:cNvSpPr/>
          <p:nvPr/>
        </p:nvSpPr>
        <p:spPr>
          <a:xfrm>
            <a:off x="6973184" y="17716"/>
            <a:ext cx="5218816" cy="6858000"/>
          </a:xfrm>
          <a:prstGeom prst="rect">
            <a:avLst/>
          </a:prstGeom>
          <a:solidFill>
            <a:srgbClr val="F2F2F2">
              <a:alpha val="392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6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7B8C6AC5-22C4-4C15-1D9D-01CB64A745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r="72325" b="-7017"/>
          <a:stretch/>
        </p:blipFill>
        <p:spPr>
          <a:xfrm>
            <a:off x="5710432" y="5417946"/>
            <a:ext cx="771134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074425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med blå 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6A3845F0-3DF9-4646-ABC5-AF439DC6FB63}"/>
              </a:ext>
            </a:extLst>
          </p:cNvPr>
          <p:cNvSpPr/>
          <p:nvPr/>
        </p:nvSpPr>
        <p:spPr>
          <a:xfrm>
            <a:off x="0" y="-12880"/>
            <a:ext cx="4133611" cy="6870879"/>
          </a:xfrm>
          <a:custGeom>
            <a:avLst/>
            <a:gdLst>
              <a:gd name="connsiteX0" fmla="*/ 0 w 3348000"/>
              <a:gd name="connsiteY0" fmla="*/ 0 h 6858000"/>
              <a:gd name="connsiteX1" fmla="*/ 3348000 w 3348000"/>
              <a:gd name="connsiteY1" fmla="*/ 0 h 6858000"/>
              <a:gd name="connsiteX2" fmla="*/ 3348000 w 3348000"/>
              <a:gd name="connsiteY2" fmla="*/ 6858000 h 6858000"/>
              <a:gd name="connsiteX3" fmla="*/ 0 w 3348000"/>
              <a:gd name="connsiteY3" fmla="*/ 6858000 h 6858000"/>
              <a:gd name="connsiteX4" fmla="*/ 0 w 3348000"/>
              <a:gd name="connsiteY4" fmla="*/ 0 h 6858000"/>
              <a:gd name="connsiteX0" fmla="*/ 0 w 4133611"/>
              <a:gd name="connsiteY0" fmla="*/ 12879 h 6870879"/>
              <a:gd name="connsiteX1" fmla="*/ 4133611 w 4133611"/>
              <a:gd name="connsiteY1" fmla="*/ 0 h 6870879"/>
              <a:gd name="connsiteX2" fmla="*/ 3348000 w 4133611"/>
              <a:gd name="connsiteY2" fmla="*/ 6870879 h 6870879"/>
              <a:gd name="connsiteX3" fmla="*/ 0 w 4133611"/>
              <a:gd name="connsiteY3" fmla="*/ 6870879 h 6870879"/>
              <a:gd name="connsiteX4" fmla="*/ 0 w 4133611"/>
              <a:gd name="connsiteY4" fmla="*/ 12879 h 6870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33611" h="6870879">
                <a:moveTo>
                  <a:pt x="0" y="12879"/>
                </a:moveTo>
                <a:lnTo>
                  <a:pt x="4133611" y="0"/>
                </a:lnTo>
                <a:lnTo>
                  <a:pt x="3348000" y="6870879"/>
                </a:lnTo>
                <a:lnTo>
                  <a:pt x="0" y="6870879"/>
                </a:lnTo>
                <a:lnTo>
                  <a:pt x="0" y="128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D7BD72E6-1F77-0F4F-99C7-CDE9FC9894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001" y="1080000"/>
            <a:ext cx="6769014" cy="5025378"/>
          </a:xfrm>
        </p:spPr>
        <p:txBody>
          <a:bodyPr/>
          <a:lstStyle>
            <a:lvl1pPr>
              <a:spcBef>
                <a:spcPts val="600"/>
              </a:spcBef>
              <a:buClrTx/>
              <a:defRPr>
                <a:solidFill>
                  <a:schemeClr val="tx1">
                    <a:lumMod val="75000"/>
                  </a:schemeClr>
                </a:solidFill>
              </a:defRPr>
            </a:lvl1pPr>
            <a:lvl2pPr marL="720000">
              <a:spcBef>
                <a:spcPts val="600"/>
              </a:spcBef>
              <a:buClrTx/>
              <a:defRPr>
                <a:solidFill>
                  <a:schemeClr val="tx1">
                    <a:lumMod val="75000"/>
                  </a:schemeClr>
                </a:solidFill>
              </a:defRPr>
            </a:lvl2pPr>
            <a:lvl3pPr marL="1080000">
              <a:spcBef>
                <a:spcPts val="600"/>
              </a:spcBef>
              <a:buClrTx/>
              <a:defRPr sz="1800">
                <a:solidFill>
                  <a:schemeClr val="tx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5FAD132-7247-4943-8756-FB1B42F4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80000"/>
            <a:ext cx="2726099" cy="55399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3" name="Pladsholder til dato 12">
            <a:extLst>
              <a:ext uri="{FF2B5EF4-FFF2-40B4-BE49-F238E27FC236}">
                <a16:creationId xmlns:a16="http://schemas.microsoft.com/office/drawing/2014/main" id="{2697253C-4240-2DE5-241D-6F79B134E7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26-11-2025</a:t>
            </a:fld>
            <a:endParaRPr lang="da-DK"/>
          </a:p>
        </p:txBody>
      </p:sp>
      <p:sp>
        <p:nvSpPr>
          <p:cNvPr id="14" name="Pladsholder til sidefod 13">
            <a:extLst>
              <a:ext uri="{FF2B5EF4-FFF2-40B4-BE49-F238E27FC236}">
                <a16:creationId xmlns:a16="http://schemas.microsoft.com/office/drawing/2014/main" id="{E49A80E2-2179-9D0B-A180-333D185AA81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5" name="Pladsholder til slidenummer 14">
            <a:extLst>
              <a:ext uri="{FF2B5EF4-FFF2-40B4-BE49-F238E27FC236}">
                <a16:creationId xmlns:a16="http://schemas.microsoft.com/office/drawing/2014/main" id="{4E9D9BAC-00CB-CF90-33FE-4FD2AF14E5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95412661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akt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nuel indlæsning 1">
            <a:extLst>
              <a:ext uri="{FF2B5EF4-FFF2-40B4-BE49-F238E27FC236}">
                <a16:creationId xmlns:a16="http://schemas.microsoft.com/office/drawing/2014/main" id="{C1C202A1-E056-E2E0-858A-B11C91863D7D}"/>
              </a:ext>
            </a:extLst>
          </p:cNvPr>
          <p:cNvSpPr>
            <a:spLocks noChangeAspect="1"/>
          </p:cNvSpPr>
          <p:nvPr/>
        </p:nvSpPr>
        <p:spPr>
          <a:xfrm flipH="1">
            <a:off x="0" y="2708113"/>
            <a:ext cx="12192000" cy="4149887"/>
          </a:xfrm>
          <a:prstGeom prst="flowChartManualInpu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EDFBEEBD-1E10-C64A-9B2F-189B884F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999" y="1800000"/>
            <a:ext cx="7920000" cy="553998"/>
          </a:xfrm>
          <a:prstGeom prst="rect">
            <a:avLst/>
          </a:prstGeom>
        </p:spPr>
        <p:txBody>
          <a:bodyPr/>
          <a:lstStyle>
            <a:lvl1pPr>
              <a:defRPr sz="360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/>
          </a:p>
        </p:txBody>
      </p:sp>
      <p:sp>
        <p:nvSpPr>
          <p:cNvPr id="9" name="Pladsholder til tekst 3">
            <a:extLst>
              <a:ext uri="{FF2B5EF4-FFF2-40B4-BE49-F238E27FC236}">
                <a16:creationId xmlns:a16="http://schemas.microsoft.com/office/drawing/2014/main" id="{63282B2D-EDC0-1744-AB89-A09556139B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38276" y="4043190"/>
            <a:ext cx="3744000" cy="1756811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358775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71755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Skriv navn og kontaktoplysninger</a:t>
            </a:r>
          </a:p>
        </p:txBody>
      </p:sp>
      <p:sp>
        <p:nvSpPr>
          <p:cNvPr id="11" name="Pladsholder til tekst 3">
            <a:extLst>
              <a:ext uri="{FF2B5EF4-FFF2-40B4-BE49-F238E27FC236}">
                <a16:creationId xmlns:a16="http://schemas.microsoft.com/office/drawing/2014/main" id="{D9306688-7C4E-E347-974F-A4462CC48B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51684" y="4043189"/>
            <a:ext cx="3744000" cy="1756811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358775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71755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Skriv navn og kontaktoplysninger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B549FDC7-8610-6A85-1CD7-C0A6A4218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2001" y="6120429"/>
            <a:ext cx="2160000" cy="43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633920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side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3384E7-0AB4-7441-B5F9-96ACF387B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D08CDF3-E58D-014E-8ADC-07E0E0415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E16925C-47A6-AB40-8A37-5DFAE88A1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26-11-2025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6636263-FC36-D172-003C-58D9BBADF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047C7184-ABEE-196E-E69C-81378FA5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263601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m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3">
            <a:extLst>
              <a:ext uri="{FF2B5EF4-FFF2-40B4-BE49-F238E27FC236}">
                <a16:creationId xmlns:a16="http://schemas.microsoft.com/office/drawing/2014/main" id="{071DDF98-399A-73C1-6A76-0D87F5D233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0000" y="6356349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79869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6570FE-B5FB-B343-9266-1BC06216A43C}" type="datetime1">
              <a:rPr lang="da-DK" smtClean="0"/>
              <a:t>26-11-2025</a:t>
            </a:fld>
            <a:endParaRPr lang="da-DK"/>
          </a:p>
        </p:txBody>
      </p:sp>
      <p:sp>
        <p:nvSpPr>
          <p:cNvPr id="3" name="Pladsholder til slidenummer 5">
            <a:extLst>
              <a:ext uri="{FF2B5EF4-FFF2-40B4-BE49-F238E27FC236}">
                <a16:creationId xmlns:a16="http://schemas.microsoft.com/office/drawing/2014/main" id="{06F05687-C8C9-2987-EB9A-C509041A4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8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rgbClr val="79869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4" name="Pladsholder til sidefod 6">
            <a:extLst>
              <a:ext uri="{FF2B5EF4-FFF2-40B4-BE49-F238E27FC236}">
                <a16:creationId xmlns:a16="http://schemas.microsoft.com/office/drawing/2014/main" id="{CECDAB00-7182-687F-414F-D6394BD24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79869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/>
              <a:t>cybersikker.alexandra.dk</a:t>
            </a:r>
          </a:p>
        </p:txBody>
      </p:sp>
    </p:spTree>
    <p:extLst>
      <p:ext uri="{BB962C8B-B14F-4D97-AF65-F5344CB8AC3E}">
        <p14:creationId xmlns:p14="http://schemas.microsoft.com/office/powerpoint/2010/main" val="33084259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kontakt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ato 3">
            <a:extLst>
              <a:ext uri="{FF2B5EF4-FFF2-40B4-BE49-F238E27FC236}">
                <a16:creationId xmlns:a16="http://schemas.microsoft.com/office/drawing/2014/main" id="{84700FE0-3C32-8F5C-A9D6-F84B59ADDA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0000" y="6356349"/>
            <a:ext cx="2743200" cy="365125"/>
          </a:xfrm>
        </p:spPr>
        <p:txBody>
          <a:bodyPr/>
          <a:lstStyle/>
          <a:p>
            <a:fld id="{2EE2683A-6B2B-964B-B78D-BF9CF3DA3F7B}" type="datetime1">
              <a:rPr lang="da-DK" smtClean="0"/>
              <a:t>26-11-2025</a:t>
            </a:fld>
            <a:endParaRPr lang="da-DK"/>
          </a:p>
        </p:txBody>
      </p:sp>
      <p:sp>
        <p:nvSpPr>
          <p:cNvPr id="6" name="Pladsholder til sidefod 7">
            <a:extLst>
              <a:ext uri="{FF2B5EF4-FFF2-40B4-BE49-F238E27FC236}">
                <a16:creationId xmlns:a16="http://schemas.microsoft.com/office/drawing/2014/main" id="{59524C84-CFEB-9940-04C5-D411D7EFF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7" name="Pladsholder til slidenummer 8">
            <a:extLst>
              <a:ext uri="{FF2B5EF4-FFF2-40B4-BE49-F238E27FC236}">
                <a16:creationId xmlns:a16="http://schemas.microsoft.com/office/drawing/2014/main" id="{1CF4CAFC-21EA-E01D-3132-21873B0A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815" y="6356350"/>
            <a:ext cx="2743200" cy="365125"/>
          </a:xfrm>
        </p:spPr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2" name="Dokument 1">
            <a:extLst>
              <a:ext uri="{FF2B5EF4-FFF2-40B4-BE49-F238E27FC236}">
                <a16:creationId xmlns:a16="http://schemas.microsoft.com/office/drawing/2014/main" id="{C5BA8FC3-060D-F0A5-8322-9D30A0E1929B}"/>
              </a:ext>
            </a:extLst>
          </p:cNvPr>
          <p:cNvSpPr/>
          <p:nvPr userDrawn="1"/>
        </p:nvSpPr>
        <p:spPr>
          <a:xfrm rot="10800000" flipH="1">
            <a:off x="0" y="4067175"/>
            <a:ext cx="12191999" cy="2790825"/>
          </a:xfrm>
          <a:prstGeom prst="flowChartDocument">
            <a:avLst/>
          </a:prstGeom>
          <a:solidFill>
            <a:srgbClr val="0038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F58C07F-51C5-9418-EE26-0A4AF7500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0" y="2506824"/>
            <a:ext cx="2283038" cy="941136"/>
          </a:xfrm>
        </p:spPr>
        <p:txBody>
          <a:bodyPr/>
          <a:lstStyle>
            <a:lvl1pPr>
              <a:defRPr>
                <a:solidFill>
                  <a:srgbClr val="003843"/>
                </a:solidFill>
              </a:defRPr>
            </a:lvl1pPr>
          </a:lstStyle>
          <a:p>
            <a:r>
              <a:rPr lang="da-DK"/>
              <a:t>Kontakt</a:t>
            </a:r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526AB892-77E9-213C-01EC-851AF19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0" y="2622287"/>
            <a:ext cx="3124200" cy="14935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B323A5C4-9B4E-1258-C4C2-C5DB2E0EA4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344053"/>
            <a:ext cx="2808000" cy="241041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D671E023-46C6-ED0A-AB96-BDE486EB9333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249" y="3048642"/>
            <a:ext cx="1926327" cy="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630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FORSIDE">
    <p:bg>
      <p:bgPr>
        <a:solidFill>
          <a:srgbClr val="00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kument 7">
            <a:extLst>
              <a:ext uri="{FF2B5EF4-FFF2-40B4-BE49-F238E27FC236}">
                <a16:creationId xmlns:a16="http://schemas.microsoft.com/office/drawing/2014/main" id="{97F39815-501E-76A3-FA96-C8C693D7E23B}"/>
              </a:ext>
            </a:extLst>
          </p:cNvPr>
          <p:cNvSpPr/>
          <p:nvPr userDrawn="1"/>
        </p:nvSpPr>
        <p:spPr>
          <a:xfrm rot="10800000">
            <a:off x="0" y="5816905"/>
            <a:ext cx="12192000" cy="1057488"/>
          </a:xfrm>
          <a:prstGeom prst="flowChartDocumen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Billede 11">
            <a:extLst>
              <a:ext uri="{FF2B5EF4-FFF2-40B4-BE49-F238E27FC236}">
                <a16:creationId xmlns:a16="http://schemas.microsoft.com/office/drawing/2014/main" id="{91AE4081-3EA7-075E-3612-780F81369D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0000" y="6436800"/>
            <a:ext cx="3240000" cy="198468"/>
          </a:xfrm>
          <a:prstGeom prst="rect">
            <a:avLst/>
          </a:prstGeom>
        </p:spPr>
      </p:pic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5400" b="1" i="0" cap="none" baseline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endParaRPr lang="da-DK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  <a:prstGeom prst="rect">
            <a:avLst/>
          </a:prstGeo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da-DK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4582793"/>
            <a:ext cx="7926334" cy="455332"/>
          </a:xfrm>
          <a:prstGeom prst="rect">
            <a:avLst/>
          </a:prstGeom>
        </p:spPr>
        <p:txBody>
          <a:bodyPr/>
          <a:lstStyle>
            <a:lvl1pPr>
              <a:buNone/>
              <a:defRPr sz="1200" cap="all" baseline="0">
                <a:solidFill>
                  <a:srgbClr val="EF7B42"/>
                </a:solidFill>
              </a:defRPr>
            </a:lvl1pPr>
          </a:lstStyle>
          <a:p>
            <a:pPr lvl="0"/>
            <a:endParaRPr lang="da-DK" noProof="0"/>
          </a:p>
        </p:txBody>
      </p:sp>
      <p:pic>
        <p:nvPicPr>
          <p:cNvPr id="5" name="Billede 4" descr="Et billede, der indeholder skærmbillede, Font/skrifttype, sort, design&#10;&#10;Automatisk genereret beskrivelse">
            <a:extLst>
              <a:ext uri="{FF2B5EF4-FFF2-40B4-BE49-F238E27FC236}">
                <a16:creationId xmlns:a16="http://schemas.microsoft.com/office/drawing/2014/main" id="{D03C3022-C89B-6AA5-8FDB-85599E93B62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72001" y="6178407"/>
            <a:ext cx="2160000" cy="377478"/>
          </a:xfrm>
          <a:prstGeom prst="rect">
            <a:avLst/>
          </a:prstGeom>
        </p:spPr>
      </p:pic>
      <p:pic>
        <p:nvPicPr>
          <p:cNvPr id="2" name="Billede 1">
            <a:extLst>
              <a:ext uri="{FF2B5EF4-FFF2-40B4-BE49-F238E27FC236}">
                <a16:creationId xmlns:a16="http://schemas.microsoft.com/office/drawing/2014/main" id="{BA055593-DECD-D9E4-92C2-9A42269688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540000" cy="110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9883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vi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F550DC7-A416-CF41-A483-9ADA70B39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0" y="1800000"/>
            <a:ext cx="9856357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>
              <a:spcBef>
                <a:spcPts val="600"/>
              </a:spcBef>
              <a:buClr>
                <a:srgbClr val="BF5D2B"/>
              </a:buClr>
              <a:buFont typeface="Arial" panose="020B0604020202020204" pitchFamily="34" charset="0"/>
              <a:buChar char="•"/>
              <a:defRPr>
                <a:solidFill>
                  <a:srgbClr val="343434"/>
                </a:solidFill>
              </a:defRPr>
            </a:lvl1pPr>
            <a:lvl2pPr marL="720000" indent="-358775">
              <a:spcBef>
                <a:spcPts val="600"/>
              </a:spcBef>
              <a:buClr>
                <a:srgbClr val="BF5D2B"/>
              </a:buClr>
              <a:tabLst/>
              <a:defRPr>
                <a:solidFill>
                  <a:srgbClr val="343434"/>
                </a:solidFill>
              </a:defRPr>
            </a:lvl2pPr>
            <a:lvl3pPr marL="1080000" indent="-360000">
              <a:spcBef>
                <a:spcPts val="600"/>
              </a:spcBef>
              <a:buClr>
                <a:srgbClr val="BF5D2B"/>
              </a:buClr>
              <a:tabLst/>
              <a:defRPr sz="1800">
                <a:solidFill>
                  <a:srgbClr val="343434"/>
                </a:solidFill>
              </a:defRPr>
            </a:lvl3pPr>
            <a:lvl4pPr marL="1080000" indent="-360000">
              <a:defRPr/>
            </a:lvl4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</p:txBody>
      </p:sp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428A49A8-7DC3-9A4F-9771-3C7CD60447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720000"/>
            <a:ext cx="9856357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a-DK" noProof="0"/>
              <a:t>Klik for at redigere i masteren</a:t>
            </a:r>
          </a:p>
        </p:txBody>
      </p:sp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1BB2F60C-788E-9A59-EF13-80326069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3AF5-52AE-5449-977A-9A9EA54B487D}" type="datetime1">
              <a:rPr lang="da-DK" smtClean="0"/>
              <a:t>26-11-2025</a:t>
            </a:fld>
            <a:endParaRPr lang="en-GB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C715199F-1D98-9548-D278-C6709A1D5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ALEXANDRA INST</a:t>
            </a:r>
            <a:r>
              <a:rPr lang="en-GB">
                <a:solidFill>
                  <a:schemeClr val="accent3"/>
                </a:solidFill>
              </a:rPr>
              <a:t>IT</a:t>
            </a:r>
            <a:r>
              <a:rPr lang="en-GB"/>
              <a:t>UTTET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1842143F-A33C-07B8-623A-3A8B9C79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C9228-041E-BE4C-A177-9A7A550E9A4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29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000" y="1620000"/>
            <a:ext cx="10439999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a-DK" noProof="0"/>
              <a:t>Klik for at redigere</a:t>
            </a:r>
          </a:p>
          <a:p>
            <a:pPr lvl="2"/>
            <a:r>
              <a:rPr lang="da-DK" noProof="0"/>
              <a:t>Andet niveau</a:t>
            </a:r>
          </a:p>
          <a:p>
            <a:pPr lvl="3"/>
            <a:r>
              <a:rPr lang="da-DK" noProof="0"/>
              <a:t>Tredje niveau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BB6D30-42BF-CA45-976E-18C42243C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9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da-DK"/>
          </a:p>
        </p:txBody>
      </p:sp>
      <p:sp>
        <p:nvSpPr>
          <p:cNvPr id="5" name="Pladsholder til dato 33">
            <a:extLst>
              <a:ext uri="{FF2B5EF4-FFF2-40B4-BE49-F238E27FC236}">
                <a16:creationId xmlns:a16="http://schemas.microsoft.com/office/drawing/2014/main" id="{52560EC3-C564-7D2C-3E25-B5570F0A3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51466" y="6557851"/>
            <a:ext cx="2889068" cy="182562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966570FE-B5FB-B343-9266-1BC06216A43C}" type="datetime1">
              <a:rPr lang="da-DK" smtClean="0"/>
              <a:t>26-11-2025</a:t>
            </a:fld>
            <a:endParaRPr lang="da-DK"/>
          </a:p>
        </p:txBody>
      </p:sp>
      <p:sp>
        <p:nvSpPr>
          <p:cNvPr id="9" name="Pladsholder til sidefod 34">
            <a:extLst>
              <a:ext uri="{FF2B5EF4-FFF2-40B4-BE49-F238E27FC236}">
                <a16:creationId xmlns:a16="http://schemas.microsoft.com/office/drawing/2014/main" id="{93A74E4A-F71B-4F89-2B52-996CFE61B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345" y="6557851"/>
            <a:ext cx="3138687" cy="182562"/>
          </a:xfrm>
          <a:prstGeom prst="rect">
            <a:avLst/>
          </a:prstGeom>
        </p:spPr>
        <p:txBody>
          <a:bodyPr/>
          <a:lstStyle>
            <a:lvl1pPr algn="l">
              <a:defRPr sz="800" cap="all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/>
              <a:t>cybersikker.alexandra.dk</a:t>
            </a:r>
          </a:p>
        </p:txBody>
      </p:sp>
      <p:sp>
        <p:nvSpPr>
          <p:cNvPr id="10" name="Pladsholder til slidenummer 35">
            <a:extLst>
              <a:ext uri="{FF2B5EF4-FFF2-40B4-BE49-F238E27FC236}">
                <a16:creationId xmlns:a16="http://schemas.microsoft.com/office/drawing/2014/main" id="{3813305E-16A2-1B20-40D8-1AC807D54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5251" y="6567126"/>
            <a:ext cx="1944404" cy="215444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06783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4" r:id="rId18"/>
    <p:sldLayoutId id="2147483653" r:id="rId19"/>
    <p:sldLayoutId id="2147483660" r:id="rId20"/>
    <p:sldLayoutId id="2147483690" r:id="rId21"/>
    <p:sldLayoutId id="2147483691" r:id="rId22"/>
  </p:sldLayoutIdLst>
  <p:hf hdr="0"/>
  <p:txStyles>
    <p:titleStyle>
      <a:lvl1pPr marL="0" algn="l" defTabSz="457200" rtl="0" eaLnBrk="1" latinLnBrk="0" hangingPunct="1">
        <a:lnSpc>
          <a:spcPct val="100000"/>
        </a:lnSpc>
        <a:spcBef>
          <a:spcPct val="0"/>
        </a:spcBef>
        <a:buNone/>
        <a:defRPr lang="en-US" sz="3600" b="0" i="0" kern="1200" cap="none" baseline="0" dirty="0">
          <a:solidFill>
            <a:srgbClr val="343434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1pPr>
    </p:titleStyle>
    <p:bodyStyle>
      <a:lvl1pPr marL="360000" indent="-360000" algn="l" defTabSz="457200" rtl="0" eaLnBrk="1" latinLnBrk="0" hangingPunct="1">
        <a:lnSpc>
          <a:spcPct val="114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sz="2400" kern="1200">
          <a:solidFill>
            <a:srgbClr val="343434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1pPr>
      <a:lvl2pPr marL="327538" indent="-360000" algn="l" defTabSz="457200" rtl="0" eaLnBrk="1" latinLnBrk="0" hangingPunct="1">
        <a:lnSpc>
          <a:spcPct val="114000"/>
        </a:lnSpc>
        <a:spcBef>
          <a:spcPts val="1176"/>
        </a:spcBef>
        <a:buClr>
          <a:srgbClr val="D76432"/>
        </a:buClr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720000" indent="-360000" algn="l" defTabSz="457200" rtl="0" eaLnBrk="1" latinLnBrk="0" hangingPunct="1">
        <a:lnSpc>
          <a:spcPct val="114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2000" kern="1200">
          <a:solidFill>
            <a:srgbClr val="343434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3pPr>
      <a:lvl4pPr marL="1080000" indent="-360000" algn="l" defTabSz="457200" rtl="0" eaLnBrk="1" latinLnBrk="0" hangingPunct="1">
        <a:lnSpc>
          <a:spcPct val="114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tabLst/>
        <a:defRPr sz="1800" kern="1200">
          <a:solidFill>
            <a:srgbClr val="343434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4pPr>
      <a:lvl5pPr marL="0" indent="0" algn="l" defTabSz="457200" rtl="0" eaLnBrk="1" latinLnBrk="0" hangingPunct="1">
        <a:lnSpc>
          <a:spcPct val="114000"/>
        </a:lnSpc>
        <a:spcBef>
          <a:spcPct val="20000"/>
        </a:spcBef>
        <a:buClr>
          <a:srgbClr val="D76432"/>
        </a:buClr>
        <a:buFont typeface="Arial" panose="020B0604020202020204" pitchFamily="34" charset="0"/>
        <a:buNone/>
        <a:tabLst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juice-shop.herokuapp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test-testing-sign-laboratory-670091/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ve.org/" TargetMode="Externa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50A64-59FC-FC96-6860-49FD3869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C4A075-F9AD-14F3-1AAA-09A909E50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9982093" cy="2319469"/>
          </a:xfrm>
        </p:spPr>
        <p:txBody>
          <a:bodyPr/>
          <a:lstStyle/>
          <a:p>
            <a:r>
              <a:rPr lang="da-DK" noProof="0"/>
              <a:t>Application security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BF200742-2569-8A30-6A17-F1949681AD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 noProof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E04ECDC3-90B1-2A7B-7E2B-BFB4FE2DEE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507574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3D437-7DFC-5AA4-A797-2AB92C72E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53220ED4-D37E-638F-8289-DC22A5943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8" y="390038"/>
            <a:ext cx="10584015" cy="553998"/>
          </a:xfrm>
        </p:spPr>
        <p:txBody>
          <a:bodyPr/>
          <a:lstStyle/>
          <a:p>
            <a:r>
              <a:rPr lang="da-DK" noProof="0">
                <a:latin typeface="Arial"/>
                <a:ea typeface="Verdana"/>
                <a:cs typeface="Arial"/>
              </a:rPr>
              <a:t>Agenda</a:t>
            </a:r>
            <a:endParaRPr lang="da-DK" noProof="0"/>
          </a:p>
        </p:txBody>
      </p:sp>
      <p:graphicFrame>
        <p:nvGraphicFramePr>
          <p:cNvPr id="12" name="Pladsholder til indhold 11">
            <a:extLst>
              <a:ext uri="{FF2B5EF4-FFF2-40B4-BE49-F238E27FC236}">
                <a16:creationId xmlns:a16="http://schemas.microsoft.com/office/drawing/2014/main" id="{B39E156A-AAAE-4190-5959-A731C0C57E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2533871"/>
              </p:ext>
            </p:extLst>
          </p:nvPr>
        </p:nvGraphicFramePr>
        <p:xfrm>
          <a:off x="1245463" y="1025517"/>
          <a:ext cx="10238550" cy="5171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249">
                  <a:extLst>
                    <a:ext uri="{9D8B030D-6E8A-4147-A177-3AD203B41FA5}">
                      <a16:colId xmlns:a16="http://schemas.microsoft.com/office/drawing/2014/main" val="3568212222"/>
                    </a:ext>
                  </a:extLst>
                </a:gridCol>
                <a:gridCol w="6200549">
                  <a:extLst>
                    <a:ext uri="{9D8B030D-6E8A-4147-A177-3AD203B41FA5}">
                      <a16:colId xmlns:a16="http://schemas.microsoft.com/office/drawing/2014/main" val="3991436401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648554971"/>
                    </a:ext>
                  </a:extLst>
                </a:gridCol>
              </a:tblGrid>
              <a:tr h="366284">
                <a:tc>
                  <a:txBody>
                    <a:bodyPr/>
                    <a:lstStyle/>
                    <a:p>
                      <a:r>
                        <a:rPr lang="da-DK" noProof="0"/>
                        <a:t>Tidspunkt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/>
                        <a:t>Emne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/>
                        <a:t>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083505"/>
                  </a:ext>
                </a:extLst>
              </a:tr>
              <a:tr h="372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/>
                        <a:t>8.30-9.00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da-DK" noProof="0"/>
                        <a:t>(AppSec Målpind 2) Sikker kode for ikke programmører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/>
                        <a:t>Oplæg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72173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/>
                        <a:t>9.00-10.00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da-DK" noProof="0"/>
                        <a:t>Gruppe arbejde / øvelse: JuiceShop/anden eksempelkode (sandsynligvis Powershell). 3 eksempler på injection deltagerne skal finde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a-DK" noProof="0"/>
                        <a:t>Øvelse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94966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/>
                        <a:t>10.00-10.15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a-DK" noProof="0"/>
                        <a:t>Pause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376553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/>
                        <a:t>10.15-10.45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da-DK" noProof="0"/>
                        <a:t>AppSec Målpind 4: Sikker opdatering og patch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/>
                        <a:t>Oplæg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898247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/>
                        <a:t>10.45-11.15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da-DK" noProof="0"/>
                        <a:t>Gruppearbejde / øvelse: OWASP dependency-check og CVE’er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da-DK" noProof="0"/>
                        <a:t>Øvelse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64217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/>
                        <a:t>11.15-11.30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da-DK" noProof="0"/>
                        <a:t>Kort pause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760828"/>
                  </a:ext>
                </a:extLst>
              </a:tr>
              <a:tr h="38656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a-DK" noProof="0"/>
                        <a:t>11.30-12.00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da-DK" noProof="0"/>
                        <a:t>AppSec Målpind 3: Security-by-Design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a-DK" noProof="0"/>
                        <a:t>Oplæg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0355"/>
                  </a:ext>
                </a:extLst>
              </a:tr>
              <a:tr h="38656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a-DK" noProof="0"/>
                        <a:t>12.00-13.00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a-DK" noProof="0"/>
                        <a:t>Frokost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353634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/>
                        <a:t>13.00-14.00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da-DK" noProof="0"/>
                        <a:t>DataSec Spørgetime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da-DK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879610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/>
                        <a:t>14.00-14.30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da-DK" noProof="0"/>
                        <a:t>Evaluering + slut for i 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767376"/>
                  </a:ext>
                </a:extLst>
              </a:tr>
            </a:tbl>
          </a:graphicData>
        </a:graphic>
      </p:graphicFrame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56F9D8C-CB27-2B2D-C3B1-675E5A2CB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7D938-B50E-D842-AEDC-C3B711F6BEE0}" type="datetime1">
              <a:rPr lang="da-DK" noProof="0" smtClean="0"/>
              <a:t>26-11-2025</a:t>
            </a:fld>
            <a:endParaRPr lang="da-DK" noProof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46A61D0-A2DA-2956-504B-A952F8DC8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2EC01F4-4B2A-2049-E429-A388BB3DB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520841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24368-BA55-274B-14D0-719FC3FA3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4F7CB9-E6BC-581B-90A5-AD5F1F68F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9982093" cy="2319469"/>
          </a:xfrm>
        </p:spPr>
        <p:txBody>
          <a:bodyPr/>
          <a:lstStyle/>
          <a:p>
            <a:r>
              <a:rPr lang="da-DK" noProof="0"/>
              <a:t>Sikker kodning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02923B0A-B812-F549-4F9A-8596C26438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noProof="0"/>
              <a:t>For ikke-programmører</a:t>
            </a:r>
          </a:p>
          <a:p>
            <a:endParaRPr lang="da-DK" noProof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9471E80A-CA7D-DBA5-B6C9-A6F6B262EC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361298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2E9D9-2A53-D18B-C8C0-F547A7EED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6D7C5-CBFD-C265-650F-52940EC4B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Relation til målpinde: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2D3E0-6112-F008-70C9-70E4A2EAE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da-DK"/>
              <a:t>2. Lærlingen </a:t>
            </a:r>
            <a:r>
              <a:rPr lang="da-DK" u="sng"/>
              <a:t>har viden om, hvordan man </a:t>
            </a:r>
            <a:r>
              <a:rPr lang="da-DK"/>
              <a:t>kan implementere grundlæggende sikker kodning og inputvalidering med henblik på at forhindre angreb som SQL Injection og XSS.  </a:t>
            </a:r>
          </a:p>
          <a:p>
            <a:pPr fontAlgn="base"/>
            <a:endParaRPr lang="da-DK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8394C-CF10-2208-F7EE-1E9A88036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26-11-2025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E8EDB-47AF-B1B0-B4E8-ED3EF62DE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77F8B-A56D-D90A-E5A2-5FA872237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4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475983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C19C9-2A13-0299-EDF8-7761847EE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Sikker </a:t>
            </a:r>
            <a:r>
              <a:rPr lang="en-US" err="1">
                <a:latin typeface="Arial"/>
                <a:ea typeface="Verdana"/>
                <a:cs typeface="Arial"/>
              </a:rPr>
              <a:t>kodning</a:t>
            </a:r>
            <a:r>
              <a:rPr lang="en-US">
                <a:latin typeface="Arial"/>
                <a:ea typeface="Verdana"/>
                <a:cs typeface="Arial"/>
              </a:rPr>
              <a:t> – Injection-</a:t>
            </a:r>
            <a:r>
              <a:rPr lang="en-US" err="1">
                <a:latin typeface="Arial"/>
                <a:ea typeface="Verdana"/>
                <a:cs typeface="Arial"/>
              </a:rPr>
              <a:t>angreb</a:t>
            </a:r>
            <a:endParaRPr lang="en-US" err="1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74CD0A4-0141-C873-3A87-71623E113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0" indent="0">
              <a:lnSpc>
                <a:spcPct val="113999"/>
              </a:lnSpc>
              <a:buNone/>
            </a:pPr>
            <a:r>
              <a:rPr lang="en-US" b="1" i="1" err="1">
                <a:latin typeface="Arial"/>
                <a:ea typeface="Tahoma"/>
                <a:cs typeface="Arial"/>
              </a:rPr>
              <a:t>Når</a:t>
            </a:r>
            <a:r>
              <a:rPr lang="en-US" b="1" i="1">
                <a:latin typeface="Arial"/>
                <a:ea typeface="Tahoma"/>
                <a:cs typeface="Arial"/>
              </a:rPr>
              <a:t> data </a:t>
            </a:r>
            <a:r>
              <a:rPr lang="en-US" b="1" i="1" err="1">
                <a:latin typeface="Arial"/>
                <a:ea typeface="Tahoma"/>
                <a:cs typeface="Arial"/>
              </a:rPr>
              <a:t>bliver</a:t>
            </a:r>
            <a:r>
              <a:rPr lang="en-US" b="1" i="1">
                <a:latin typeface="Arial"/>
                <a:ea typeface="Tahoma"/>
                <a:cs typeface="Arial"/>
              </a:rPr>
              <a:t> </a:t>
            </a:r>
            <a:r>
              <a:rPr lang="en-US" b="1" i="1" err="1">
                <a:latin typeface="Arial"/>
                <a:ea typeface="Tahoma"/>
                <a:cs typeface="Arial"/>
              </a:rPr>
              <a:t>forvekslet</a:t>
            </a:r>
            <a:r>
              <a:rPr lang="en-US" b="1" i="1">
                <a:latin typeface="Arial"/>
                <a:ea typeface="Tahoma"/>
                <a:cs typeface="Arial"/>
              </a:rPr>
              <a:t> med </a:t>
            </a:r>
            <a:r>
              <a:rPr lang="en-US" b="1" i="1" err="1">
                <a:latin typeface="Arial"/>
                <a:ea typeface="Tahoma"/>
                <a:cs typeface="Arial"/>
              </a:rPr>
              <a:t>kommandoer</a:t>
            </a:r>
            <a:endParaRPr lang="en-US" b="1" i="1">
              <a:latin typeface="Arial"/>
              <a:ea typeface="Tahoma"/>
              <a:cs typeface="Arial"/>
            </a:endParaRPr>
          </a:p>
          <a:p>
            <a:pPr marL="359410" indent="-359410">
              <a:lnSpc>
                <a:spcPct val="113999"/>
              </a:lnSpc>
            </a:pPr>
            <a:endParaRPr lang="en-US" b="1" i="1">
              <a:latin typeface="Arial"/>
              <a:ea typeface="Tahoma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err="1">
                <a:latin typeface="Arial"/>
                <a:ea typeface="Tahoma"/>
                <a:cs typeface="Arial"/>
              </a:rPr>
              <a:t>Meget</a:t>
            </a:r>
            <a:r>
              <a:rPr lang="en-US" sz="1800">
                <a:latin typeface="Arial"/>
                <a:ea typeface="Tahoma"/>
                <a:cs typeface="Arial"/>
              </a:rPr>
              <a:t> </a:t>
            </a:r>
            <a:r>
              <a:rPr lang="en-US" sz="1800" err="1">
                <a:latin typeface="Arial"/>
                <a:ea typeface="Tahoma"/>
                <a:cs typeface="Arial"/>
              </a:rPr>
              <a:t>gammel</a:t>
            </a:r>
            <a:r>
              <a:rPr lang="en-US" sz="1800">
                <a:latin typeface="Arial"/>
                <a:ea typeface="Tahoma"/>
                <a:cs typeface="Arial"/>
              </a:rPr>
              <a:t> </a:t>
            </a:r>
            <a:r>
              <a:rPr lang="en-US" sz="1800" err="1">
                <a:latin typeface="Arial"/>
                <a:ea typeface="Tahoma"/>
                <a:cs typeface="Arial"/>
              </a:rPr>
              <a:t>sårbarhed</a:t>
            </a:r>
            <a:r>
              <a:rPr lang="en-US" sz="1800">
                <a:latin typeface="Arial"/>
                <a:ea typeface="Tahoma"/>
                <a:cs typeface="Arial"/>
              </a:rPr>
              <a:t>. Moderne </a:t>
            </a:r>
            <a:r>
              <a:rPr lang="en-US" sz="1800" err="1">
                <a:latin typeface="Arial"/>
                <a:ea typeface="Tahoma"/>
                <a:cs typeface="Arial"/>
              </a:rPr>
              <a:t>værktøjer</a:t>
            </a:r>
            <a:r>
              <a:rPr lang="en-US" sz="1800">
                <a:latin typeface="Arial"/>
                <a:ea typeface="Tahoma"/>
                <a:cs typeface="Arial"/>
              </a:rPr>
              <a:t> </a:t>
            </a:r>
            <a:r>
              <a:rPr lang="en-US" sz="1800" err="1">
                <a:latin typeface="Arial"/>
                <a:ea typeface="Tahoma"/>
                <a:cs typeface="Arial"/>
              </a:rPr>
              <a:t>gør</a:t>
            </a:r>
            <a:r>
              <a:rPr lang="en-US" sz="1800">
                <a:latin typeface="Arial"/>
                <a:ea typeface="Tahoma"/>
                <a:cs typeface="Arial"/>
              </a:rPr>
              <a:t> det </a:t>
            </a:r>
            <a:r>
              <a:rPr lang="en-US" sz="1800" err="1">
                <a:latin typeface="Arial"/>
                <a:ea typeface="Tahoma"/>
                <a:cs typeface="Arial"/>
              </a:rPr>
              <a:t>mindre</a:t>
            </a:r>
            <a:r>
              <a:rPr lang="en-US" sz="1800">
                <a:latin typeface="Arial"/>
                <a:ea typeface="Tahoma"/>
                <a:cs typeface="Arial"/>
              </a:rPr>
              <a:t> </a:t>
            </a:r>
            <a:r>
              <a:rPr lang="en-US" sz="1800" err="1">
                <a:latin typeface="Arial"/>
                <a:ea typeface="Tahoma"/>
                <a:cs typeface="Arial"/>
              </a:rPr>
              <a:t>og</a:t>
            </a:r>
            <a:r>
              <a:rPr lang="en-US" sz="1800">
                <a:latin typeface="Arial"/>
                <a:ea typeface="Tahoma"/>
                <a:cs typeface="Arial"/>
              </a:rPr>
              <a:t> </a:t>
            </a:r>
            <a:r>
              <a:rPr lang="en-US" sz="1800" err="1">
                <a:latin typeface="Arial"/>
                <a:ea typeface="Tahoma"/>
                <a:cs typeface="Arial"/>
              </a:rPr>
              <a:t>mindre</a:t>
            </a:r>
            <a:r>
              <a:rPr lang="en-US" sz="1800">
                <a:latin typeface="Arial"/>
                <a:ea typeface="Tahoma"/>
                <a:cs typeface="Arial"/>
              </a:rPr>
              <a:t> relevant (vi </a:t>
            </a:r>
            <a:r>
              <a:rPr lang="en-US" sz="1800" err="1">
                <a:latin typeface="Arial"/>
                <a:ea typeface="Tahoma"/>
                <a:cs typeface="Arial"/>
              </a:rPr>
              <a:t>støder</a:t>
            </a:r>
            <a:r>
              <a:rPr lang="en-US" sz="1800">
                <a:latin typeface="Arial"/>
                <a:ea typeface="Tahoma"/>
                <a:cs typeface="Arial"/>
              </a:rPr>
              <a:t> dog </a:t>
            </a:r>
            <a:r>
              <a:rPr lang="en-US" sz="1800" err="1">
                <a:latin typeface="Arial"/>
                <a:ea typeface="Tahoma"/>
                <a:cs typeface="Arial"/>
              </a:rPr>
              <a:t>stadig</a:t>
            </a:r>
            <a:r>
              <a:rPr lang="en-US" sz="1800">
                <a:latin typeface="Arial"/>
                <a:ea typeface="Tahoma"/>
                <a:cs typeface="Arial"/>
              </a:rPr>
              <a:t> </a:t>
            </a:r>
            <a:r>
              <a:rPr lang="en-US" sz="1800" err="1">
                <a:latin typeface="Arial"/>
                <a:ea typeface="Tahoma"/>
                <a:cs typeface="Arial"/>
              </a:rPr>
              <a:t>ind</a:t>
            </a:r>
            <a:r>
              <a:rPr lang="en-US" sz="1800">
                <a:latin typeface="Arial"/>
                <a:ea typeface="Tahoma"/>
                <a:cs typeface="Arial"/>
              </a:rPr>
              <a:t> </a:t>
            </a:r>
            <a:r>
              <a:rPr lang="en-US" sz="1800" err="1">
                <a:latin typeface="Arial"/>
                <a:ea typeface="Tahoma"/>
                <a:cs typeface="Arial"/>
              </a:rPr>
              <a:t>i</a:t>
            </a:r>
            <a:r>
              <a:rPr lang="en-US" sz="1800">
                <a:latin typeface="Arial"/>
                <a:ea typeface="Tahoma"/>
                <a:cs typeface="Arial"/>
              </a:rPr>
              <a:t> det (2025)).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>
              <a:latin typeface="Arial"/>
              <a:ea typeface="Tahoma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latin typeface="Arial"/>
                <a:ea typeface="Tahoma"/>
                <a:cs typeface="Arial"/>
              </a:rPr>
              <a:t>OWASP TOP 10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latin typeface="Arial"/>
                <a:ea typeface="Tahoma"/>
                <a:cs typeface="Arial"/>
              </a:rPr>
              <a:t>-2018 Nummer 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latin typeface="Arial"/>
                <a:ea typeface="Tahoma"/>
                <a:cs typeface="Arial"/>
              </a:rPr>
              <a:t> 2021 Nummer 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latin typeface="Arial"/>
                <a:ea typeface="Tahoma"/>
                <a:cs typeface="Arial"/>
              </a:rPr>
              <a:t> 2025 Nummer 5 (RC1)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AABF7-3012-2CA2-434B-BEC1689B2A2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26-11-2025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BD32F-4DDF-FCCD-5E35-2D75DB78B6F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82F31-C96C-7506-FEB1-78C9762E79A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5</a:t>
            </a:fld>
            <a:endParaRPr lang="da-D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5C52AE-65A5-BE98-398F-93F429283717}"/>
              </a:ext>
            </a:extLst>
          </p:cNvPr>
          <p:cNvSpPr txBox="1"/>
          <p:nvPr/>
        </p:nvSpPr>
        <p:spPr>
          <a:xfrm>
            <a:off x="899513" y="249527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909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9BE1F-821F-CBF0-E524-93EB75401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F209D87-E3F5-B346-E4E2-8E455B6C5688}"/>
              </a:ext>
            </a:extLst>
          </p:cNvPr>
          <p:cNvSpPr/>
          <p:nvPr/>
        </p:nvSpPr>
        <p:spPr>
          <a:xfrm>
            <a:off x="1363322" y="1784925"/>
            <a:ext cx="3906252" cy="117508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CB9E75-4817-CED9-503C-B12B9C51B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SQL injection (</a:t>
            </a:r>
            <a:r>
              <a:rPr lang="en-US" err="1">
                <a:latin typeface="Arial"/>
                <a:ea typeface="Verdana"/>
                <a:cs typeface="Arial"/>
              </a:rPr>
              <a:t>eller</a:t>
            </a:r>
            <a:r>
              <a:rPr lang="en-US">
                <a:latin typeface="Arial"/>
                <a:ea typeface="Verdana"/>
                <a:cs typeface="Arial"/>
              </a:rPr>
              <a:t> SQLi)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7F5DA-F3CF-62D3-3263-AF5666FA2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26-11-2025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8E33B-48F4-6490-D196-A8E388825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A6E27-93E1-F476-0191-88B9AA3F3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6</a:t>
            </a:fld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AFA799-CF7E-B55A-096E-EF01FAB684C0}"/>
              </a:ext>
            </a:extLst>
          </p:cNvPr>
          <p:cNvSpPr txBox="1"/>
          <p:nvPr/>
        </p:nvSpPr>
        <p:spPr>
          <a:xfrm>
            <a:off x="1498283" y="1934773"/>
            <a:ext cx="3645568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cs typeface="Arial"/>
              </a:rPr>
              <a:t>Brugernavn</a:t>
            </a:r>
            <a:r>
              <a:rPr lang="en-US">
                <a:cs typeface="Arial"/>
              </a:rPr>
              <a:t>: </a:t>
            </a:r>
            <a:r>
              <a:rPr lang="en-US" err="1">
                <a:cs typeface="Arial"/>
              </a:rPr>
              <a:t>benjamin</a:t>
            </a:r>
            <a:r>
              <a:rPr lang="en-US">
                <a:cs typeface="Arial"/>
              </a:rPr>
              <a:t>  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7E4210-6DDC-ADEC-BB0D-CCB40D787DC9}"/>
              </a:ext>
            </a:extLst>
          </p:cNvPr>
          <p:cNvSpPr txBox="1"/>
          <p:nvPr/>
        </p:nvSpPr>
        <p:spPr>
          <a:xfrm>
            <a:off x="1498282" y="2424056"/>
            <a:ext cx="3645568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     </a:t>
            </a:r>
            <a:r>
              <a:rPr lang="en-US" err="1">
                <a:cs typeface="Arial"/>
              </a:rPr>
              <a:t>Kodeord</a:t>
            </a:r>
            <a:r>
              <a:rPr lang="en-US">
                <a:cs typeface="Arial"/>
              </a:rPr>
              <a:t>: hunter2</a:t>
            </a:r>
            <a:endParaRPr lang="en-US"/>
          </a:p>
        </p:txBody>
      </p:sp>
      <p:pic>
        <p:nvPicPr>
          <p:cNvPr id="12" name="Graphic 11" descr="Server with solid fill">
            <a:extLst>
              <a:ext uri="{FF2B5EF4-FFF2-40B4-BE49-F238E27FC236}">
                <a16:creationId xmlns:a16="http://schemas.microsoft.com/office/drawing/2014/main" id="{F5B424A3-0C0C-8AFD-2247-B4C3C373B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9002" y="4180715"/>
            <a:ext cx="1267416" cy="1267416"/>
          </a:xfrm>
          <a:prstGeom prst="rect">
            <a:avLst/>
          </a:prstGeom>
        </p:spPr>
      </p:pic>
      <p:pic>
        <p:nvPicPr>
          <p:cNvPr id="13" name="Graphic 12" descr="Database with solid fill">
            <a:extLst>
              <a:ext uri="{FF2B5EF4-FFF2-40B4-BE49-F238E27FC236}">
                <a16:creationId xmlns:a16="http://schemas.microsoft.com/office/drawing/2014/main" id="{6D3DB12F-8AA3-A500-BA58-7930278816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16457" y="4180186"/>
            <a:ext cx="1267416" cy="12674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FC62F10-73AF-06B4-7551-2562052FE989}"/>
              </a:ext>
            </a:extLst>
          </p:cNvPr>
          <p:cNvSpPr txBox="1"/>
          <p:nvPr/>
        </p:nvSpPr>
        <p:spPr>
          <a:xfrm>
            <a:off x="2767058" y="4486940"/>
            <a:ext cx="738174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nsolas"/>
                <a:ea typeface="+mn-lt"/>
                <a:cs typeface="+mn-lt"/>
              </a:rPr>
              <a:t>SELECT * FROM users </a:t>
            </a:r>
          </a:p>
          <a:p>
            <a:r>
              <a:rPr lang="en-US">
                <a:latin typeface="Consolas"/>
                <a:ea typeface="+mn-lt"/>
                <a:cs typeface="+mn-lt"/>
              </a:rPr>
              <a:t>WHERE username = '</a:t>
            </a:r>
            <a:r>
              <a:rPr lang="en-US" err="1">
                <a:latin typeface="Consolas"/>
                <a:ea typeface="+mn-lt"/>
                <a:cs typeface="+mn-lt"/>
              </a:rPr>
              <a:t>benjamin</a:t>
            </a:r>
            <a:r>
              <a:rPr lang="en-US">
                <a:latin typeface="Consolas"/>
                <a:ea typeface="+mn-lt"/>
                <a:cs typeface="+mn-lt"/>
              </a:rPr>
              <a:t>' AND password = 'hunter2'</a:t>
            </a:r>
            <a:endParaRPr lang="en-US">
              <a:latin typeface="Consolas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C6E9E0A-B123-0D62-00CF-AAEA5BD60F99}"/>
              </a:ext>
            </a:extLst>
          </p:cNvPr>
          <p:cNvSpPr/>
          <p:nvPr/>
        </p:nvSpPr>
        <p:spPr>
          <a:xfrm>
            <a:off x="2837530" y="5133793"/>
            <a:ext cx="6885911" cy="18785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79ABF890-D123-4C32-3332-AE45E153B2D5}"/>
              </a:ext>
            </a:extLst>
          </p:cNvPr>
          <p:cNvSpPr/>
          <p:nvPr/>
        </p:nvSpPr>
        <p:spPr>
          <a:xfrm>
            <a:off x="2076271" y="3148845"/>
            <a:ext cx="235980" cy="910228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43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1A07244-6C40-087C-595C-BFAB7F794A20}"/>
              </a:ext>
            </a:extLst>
          </p:cNvPr>
          <p:cNvSpPr/>
          <p:nvPr/>
        </p:nvSpPr>
        <p:spPr>
          <a:xfrm>
            <a:off x="1363322" y="1784925"/>
            <a:ext cx="3906252" cy="117508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F39451-08DA-056E-5153-2D9D67AC7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SQL injection (</a:t>
            </a:r>
            <a:r>
              <a:rPr lang="en-US" err="1">
                <a:latin typeface="Arial"/>
                <a:ea typeface="Verdana"/>
                <a:cs typeface="Arial"/>
              </a:rPr>
              <a:t>eller</a:t>
            </a:r>
            <a:r>
              <a:rPr lang="en-US">
                <a:latin typeface="Arial"/>
                <a:ea typeface="Verdana"/>
                <a:cs typeface="Arial"/>
              </a:rPr>
              <a:t> SQLi)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11401-E529-6E59-D5D1-9F0EACD60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26-11-2025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C892A-2FDA-5F26-10EA-8516B8DEB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8229B-201B-96F7-C713-AC671576B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7</a:t>
            </a:fld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0234E7-3C99-047C-2474-D89F85C370E2}"/>
              </a:ext>
            </a:extLst>
          </p:cNvPr>
          <p:cNvSpPr txBox="1"/>
          <p:nvPr/>
        </p:nvSpPr>
        <p:spPr>
          <a:xfrm>
            <a:off x="1498283" y="1934773"/>
            <a:ext cx="3645568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cs typeface="Arial"/>
              </a:rPr>
              <a:t>Brugernavn</a:t>
            </a:r>
            <a:r>
              <a:rPr lang="en-US">
                <a:cs typeface="Arial"/>
              </a:rPr>
              <a:t>: a</a:t>
            </a:r>
            <a:r>
              <a:rPr lang="en-US">
                <a:solidFill>
                  <a:srgbClr val="FF0000"/>
                </a:solidFill>
                <a:latin typeface="Consolas"/>
                <a:cs typeface="Arial"/>
              </a:rPr>
              <a:t>' OR 1 = 1 --</a:t>
            </a:r>
            <a:r>
              <a:rPr lang="en-US">
                <a:cs typeface="Arial"/>
              </a:rPr>
              <a:t>  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E817C-C63D-82B1-A31C-CD1C5ACE709A}"/>
              </a:ext>
            </a:extLst>
          </p:cNvPr>
          <p:cNvSpPr txBox="1"/>
          <p:nvPr/>
        </p:nvSpPr>
        <p:spPr>
          <a:xfrm>
            <a:off x="1494271" y="2432077"/>
            <a:ext cx="3645568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     </a:t>
            </a:r>
            <a:r>
              <a:rPr lang="en-US" err="1">
                <a:cs typeface="Arial"/>
              </a:rPr>
              <a:t>Kodeord</a:t>
            </a:r>
            <a:r>
              <a:rPr lang="en-US">
                <a:cs typeface="Arial"/>
              </a:rPr>
              <a:t>: </a:t>
            </a:r>
            <a:endParaRPr lang="en-US"/>
          </a:p>
        </p:txBody>
      </p:sp>
      <p:pic>
        <p:nvPicPr>
          <p:cNvPr id="12" name="Graphic 11" descr="Server with solid fill">
            <a:extLst>
              <a:ext uri="{FF2B5EF4-FFF2-40B4-BE49-F238E27FC236}">
                <a16:creationId xmlns:a16="http://schemas.microsoft.com/office/drawing/2014/main" id="{5D38E8B1-EF63-B175-5AD3-479214AB3E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9002" y="4180715"/>
            <a:ext cx="1267416" cy="1267416"/>
          </a:xfrm>
          <a:prstGeom prst="rect">
            <a:avLst/>
          </a:prstGeom>
        </p:spPr>
      </p:pic>
      <p:pic>
        <p:nvPicPr>
          <p:cNvPr id="13" name="Graphic 12" descr="Database with solid fill">
            <a:extLst>
              <a:ext uri="{FF2B5EF4-FFF2-40B4-BE49-F238E27FC236}">
                <a16:creationId xmlns:a16="http://schemas.microsoft.com/office/drawing/2014/main" id="{2A09053D-8542-5610-88A8-FCCB18D6F5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16457" y="4180186"/>
            <a:ext cx="1267416" cy="12674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97CB8B6-4D2A-6DE5-22B8-772293E348DB}"/>
              </a:ext>
            </a:extLst>
          </p:cNvPr>
          <p:cNvSpPr txBox="1"/>
          <p:nvPr/>
        </p:nvSpPr>
        <p:spPr>
          <a:xfrm>
            <a:off x="2767058" y="4486940"/>
            <a:ext cx="738174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nsolas"/>
                <a:ea typeface="+mn-lt"/>
                <a:cs typeface="+mn-lt"/>
              </a:rPr>
              <a:t>SELECT * FROM users </a:t>
            </a:r>
          </a:p>
          <a:p>
            <a:r>
              <a:rPr lang="en-US">
                <a:latin typeface="Consolas"/>
                <a:ea typeface="+mn-lt"/>
                <a:cs typeface="+mn-lt"/>
              </a:rPr>
              <a:t>WHERE username = 'a</a:t>
            </a:r>
            <a:r>
              <a:rPr lang="en-US">
                <a:solidFill>
                  <a:srgbClr val="FF0000"/>
                </a:solidFill>
                <a:latin typeface="Consolas"/>
                <a:ea typeface="+mn-lt"/>
                <a:cs typeface="+mn-lt"/>
              </a:rPr>
              <a:t>' OR 1 = 1</a:t>
            </a:r>
            <a:r>
              <a:rPr lang="en-US">
                <a:latin typeface="Consolas"/>
                <a:ea typeface="+mn-lt"/>
                <a:cs typeface="+mn-lt"/>
              </a:rPr>
              <a:t> </a:t>
            </a:r>
            <a:r>
              <a:rPr lang="en-US">
                <a:solidFill>
                  <a:schemeClr val="bg1">
                    <a:lumMod val="65000"/>
                  </a:schemeClr>
                </a:solidFill>
                <a:latin typeface="Consolas"/>
                <a:ea typeface="+mn-lt"/>
                <a:cs typeface="+mn-lt"/>
              </a:rPr>
              <a:t>--' AND password = ''</a:t>
            </a:r>
            <a:endParaRPr lang="en-US">
              <a:solidFill>
                <a:schemeClr val="bg1">
                  <a:lumMod val="65000"/>
                </a:schemeClr>
              </a:solidFill>
              <a:latin typeface="Consolas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D46A57E-7509-3946-B632-9590D4E0255C}"/>
              </a:ext>
            </a:extLst>
          </p:cNvPr>
          <p:cNvSpPr/>
          <p:nvPr/>
        </p:nvSpPr>
        <p:spPr>
          <a:xfrm>
            <a:off x="2837530" y="5133793"/>
            <a:ext cx="6885911" cy="18785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62FD76C1-3C00-E554-C710-F37B84D7E8BD}"/>
              </a:ext>
            </a:extLst>
          </p:cNvPr>
          <p:cNvSpPr/>
          <p:nvPr/>
        </p:nvSpPr>
        <p:spPr>
          <a:xfrm>
            <a:off x="2076271" y="3148845"/>
            <a:ext cx="235980" cy="910228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246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0A48F-E356-A47F-E659-29FA04BF8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Konsekvenser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1520A-6BC2-9203-D1DE-74342C95A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42900" indent="-342900"/>
            <a:r>
              <a:rPr lang="en-US" err="1">
                <a:latin typeface="Arial"/>
                <a:ea typeface="Tahoma"/>
                <a:cs typeface="Arial"/>
              </a:rPr>
              <a:t>Forbigå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adgangskontrol</a:t>
            </a:r>
          </a:p>
          <a:p>
            <a:pPr marL="702945" lvl="2" indent="-34290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>
                <a:latin typeface="Consolas"/>
                <a:ea typeface="Tahoma"/>
                <a:cs typeface="Arial"/>
              </a:rPr>
              <a:t>' OR 1 = 1 --</a:t>
            </a:r>
            <a:endParaRPr lang="en-US">
              <a:latin typeface="Consolas"/>
              <a:ea typeface="Tahoma"/>
            </a:endParaRPr>
          </a:p>
          <a:p>
            <a:pPr marL="342900" indent="-342900">
              <a:lnSpc>
                <a:spcPct val="113999"/>
              </a:lnSpc>
            </a:pPr>
            <a:r>
              <a:rPr lang="en-US">
                <a:latin typeface="Arial"/>
                <a:ea typeface="Tahoma"/>
                <a:cs typeface="Arial"/>
              </a:rPr>
              <a:t>Læk data</a:t>
            </a:r>
            <a:endParaRPr lang="en-US"/>
          </a:p>
          <a:p>
            <a:pPr marL="702945" lvl="2" indent="-34290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>
                <a:latin typeface="Consolas"/>
                <a:ea typeface="Tahoma"/>
                <a:cs typeface="Arial"/>
              </a:rPr>
              <a:t>' UNION SELECT …</a:t>
            </a:r>
            <a:endParaRPr lang="en-US">
              <a:latin typeface="Consolas"/>
              <a:ea typeface="Tahoma"/>
            </a:endParaRPr>
          </a:p>
          <a:p>
            <a:pPr marL="342900" indent="-342900">
              <a:lnSpc>
                <a:spcPct val="113999"/>
              </a:lnSpc>
              <a:buClr>
                <a:srgbClr val="343434"/>
              </a:buClr>
            </a:pPr>
            <a:r>
              <a:rPr lang="en-US" err="1">
                <a:latin typeface="Arial"/>
                <a:ea typeface="Tahoma"/>
                <a:cs typeface="Arial"/>
              </a:rPr>
              <a:t>Mistet</a:t>
            </a:r>
            <a:r>
              <a:rPr lang="en-US">
                <a:latin typeface="Arial"/>
                <a:ea typeface="Tahoma"/>
                <a:cs typeface="Arial"/>
              </a:rPr>
              <a:t> data (</a:t>
            </a:r>
            <a:r>
              <a:rPr lang="en-US" err="1">
                <a:latin typeface="Arial"/>
                <a:ea typeface="Tahoma"/>
                <a:cs typeface="Arial"/>
              </a:rPr>
              <a:t>kilde</a:t>
            </a:r>
            <a:r>
              <a:rPr lang="en-US">
                <a:latin typeface="Arial"/>
                <a:ea typeface="Tahoma"/>
                <a:cs typeface="Arial"/>
              </a:rPr>
              <a:t>: XKCD, 2007)</a:t>
            </a:r>
            <a:endParaRPr lang="en-US">
              <a:latin typeface="Arial"/>
              <a:ea typeface="Tahoma"/>
              <a:cs typeface="Arial" panose="020B0604020202020204" pitchFamily="34" charset="0"/>
            </a:endParaRPr>
          </a:p>
          <a:p>
            <a:pPr marL="342900" indent="-342900">
              <a:lnSpc>
                <a:spcPct val="113999"/>
              </a:lnSpc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3E665-1DC1-74D9-A354-76F2D5A8A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26-11-2025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F43CC-D8C2-20EF-926B-D75D3AC35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C6825-0814-AE1D-865C-39465D902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8</a:t>
            </a:fld>
            <a:endParaRPr lang="da-DK"/>
          </a:p>
        </p:txBody>
      </p:sp>
      <p:pic>
        <p:nvPicPr>
          <p:cNvPr id="7" name="Picture 6" descr="A cartoon of two people&#10;&#10;AI-generated content may be incorrect.">
            <a:extLst>
              <a:ext uri="{FF2B5EF4-FFF2-40B4-BE49-F238E27FC236}">
                <a16:creationId xmlns:a16="http://schemas.microsoft.com/office/drawing/2014/main" id="{3E554926-44B2-BBE6-A537-E65F4DE27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240" y="3949068"/>
            <a:ext cx="7487654" cy="230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951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D5CEF-7744-0793-57AD-EEFBBEA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Mitigering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764C1-A2E2-737C-3825-A8DCE90D9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en-US">
                <a:latin typeface="Arial"/>
                <a:ea typeface="Tahoma"/>
                <a:cs typeface="Arial"/>
              </a:rPr>
              <a:t>'</a:t>
            </a:r>
            <a:r>
              <a:rPr lang="en-US" err="1">
                <a:latin typeface="Arial"/>
                <a:ea typeface="Tahoma"/>
                <a:cs typeface="Arial"/>
              </a:rPr>
              <a:t>Paremetrized</a:t>
            </a:r>
            <a:r>
              <a:rPr lang="en-US">
                <a:latin typeface="Arial"/>
                <a:ea typeface="Tahoma"/>
                <a:cs typeface="Arial"/>
              </a:rPr>
              <a:t> queries' (</a:t>
            </a:r>
            <a:r>
              <a:rPr lang="en-US" err="1">
                <a:latin typeface="Arial"/>
                <a:ea typeface="Tahoma"/>
                <a:cs typeface="Arial"/>
              </a:rPr>
              <a:t>adskiller</a:t>
            </a:r>
            <a:r>
              <a:rPr lang="en-US">
                <a:latin typeface="Arial"/>
                <a:ea typeface="Tahoma"/>
                <a:cs typeface="Arial"/>
              </a:rPr>
              <a:t> input-data </a:t>
            </a:r>
            <a:r>
              <a:rPr lang="en-US" err="1">
                <a:latin typeface="Arial"/>
                <a:ea typeface="Tahoma"/>
                <a:cs typeface="Arial"/>
              </a:rPr>
              <a:t>fra</a:t>
            </a:r>
            <a:r>
              <a:rPr lang="en-US">
                <a:latin typeface="Arial"/>
                <a:ea typeface="Tahoma"/>
                <a:cs typeface="Arial"/>
              </a:rPr>
              <a:t> query)</a:t>
            </a:r>
          </a:p>
          <a:p>
            <a:pPr marL="359410" indent="-359410">
              <a:lnSpc>
                <a:spcPct val="113999"/>
              </a:lnSpc>
            </a:pPr>
            <a:r>
              <a:rPr lang="en-US" i="1" err="1">
                <a:latin typeface="Arial"/>
                <a:ea typeface="Tahoma"/>
                <a:cs typeface="Arial"/>
              </a:rPr>
              <a:t>Evt</a:t>
            </a:r>
            <a:r>
              <a:rPr lang="en-US" i="1">
                <a:latin typeface="Arial"/>
                <a:ea typeface="Tahoma"/>
                <a:cs typeface="Arial"/>
              </a:rPr>
              <a:t>. </a:t>
            </a:r>
            <a:r>
              <a:rPr lang="en-US" err="1">
                <a:latin typeface="Arial"/>
                <a:ea typeface="Tahoma"/>
                <a:cs typeface="Arial"/>
              </a:rPr>
              <a:t>inputvalidering</a:t>
            </a:r>
            <a:r>
              <a:rPr lang="en-US">
                <a:latin typeface="Arial"/>
                <a:ea typeface="Tahoma"/>
                <a:cs typeface="Arial"/>
              </a:rPr>
              <a:t>, </a:t>
            </a:r>
            <a:r>
              <a:rPr lang="en-US" err="1">
                <a:latin typeface="Arial"/>
                <a:ea typeface="Tahoma"/>
                <a:cs typeface="Arial"/>
              </a:rPr>
              <a:t>inputsanitering</a:t>
            </a:r>
            <a:r>
              <a:rPr lang="en-US">
                <a:latin typeface="Arial"/>
                <a:ea typeface="Tahoma"/>
                <a:cs typeface="Arial"/>
              </a:rPr>
              <a:t>, whitelisting</a:t>
            </a:r>
          </a:p>
          <a:p>
            <a:pPr marL="359410" indent="-359410">
              <a:lnSpc>
                <a:spcPct val="113999"/>
              </a:lnSpc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27890-C837-B9D6-733C-D2666B96A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26-11-2025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D9ADF-885A-4F04-D059-3EB831F5D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481F0-B7B0-E78A-4284-843128ED8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46560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1A1AF-5977-8C23-1FE9-60191E13C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Varianter/special cases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6B921-1DC8-B912-59DE-8FC2C24DC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en-US">
                <a:latin typeface="Arial"/>
                <a:ea typeface="Tahoma"/>
                <a:cs typeface="Arial"/>
              </a:rPr>
              <a:t>In-band SQLi</a:t>
            </a:r>
            <a:endParaRPr lang="en-US"/>
          </a:p>
          <a:p>
            <a:pPr marL="359410" indent="-359410">
              <a:lnSpc>
                <a:spcPct val="113999"/>
              </a:lnSpc>
            </a:pPr>
            <a:r>
              <a:rPr lang="en-US">
                <a:latin typeface="Arial"/>
                <a:ea typeface="Tahoma"/>
                <a:cs typeface="Arial"/>
              </a:rPr>
              <a:t>Out-of-band SQLi</a:t>
            </a:r>
            <a:endParaRPr lang="en-US"/>
          </a:p>
          <a:p>
            <a:pPr marL="359410" indent="-359410">
              <a:lnSpc>
                <a:spcPct val="113999"/>
              </a:lnSpc>
            </a:pPr>
            <a:r>
              <a:rPr lang="en-US">
                <a:latin typeface="Arial"/>
                <a:ea typeface="Tahoma"/>
                <a:cs typeface="Arial"/>
              </a:rPr>
              <a:t>Blind SQLi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Time-based</a:t>
            </a:r>
            <a:endParaRPr lang="en-US">
              <a:ea typeface="Tahoma"/>
            </a:endParaRP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Boolean-based</a:t>
            </a:r>
            <a:endParaRPr lang="en-US">
              <a:ea typeface="Tahoma"/>
            </a:endParaRPr>
          </a:p>
          <a:p>
            <a:pPr marL="359410" indent="-359410">
              <a:lnSpc>
                <a:spcPct val="113999"/>
              </a:lnSpc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B2EC6-6683-33E7-E64F-30E63EBB5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26-11-2025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89F9B-0C70-80FA-0464-81938400E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0806E-8474-043E-7D61-25F6AF63A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94486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7A633-0A30-26DB-AD78-D2C878933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B00FC-3364-6A28-633A-115A62251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Cross-site scripting (</a:t>
            </a:r>
            <a:r>
              <a:rPr lang="en-US" err="1">
                <a:latin typeface="Arial"/>
                <a:ea typeface="Verdana"/>
                <a:cs typeface="Arial"/>
              </a:rPr>
              <a:t>eller</a:t>
            </a:r>
            <a:r>
              <a:rPr lang="en-US">
                <a:latin typeface="Arial"/>
                <a:ea typeface="Verdana"/>
                <a:cs typeface="Arial"/>
              </a:rPr>
              <a:t> XSS)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E27C7-FB2E-857F-CA3E-0821252C4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26-11-2025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C42D5-2475-25E9-AF89-08818C6C7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C2C98-10B8-D72E-4360-67E1A13A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11</a:t>
            </a:fld>
            <a:endParaRPr lang="da-DK"/>
          </a:p>
        </p:txBody>
      </p:sp>
      <p:pic>
        <p:nvPicPr>
          <p:cNvPr id="7" name="Graphic 6" descr="Browser window with solid fill">
            <a:extLst>
              <a:ext uri="{FF2B5EF4-FFF2-40B4-BE49-F238E27FC236}">
                <a16:creationId xmlns:a16="http://schemas.microsoft.com/office/drawing/2014/main" id="{2E2809B0-341C-77B1-A30D-EE3BDFCB6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2422" y="3781925"/>
            <a:ext cx="1351547" cy="1351547"/>
          </a:xfrm>
          <a:prstGeom prst="rect">
            <a:avLst/>
          </a:prstGeom>
        </p:spPr>
      </p:pic>
      <p:pic>
        <p:nvPicPr>
          <p:cNvPr id="9" name="Graphic 8" descr="Server with solid fill">
            <a:extLst>
              <a:ext uri="{FF2B5EF4-FFF2-40B4-BE49-F238E27FC236}">
                <a16:creationId xmlns:a16="http://schemas.microsoft.com/office/drawing/2014/main" id="{D1D5B451-C43C-B417-9FBF-94863DD0C6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58063" y="2117557"/>
            <a:ext cx="1371600" cy="1371600"/>
          </a:xfrm>
          <a:prstGeom prst="rect">
            <a:avLst/>
          </a:prstGeom>
        </p:spPr>
      </p:pic>
      <p:pic>
        <p:nvPicPr>
          <p:cNvPr id="11" name="Graphic 10" descr="Browser window with solid fill">
            <a:extLst>
              <a:ext uri="{FF2B5EF4-FFF2-40B4-BE49-F238E27FC236}">
                <a16:creationId xmlns:a16="http://schemas.microsoft.com/office/drawing/2014/main" id="{AD775EEF-43AC-432E-048D-0EC20E7F00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4284" y="3781923"/>
            <a:ext cx="1351547" cy="13515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6FFF02-D9A7-FE80-1B8B-C3C632728261}"/>
              </a:ext>
            </a:extLst>
          </p:cNvPr>
          <p:cNvSpPr txBox="1"/>
          <p:nvPr/>
        </p:nvSpPr>
        <p:spPr>
          <a:xfrm>
            <a:off x="1490511" y="261975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Consolas"/>
                <a:ea typeface="Calibri"/>
                <a:cs typeface="Calibri"/>
              </a:rPr>
              <a:t>foo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85BC0B-86DA-8984-D612-E6844E5B8E37}"/>
              </a:ext>
            </a:extLst>
          </p:cNvPr>
          <p:cNvSpPr txBox="1"/>
          <p:nvPr/>
        </p:nvSpPr>
        <p:spPr>
          <a:xfrm>
            <a:off x="6728257" y="2619756"/>
            <a:ext cx="45639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nsolas"/>
                <a:ea typeface="Calibri"/>
                <a:cs typeface="Calibri"/>
              </a:rPr>
              <a:t>&lt;html&gt;…foo…&lt;/html&gt;</a:t>
            </a:r>
            <a:endParaRPr lang="en-US">
              <a:cs typeface="Arial" panose="020B0604020202020204"/>
            </a:endParaRPr>
          </a:p>
        </p:txBody>
      </p:sp>
      <p:sp>
        <p:nvSpPr>
          <p:cNvPr id="3" name="Arrow: Bent 2">
            <a:extLst>
              <a:ext uri="{FF2B5EF4-FFF2-40B4-BE49-F238E27FC236}">
                <a16:creationId xmlns:a16="http://schemas.microsoft.com/office/drawing/2014/main" id="{826817E4-2FA5-9D30-5AC4-74875CB92454}"/>
              </a:ext>
            </a:extLst>
          </p:cNvPr>
          <p:cNvSpPr/>
          <p:nvPr/>
        </p:nvSpPr>
        <p:spPr>
          <a:xfrm>
            <a:off x="1490071" y="2990649"/>
            <a:ext cx="3869837" cy="868680"/>
          </a:xfrm>
          <a:prstGeom prst="ben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Arrow: Bent 12">
            <a:extLst>
              <a:ext uri="{FF2B5EF4-FFF2-40B4-BE49-F238E27FC236}">
                <a16:creationId xmlns:a16="http://schemas.microsoft.com/office/drawing/2014/main" id="{23A50ACB-877F-46AA-E3EC-CB6994262F55}"/>
              </a:ext>
            </a:extLst>
          </p:cNvPr>
          <p:cNvSpPr/>
          <p:nvPr/>
        </p:nvSpPr>
        <p:spPr>
          <a:xfrm rot="5400000">
            <a:off x="8376646" y="1435067"/>
            <a:ext cx="877984" cy="4169343"/>
          </a:xfrm>
          <a:prstGeom prst="ben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062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D4B2A-CC8D-9AA5-8223-2B7AD68E0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465D1-AE1A-75C1-B877-34B57DE54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Cross-site scripting (</a:t>
            </a:r>
            <a:r>
              <a:rPr lang="en-US" err="1">
                <a:latin typeface="Arial"/>
                <a:ea typeface="Verdana"/>
                <a:cs typeface="Arial"/>
              </a:rPr>
              <a:t>eller</a:t>
            </a:r>
            <a:r>
              <a:rPr lang="en-US">
                <a:latin typeface="Arial"/>
                <a:ea typeface="Verdana"/>
                <a:cs typeface="Arial"/>
              </a:rPr>
              <a:t> XSS)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5951C-5918-32ED-C91F-070C2D622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26-11-2025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DE2AD-81ED-F176-909B-A2A177A88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429AD-737C-FFC3-0E11-7BCFE42D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12</a:t>
            </a:fld>
            <a:endParaRPr lang="da-DK"/>
          </a:p>
        </p:txBody>
      </p:sp>
      <p:pic>
        <p:nvPicPr>
          <p:cNvPr id="7" name="Graphic 6" descr="Browser window with solid fill">
            <a:extLst>
              <a:ext uri="{FF2B5EF4-FFF2-40B4-BE49-F238E27FC236}">
                <a16:creationId xmlns:a16="http://schemas.microsoft.com/office/drawing/2014/main" id="{2EE1FBA1-C4A7-5DC2-6F78-05D9D051C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2422" y="3781925"/>
            <a:ext cx="1351547" cy="1351547"/>
          </a:xfrm>
          <a:prstGeom prst="rect">
            <a:avLst/>
          </a:prstGeom>
        </p:spPr>
      </p:pic>
      <p:pic>
        <p:nvPicPr>
          <p:cNvPr id="9" name="Graphic 8" descr="Server with solid fill">
            <a:extLst>
              <a:ext uri="{FF2B5EF4-FFF2-40B4-BE49-F238E27FC236}">
                <a16:creationId xmlns:a16="http://schemas.microsoft.com/office/drawing/2014/main" id="{42FEFE55-C14F-DE2A-FDF5-30BE62954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58063" y="2117557"/>
            <a:ext cx="1371600" cy="1371600"/>
          </a:xfrm>
          <a:prstGeom prst="rect">
            <a:avLst/>
          </a:prstGeom>
        </p:spPr>
      </p:pic>
      <p:pic>
        <p:nvPicPr>
          <p:cNvPr id="11" name="Graphic 10" descr="Browser window with solid fill">
            <a:extLst>
              <a:ext uri="{FF2B5EF4-FFF2-40B4-BE49-F238E27FC236}">
                <a16:creationId xmlns:a16="http://schemas.microsoft.com/office/drawing/2014/main" id="{383E5255-CF00-9BED-DCA9-4ED01DCA1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4284" y="3781923"/>
            <a:ext cx="1351547" cy="13515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F4923F-EE51-49E7-9053-8EB33C0EA0B7}"/>
              </a:ext>
            </a:extLst>
          </p:cNvPr>
          <p:cNvSpPr txBox="1"/>
          <p:nvPr/>
        </p:nvSpPr>
        <p:spPr>
          <a:xfrm>
            <a:off x="1490511" y="261975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rgbClr val="FF0000"/>
                </a:solidFill>
                <a:latin typeface="Consolas"/>
                <a:ea typeface="Calibri"/>
                <a:cs typeface="Calibri"/>
              </a:rPr>
              <a:t>&lt;script&gt;…&lt;/script&gt;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3716AD-147E-0677-7453-1EEF6E80952F}"/>
              </a:ext>
            </a:extLst>
          </p:cNvPr>
          <p:cNvSpPr txBox="1"/>
          <p:nvPr/>
        </p:nvSpPr>
        <p:spPr>
          <a:xfrm>
            <a:off x="6728257" y="2619756"/>
            <a:ext cx="45639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nsolas"/>
                <a:ea typeface="Calibri"/>
                <a:cs typeface="Calibri"/>
              </a:rPr>
              <a:t>&lt;html&gt;…</a:t>
            </a:r>
            <a:r>
              <a:rPr lang="en-US">
                <a:solidFill>
                  <a:srgbClr val="FF0000"/>
                </a:solidFill>
                <a:latin typeface="Consolas"/>
                <a:ea typeface="Calibri"/>
                <a:cs typeface="Calibri"/>
              </a:rPr>
              <a:t>&lt;script&gt;…&lt;/script&gt;</a:t>
            </a:r>
            <a:r>
              <a:rPr lang="en-US">
                <a:latin typeface="Consolas"/>
                <a:ea typeface="Calibri"/>
                <a:cs typeface="Calibri"/>
              </a:rPr>
              <a:t>…&lt;/html&gt;</a:t>
            </a:r>
            <a:endParaRPr lang="en-US">
              <a:cs typeface="Arial" panose="020B0604020202020204"/>
            </a:endParaRPr>
          </a:p>
        </p:txBody>
      </p:sp>
      <p:sp>
        <p:nvSpPr>
          <p:cNvPr id="3" name="Arrow: Bent 2">
            <a:extLst>
              <a:ext uri="{FF2B5EF4-FFF2-40B4-BE49-F238E27FC236}">
                <a16:creationId xmlns:a16="http://schemas.microsoft.com/office/drawing/2014/main" id="{C693F891-08C0-82DA-E844-705BEB32D76F}"/>
              </a:ext>
            </a:extLst>
          </p:cNvPr>
          <p:cNvSpPr/>
          <p:nvPr/>
        </p:nvSpPr>
        <p:spPr>
          <a:xfrm>
            <a:off x="1490071" y="2990649"/>
            <a:ext cx="3869837" cy="868680"/>
          </a:xfrm>
          <a:prstGeom prst="ben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Arrow: Bent 12">
            <a:extLst>
              <a:ext uri="{FF2B5EF4-FFF2-40B4-BE49-F238E27FC236}">
                <a16:creationId xmlns:a16="http://schemas.microsoft.com/office/drawing/2014/main" id="{C50EE6DD-94A0-1589-6B84-156E42FB268C}"/>
              </a:ext>
            </a:extLst>
          </p:cNvPr>
          <p:cNvSpPr/>
          <p:nvPr/>
        </p:nvSpPr>
        <p:spPr>
          <a:xfrm rot="5400000">
            <a:off x="8376646" y="1435067"/>
            <a:ext cx="877984" cy="4169343"/>
          </a:xfrm>
          <a:prstGeom prst="ben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521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5BA85-F8D8-01D3-0C13-CCCE0F44E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Konsekvenser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90159-A0B2-F27D-A515-241DC2171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42900" indent="-342900"/>
            <a:r>
              <a:rPr lang="en-US" err="1">
                <a:latin typeface="Arial"/>
                <a:ea typeface="Tahoma"/>
                <a:cs typeface="Arial"/>
              </a:rPr>
              <a:t>Stjålne</a:t>
            </a:r>
            <a:r>
              <a:rPr lang="en-US">
                <a:latin typeface="Arial"/>
                <a:ea typeface="Tahoma"/>
                <a:cs typeface="Arial"/>
              </a:rPr>
              <a:t> credentials</a:t>
            </a:r>
            <a:endParaRPr lang="en-US"/>
          </a:p>
          <a:p>
            <a:pPr marL="702945" lvl="2" indent="-34290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Session </a:t>
            </a:r>
            <a:r>
              <a:rPr lang="en-US" err="1">
                <a:latin typeface="Arial"/>
                <a:ea typeface="Tahoma"/>
                <a:cs typeface="Arial"/>
              </a:rPr>
              <a:t>highjacking</a:t>
            </a:r>
          </a:p>
          <a:p>
            <a:pPr marL="702945" lvl="2" indent="-34290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Keylogging</a:t>
            </a:r>
          </a:p>
          <a:p>
            <a:pPr marL="342900" indent="-342900">
              <a:lnSpc>
                <a:spcPct val="113999"/>
              </a:lnSpc>
              <a:buClr>
                <a:srgbClr val="343434"/>
              </a:buClr>
            </a:pPr>
            <a:r>
              <a:rPr lang="en-US" err="1">
                <a:latin typeface="Arial"/>
                <a:ea typeface="Tahoma"/>
                <a:cs typeface="Arial"/>
              </a:rPr>
              <a:t>Lækket</a:t>
            </a:r>
            <a:r>
              <a:rPr lang="en-US">
                <a:latin typeface="Arial"/>
                <a:ea typeface="Tahoma"/>
                <a:cs typeface="Arial"/>
              </a:rPr>
              <a:t> data</a:t>
            </a:r>
          </a:p>
          <a:p>
            <a:pPr marL="702945" lvl="2" indent="-34290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Scripts der </a:t>
            </a:r>
            <a:r>
              <a:rPr lang="en-US" err="1">
                <a:latin typeface="Arial"/>
                <a:ea typeface="Tahoma"/>
                <a:cs typeface="Arial"/>
              </a:rPr>
              <a:t>eksfiltrerer</a:t>
            </a:r>
            <a:r>
              <a:rPr lang="en-US">
                <a:latin typeface="Arial"/>
                <a:ea typeface="Tahoma"/>
                <a:cs typeface="Arial"/>
              </a:rPr>
              <a:t> data</a:t>
            </a:r>
          </a:p>
          <a:p>
            <a:pPr marL="342900" indent="-342900">
              <a:lnSpc>
                <a:spcPct val="113999"/>
              </a:lnSpc>
              <a:buClr>
                <a:srgbClr val="343434"/>
              </a:buClr>
            </a:pPr>
            <a:r>
              <a:rPr lang="en-US" err="1">
                <a:latin typeface="Arial"/>
                <a:ea typeface="Tahoma"/>
                <a:cs typeface="Arial"/>
              </a:rPr>
              <a:t>Hjemmeside</a:t>
            </a:r>
            <a:r>
              <a:rPr lang="en-US">
                <a:latin typeface="Arial"/>
                <a:ea typeface="Tahoma"/>
                <a:cs typeface="Arial"/>
              </a:rPr>
              <a:t> 'defacing'</a:t>
            </a:r>
            <a:endParaRPr lang="en-US">
              <a:latin typeface="Arial" panose="020B0604020202020204" pitchFamily="34" charset="0"/>
              <a:ea typeface="Tahoma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09D35-3CE2-D8B5-A701-4D67DA960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26-11-2025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6FA12-6147-8848-FCB7-8E51DC3F4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CA2D-3DDF-CF08-F6A8-FFAEE1C52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97162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7CA02-164F-DD10-73CC-E617D238A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9B574-FA1D-4A66-6349-A522041A5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Mitigering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4663-43F0-BC5F-760B-37B19D7DD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42900" indent="-342900"/>
            <a:r>
              <a:rPr lang="en-US" err="1">
                <a:latin typeface="Arial"/>
                <a:ea typeface="Tahoma"/>
                <a:cs typeface="Arial"/>
              </a:rPr>
              <a:t>Inputsanitering</a:t>
            </a:r>
          </a:p>
          <a:p>
            <a:pPr marL="70294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Bemærk</a:t>
            </a:r>
            <a:r>
              <a:rPr lang="en-US">
                <a:latin typeface="Arial"/>
                <a:ea typeface="Tahoma"/>
                <a:cs typeface="Arial"/>
              </a:rPr>
              <a:t>, at </a:t>
            </a:r>
            <a:r>
              <a:rPr lang="en-US" err="1">
                <a:latin typeface="Arial"/>
                <a:ea typeface="Tahoma"/>
                <a:cs typeface="Arial"/>
              </a:rPr>
              <a:t>hvis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nogle</a:t>
            </a:r>
            <a:r>
              <a:rPr lang="en-US">
                <a:latin typeface="Arial"/>
                <a:ea typeface="Tahoma"/>
                <a:cs typeface="Arial"/>
              </a:rPr>
              <a:t> html-tags </a:t>
            </a:r>
            <a:r>
              <a:rPr lang="en-US" err="1">
                <a:latin typeface="Arial"/>
                <a:ea typeface="Tahoma"/>
                <a:cs typeface="Arial"/>
              </a:rPr>
              <a:t>skal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accepteres</a:t>
            </a:r>
            <a:r>
              <a:rPr lang="en-US">
                <a:latin typeface="Arial"/>
                <a:ea typeface="Tahoma"/>
                <a:cs typeface="Arial"/>
              </a:rPr>
              <a:t>, er </a:t>
            </a:r>
            <a:r>
              <a:rPr lang="en-US" err="1">
                <a:latin typeface="Arial"/>
                <a:ea typeface="Tahoma"/>
                <a:cs typeface="Arial"/>
              </a:rPr>
              <a:t>dette</a:t>
            </a:r>
            <a:r>
              <a:rPr lang="en-US">
                <a:latin typeface="Arial"/>
                <a:ea typeface="Tahoma"/>
                <a:cs typeface="Arial"/>
              </a:rPr>
              <a:t> et </a:t>
            </a:r>
            <a:r>
              <a:rPr lang="en-US" err="1">
                <a:latin typeface="Arial"/>
                <a:ea typeface="Tahoma"/>
                <a:cs typeface="Arial"/>
              </a:rPr>
              <a:t>svært</a:t>
            </a:r>
            <a:r>
              <a:rPr lang="en-US">
                <a:latin typeface="Arial"/>
                <a:ea typeface="Tahoma"/>
                <a:cs typeface="Arial"/>
              </a:rPr>
              <a:t> problem (</a:t>
            </a:r>
            <a:r>
              <a:rPr lang="en-US" err="1">
                <a:latin typeface="Arial"/>
                <a:ea typeface="Tahoma"/>
                <a:cs typeface="Arial"/>
              </a:rPr>
              <a:t>eg.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>
                <a:latin typeface="Consolas"/>
                <a:ea typeface="Tahoma"/>
                <a:cs typeface="Arial"/>
              </a:rPr>
              <a:t>&lt;b&gt;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skal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accepteres</a:t>
            </a:r>
            <a:r>
              <a:rPr lang="en-US">
                <a:latin typeface="Arial"/>
                <a:ea typeface="Tahoma"/>
                <a:cs typeface="Arial"/>
              </a:rPr>
              <a:t>, men </a:t>
            </a:r>
            <a:r>
              <a:rPr lang="en-US" err="1">
                <a:latin typeface="Arial"/>
                <a:ea typeface="Tahoma"/>
                <a:cs typeface="Arial"/>
              </a:rPr>
              <a:t>ikke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>
                <a:latin typeface="Consolas"/>
                <a:ea typeface="Tahoma"/>
                <a:cs typeface="Arial"/>
              </a:rPr>
              <a:t>&lt;script&gt;)</a:t>
            </a:r>
            <a:endParaRPr lang="en-US">
              <a:latin typeface="Arial"/>
              <a:ea typeface="Tahoma"/>
              <a:cs typeface="Arial"/>
            </a:endParaRPr>
          </a:p>
          <a:p>
            <a:pPr marL="342900" indent="-342900">
              <a:lnSpc>
                <a:spcPct val="113999"/>
              </a:lnSpc>
            </a:pPr>
            <a:r>
              <a:rPr lang="en-US" err="1">
                <a:latin typeface="Consolas"/>
                <a:ea typeface="Tahoma"/>
                <a:cs typeface="Arial"/>
              </a:rPr>
              <a:t>HttpOnly</a:t>
            </a:r>
            <a:r>
              <a:rPr lang="en-US">
                <a:latin typeface="Arial"/>
                <a:ea typeface="Tahoma"/>
                <a:cs typeface="Arial"/>
              </a:rPr>
              <a:t> cookies</a:t>
            </a:r>
            <a:endParaRPr lang="en-US"/>
          </a:p>
          <a:p>
            <a:pPr marL="359410" indent="-359410">
              <a:lnSpc>
                <a:spcPct val="113999"/>
              </a:lnSpc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2AAE3-6139-AA7F-69B2-8CA300E90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26-11-2025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25BC6-0926-1BF1-AC9F-C8BE1FEC2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7EA50-9DF5-4DFE-601A-47B260CD5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91750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58564-5AEC-2430-5F6E-CC095D244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E02C7-0F28-D56F-5E92-81340B210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Varianter/special cases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B0B8E-F578-3E48-1DC1-1C76D494A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en-US">
                <a:latin typeface="Arial"/>
                <a:ea typeface="Tahoma"/>
                <a:cs typeface="Arial"/>
              </a:rPr>
              <a:t>Reflected XSS</a:t>
            </a:r>
            <a:endParaRPr lang="en-US"/>
          </a:p>
          <a:p>
            <a:pPr marL="359410" indent="-359410">
              <a:lnSpc>
                <a:spcPct val="113999"/>
              </a:lnSpc>
            </a:pPr>
            <a:r>
              <a:rPr lang="en-US">
                <a:latin typeface="Arial"/>
                <a:ea typeface="Tahoma"/>
                <a:cs typeface="Arial"/>
              </a:rPr>
              <a:t>Persistent XSS</a:t>
            </a:r>
            <a:endParaRPr lang="en-US"/>
          </a:p>
          <a:p>
            <a:pPr marL="359410" indent="-359410">
              <a:lnSpc>
                <a:spcPct val="113999"/>
              </a:lnSpc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6BBD3-AFB3-D7AE-BFF5-203411415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26-11-2025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56F0E-9C30-7468-F769-52EC6B832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F2E31-3B80-9AA2-013E-C483ADDE4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08071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E15F-5D66-E909-C068-7A081A643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Sikker kodning – andre grundlæggende elementer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63D78-A4A9-15B3-2476-235F1755F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en-US">
                <a:latin typeface="Arial"/>
                <a:ea typeface="Tahoma"/>
                <a:cs typeface="Arial"/>
              </a:rPr>
              <a:t>Moderne </a:t>
            </a:r>
            <a:r>
              <a:rPr lang="en-US" err="1">
                <a:latin typeface="Arial"/>
                <a:ea typeface="Tahoma"/>
                <a:cs typeface="Arial"/>
              </a:rPr>
              <a:t>udviklingsmiljøer</a:t>
            </a:r>
            <a:r>
              <a:rPr lang="en-US">
                <a:latin typeface="Arial"/>
                <a:ea typeface="Tahoma"/>
                <a:cs typeface="Arial"/>
              </a:rPr>
              <a:t> (</a:t>
            </a:r>
            <a:r>
              <a:rPr lang="en-US" err="1">
                <a:latin typeface="Arial"/>
                <a:ea typeface="Tahoma"/>
                <a:cs typeface="Arial"/>
              </a:rPr>
              <a:t>lintere</a:t>
            </a:r>
            <a:r>
              <a:rPr lang="en-US">
                <a:latin typeface="Arial"/>
                <a:ea typeface="Tahoma"/>
                <a:cs typeface="Arial"/>
              </a:rPr>
              <a:t>, language servers)</a:t>
            </a:r>
          </a:p>
          <a:p>
            <a:pPr marL="359410" indent="-359410">
              <a:lnSpc>
                <a:spcPct val="113999"/>
              </a:lnSpc>
            </a:pPr>
            <a:r>
              <a:rPr lang="en-US">
                <a:latin typeface="Arial"/>
                <a:ea typeface="Tahoma"/>
                <a:cs typeface="Arial"/>
              </a:rPr>
              <a:t>Moderne </a:t>
            </a:r>
            <a:r>
              <a:rPr lang="en-US" err="1">
                <a:latin typeface="Arial"/>
                <a:ea typeface="Tahoma"/>
                <a:cs typeface="Arial"/>
              </a:rPr>
              <a:t>integrationsmiljøer</a:t>
            </a:r>
            <a:r>
              <a:rPr lang="en-US">
                <a:latin typeface="Arial"/>
                <a:ea typeface="Tahoma"/>
                <a:cs typeface="Arial"/>
              </a:rPr>
              <a:t> (</a:t>
            </a:r>
            <a:r>
              <a:rPr lang="en-US" err="1">
                <a:latin typeface="Arial"/>
                <a:ea typeface="Tahoma"/>
                <a:cs typeface="Arial"/>
              </a:rPr>
              <a:t>kodescanning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og</a:t>
            </a:r>
            <a:r>
              <a:rPr lang="en-US">
                <a:latin typeface="Arial"/>
                <a:ea typeface="Tahoma"/>
                <a:cs typeface="Arial"/>
              </a:rPr>
              <a:t> testing)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D1D19-F413-2575-4C02-1BD527D4A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26-11-2025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88F66-1821-DAB7-9778-F14082634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748BF-3EF2-F535-A9DE-86191FE34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83086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40AA397-1D90-5BD9-6E25-E695C0A25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noProof="0"/>
              <a:t>Øvelse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04A3587-F822-CFFD-6434-375B19F51CA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47313" y="6567488"/>
            <a:ext cx="1944687" cy="214312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17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729415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B988D-F93E-9B0D-01D8-521936C98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1BE24-AAC7-FAFE-8380-83F64F854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Øvelser: Find hullerne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81C3E-0F08-7DB6-C83E-9B2005871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Øvelse 1:</a:t>
            </a:r>
          </a:p>
          <a:p>
            <a:pPr lvl="2"/>
            <a:r>
              <a:rPr lang="da-DK"/>
              <a:t>På Github (under kursus-2/app-sec/powershell) ligger der et powershell script, der itererer over en fil med brugernavne. Se om i kan udnytte injection sårbarheden.</a:t>
            </a:r>
          </a:p>
          <a:p>
            <a:endParaRPr lang="da-DK" noProof="0"/>
          </a:p>
          <a:p>
            <a:r>
              <a:rPr lang="da-DK" noProof="0"/>
              <a:t>Øvelse 2:</a:t>
            </a:r>
          </a:p>
          <a:p>
            <a:pPr lvl="2"/>
            <a:r>
              <a:rPr lang="da-DK" noProof="0"/>
              <a:t>Juiceshop </a:t>
            </a:r>
            <a:r>
              <a:rPr lang="da-DK"/>
              <a:t>(</a:t>
            </a:r>
            <a:r>
              <a:rPr lang="da-DK">
                <a:hlinkClick r:id="rId3"/>
              </a:rPr>
              <a:t>https://juice-shop.herokuapp.com/</a:t>
            </a:r>
            <a:r>
              <a:rPr lang="da-DK"/>
              <a:t>) </a:t>
            </a:r>
            <a:r>
              <a:rPr lang="da-DK" noProof="0"/>
              <a:t>indeholder et par grimme injection sårbarheder, find dem. *hint* login mekanismen og søgefunktionen*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37C01-5F1B-7A79-EA9C-EA9A8467B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26-11-2025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44FEA-7F4C-0674-0284-22A90859A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7C88A-7ABD-84C7-D5C4-8DEB0931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18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672343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6FC0E-6321-3204-036C-4E2BF4597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3DBDEAA-F5B8-3771-B1C0-F33A10213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noProof="0"/>
              <a:t>Pause til 10.15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4EFDBCC-304C-7282-9320-6A1FF4FAB1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47313" y="6567488"/>
            <a:ext cx="1944687" cy="214312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19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96123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181CC-C363-7AA5-A720-7886E3508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5C6F4E-F8A8-031B-374E-247AA0AA3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9982093" cy="2319469"/>
          </a:xfrm>
        </p:spPr>
        <p:txBody>
          <a:bodyPr/>
          <a:lstStyle/>
          <a:p>
            <a:r>
              <a:rPr lang="da-DK" noProof="0"/>
              <a:t>Patch management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CFC36017-20E6-D4CE-DA13-04E90AA269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noProof="0"/>
              <a:t>Secure updates</a:t>
            </a:r>
          </a:p>
          <a:p>
            <a:endParaRPr lang="da-DK" noProof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C11D92C-BEB2-0115-EF09-F2B8D1D6CD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013199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F18D5-10BD-0446-AC3B-9A4B334D8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A3FC-E4CB-DBB5-A170-EC44D7928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Relation til målpinde: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4B97A-C571-2BB5-5EDC-8058E339A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4. Lærlingen </a:t>
            </a:r>
            <a:r>
              <a:rPr lang="da-DK" u="sng"/>
              <a:t>har viden om, hvordan man </a:t>
            </a:r>
            <a:r>
              <a:rPr lang="da-DK"/>
              <a:t>kan etablere og vedligeholde sikker opdatering og patch-management med fokus på kendte sårbarheder (CVE).  </a:t>
            </a:r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05465-57D5-D4C2-4D1D-3369AC85B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26-11-2025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92156-42FE-B9BF-C043-188C11833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939D0-33F0-2815-3E6D-CE6966724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21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262574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264C7-22B6-44DC-A1FF-61F7AFE00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614C2-CA27-11BD-368F-8C84B6684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720000"/>
            <a:ext cx="9856357" cy="553998"/>
          </a:xfrm>
        </p:spPr>
        <p:txBody>
          <a:bodyPr wrap="square" anchor="t">
            <a:normAutofit/>
          </a:bodyPr>
          <a:lstStyle/>
          <a:p>
            <a:r>
              <a:rPr lang="da-DK" noProof="0"/>
              <a:t>Formålet med patch management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27061-C386-D8EE-F5E7-D5102262C3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1466" y="6557851"/>
            <a:ext cx="2889068" cy="18256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E31781D-1938-4D4D-8804-84A3CA642707}" type="datetime1">
              <a:rPr lang="da-DK" sz="6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26-11-2025</a:t>
            </a:fld>
            <a:endParaRPr lang="da-DK" sz="600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C5F29-88D5-2287-8935-CCC577BFC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345" y="6557851"/>
            <a:ext cx="3138687" cy="18256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a-DK" sz="600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89BAB-A203-D5AC-2232-0B9C03B6D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5251" y="6567126"/>
            <a:ext cx="1944404" cy="2154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9FF5FAE-2060-B54F-BDDB-0825BCE6ACB8}" type="slidenum">
              <a:rPr lang="da-DK" noProof="0" smtClean="0"/>
              <a:pPr>
                <a:spcAft>
                  <a:spcPts val="600"/>
                </a:spcAft>
              </a:pPr>
              <a:t>22</a:t>
            </a:fld>
            <a:endParaRPr lang="da-DK" noProof="0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B4667BF9-9D0B-91AF-065E-F70481AC09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5807502"/>
              </p:ext>
            </p:extLst>
          </p:nvPr>
        </p:nvGraphicFramePr>
        <p:xfrm>
          <a:off x="1440000" y="1800000"/>
          <a:ext cx="9856357" cy="432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92031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B9EA7-5E0F-2F13-39B2-BBB5529C1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5A7FF-71EA-4871-D18C-877B2D85A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900000"/>
            <a:ext cx="4790953" cy="553998"/>
          </a:xfrm>
        </p:spPr>
        <p:txBody>
          <a:bodyPr/>
          <a:lstStyle/>
          <a:p>
            <a:r>
              <a:rPr lang="da-DK" noProof="0"/>
              <a:t>Overordnet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67A1E-D039-749B-CB8A-4D3CFA637B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/>
          </a:p>
          <a:p>
            <a:endParaRPr lang="da-DK" sz="2800" noProof="0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EB305-C189-11A9-8E86-D0A920B7878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26-11-2025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A8B48-6BC2-829A-1D8F-01078179F6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0BF97-F5CE-AC26-4EDD-DA162D9631D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23</a:t>
            </a:fld>
            <a:endParaRPr lang="da-DK" noProof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9F2C20-70B9-AE15-BCD4-C6EB0A31F5C9}"/>
              </a:ext>
            </a:extLst>
          </p:cNvPr>
          <p:cNvSpPr txBox="1">
            <a:spLocks/>
          </p:cNvSpPr>
          <p:nvPr/>
        </p:nvSpPr>
        <p:spPr>
          <a:xfrm>
            <a:off x="900000" y="1620000"/>
            <a:ext cx="10439999" cy="4320000"/>
          </a:xfrm>
          <a:prstGeom prst="rect">
            <a:avLst/>
          </a:prstGeom>
        </p:spPr>
        <p:txBody>
          <a:bodyPr/>
          <a:lstStyle>
            <a:lvl1pPr marL="36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327538" indent="-360000" algn="l" defTabSz="457200" rtl="0" eaLnBrk="1" latinLnBrk="0" hangingPunct="1">
              <a:lnSpc>
                <a:spcPct val="114000"/>
              </a:lnSpc>
              <a:spcBef>
                <a:spcPts val="1176"/>
              </a:spcBef>
              <a:buClr>
                <a:srgbClr val="D76432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72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3pPr>
            <a:lvl4pPr marL="108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4pPr>
            <a:lvl5pPr marL="0" indent="0" algn="l" defTabSz="457200" rtl="0" eaLnBrk="1" latinLnBrk="0" hangingPunct="1">
              <a:lnSpc>
                <a:spcPct val="114000"/>
              </a:lnSpc>
              <a:spcBef>
                <a:spcPct val="20000"/>
              </a:spcBef>
              <a:buClr>
                <a:srgbClr val="D76432"/>
              </a:buClr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/>
              <a:t>Overblik over software/firmware</a:t>
            </a:r>
          </a:p>
          <a:p>
            <a:r>
              <a:rPr lang="da-DK"/>
              <a:t>Monitorering efter sårbarheder / patches</a:t>
            </a:r>
          </a:p>
          <a:p>
            <a:r>
              <a:rPr lang="da-DK"/>
              <a:t>Test af patches (hvis nødvendigt)</a:t>
            </a:r>
          </a:p>
          <a:p>
            <a:r>
              <a:rPr lang="da-DK"/>
              <a:t>Udrulning af patches</a:t>
            </a:r>
          </a:p>
          <a:p>
            <a:endParaRPr lang="da-DK"/>
          </a:p>
          <a:p>
            <a:r>
              <a:rPr lang="da-DK"/>
              <a:t>Special case: Egenudviklet eller open source software</a:t>
            </a:r>
          </a:p>
          <a:p>
            <a:pPr lvl="2"/>
            <a:r>
              <a:rPr lang="da-DK"/>
              <a:t>Hvilke dependencies har applikationen</a:t>
            </a:r>
          </a:p>
        </p:txBody>
      </p:sp>
    </p:spTree>
    <p:extLst>
      <p:ext uri="{BB962C8B-B14F-4D97-AF65-F5344CB8AC3E}">
        <p14:creationId xmlns:p14="http://schemas.microsoft.com/office/powerpoint/2010/main" val="1449542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B8E98-819A-5B40-3BB5-F67058F00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86BD1-E7F4-CE78-A23B-3C4FB0C68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/>
              <a:t>Overblik</a:t>
            </a:r>
            <a:endParaRPr lang="da-DK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5FDE6-262C-A134-971E-56F141B7C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Hvad har vi?</a:t>
            </a:r>
          </a:p>
          <a:p>
            <a:pPr lvl="2"/>
            <a:r>
              <a:rPr lang="da-DK"/>
              <a:t>Operativ systemer, applikationer, hardware (f.eks. routere og firewalls)</a:t>
            </a:r>
          </a:p>
          <a:p>
            <a:r>
              <a:rPr lang="da-DK"/>
              <a:t>Hvordan kan det styres skalerbart?</a:t>
            </a:r>
          </a:p>
          <a:p>
            <a:pPr lvl="2"/>
            <a:r>
              <a:rPr lang="da-DK"/>
              <a:t>Asset management eller Unified Endpoint Management fra i går </a:t>
            </a:r>
          </a:p>
          <a:p>
            <a:pPr lvl="2"/>
            <a:r>
              <a:rPr lang="da-DK"/>
              <a:t>Nogen med praktisk erfaring eller gode råd?</a:t>
            </a:r>
          </a:p>
          <a:p>
            <a:pPr lvl="2"/>
            <a:endParaRPr lang="da-DK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DFB40-65F8-6CB2-59EC-4CC8A49A9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26-11-2025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C538B-58FE-38BE-2C33-D04A47A72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12C-E5C6-25EF-0C8D-7B355C741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24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0730307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47927-B0FF-736B-FFC9-F72A703E5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56FD9-1247-68E5-A7A4-047F8FF93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900000"/>
            <a:ext cx="4790953" cy="1661993"/>
          </a:xfrm>
        </p:spPr>
        <p:txBody>
          <a:bodyPr/>
          <a:lstStyle/>
          <a:p>
            <a:r>
              <a:rPr lang="da-DK" noProof="0"/>
              <a:t>Monitorering af sårbarheder og patches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2D152-FF98-2C37-70BC-A9EDE9335C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/>
          </a:p>
          <a:p>
            <a:endParaRPr lang="da-DK" sz="2800" noProof="0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F2580-9AEC-7270-E7EA-71D606E4415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26-11-2025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A9656-B54D-52F7-6E89-464BB464BB8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D2380-B0A0-7D43-501F-4ABE5002E52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25</a:t>
            </a:fld>
            <a:endParaRPr lang="da-DK" noProof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6FA856-DBDA-CA49-571B-5F94ED2120E7}"/>
              </a:ext>
            </a:extLst>
          </p:cNvPr>
          <p:cNvSpPr txBox="1">
            <a:spLocks/>
          </p:cNvSpPr>
          <p:nvPr/>
        </p:nvSpPr>
        <p:spPr>
          <a:xfrm>
            <a:off x="4651466" y="1620000"/>
            <a:ext cx="6688533" cy="4320000"/>
          </a:xfrm>
          <a:prstGeom prst="rect">
            <a:avLst/>
          </a:prstGeom>
        </p:spPr>
        <p:txBody>
          <a:bodyPr/>
          <a:lstStyle>
            <a:lvl1pPr marL="36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327538" indent="-360000" algn="l" defTabSz="457200" rtl="0" eaLnBrk="1" latinLnBrk="0" hangingPunct="1">
              <a:lnSpc>
                <a:spcPct val="114000"/>
              </a:lnSpc>
              <a:spcBef>
                <a:spcPts val="1176"/>
              </a:spcBef>
              <a:buClr>
                <a:srgbClr val="D76432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72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3pPr>
            <a:lvl4pPr marL="108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4pPr>
            <a:lvl5pPr marL="0" indent="0" algn="l" defTabSz="457200" rtl="0" eaLnBrk="1" latinLnBrk="0" hangingPunct="1">
              <a:lnSpc>
                <a:spcPct val="114000"/>
              </a:lnSpc>
              <a:spcBef>
                <a:spcPct val="20000"/>
              </a:spcBef>
              <a:buClr>
                <a:srgbClr val="D76432"/>
              </a:buClr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/>
              <a:t>Sårbarheder: CVE databaser </a:t>
            </a:r>
          </a:p>
          <a:p>
            <a:pPr lvl="2"/>
            <a:r>
              <a:rPr lang="da-DK"/>
              <a:t>Common Vulnerability Enumeration – ensartet identifikation af sårbarheder</a:t>
            </a:r>
          </a:p>
          <a:p>
            <a:pPr lvl="2"/>
            <a:endParaRPr lang="da-DK"/>
          </a:p>
          <a:p>
            <a:r>
              <a:rPr lang="da-DK"/>
              <a:t>Patches: Producent hjemmesider</a:t>
            </a:r>
          </a:p>
          <a:p>
            <a:endParaRPr lang="da-DK"/>
          </a:p>
          <a:p>
            <a:r>
              <a:rPr lang="da-DK"/>
              <a:t>I praksis ikke muligt at gøre manuelt</a:t>
            </a:r>
          </a:p>
        </p:txBody>
      </p:sp>
    </p:spTree>
    <p:extLst>
      <p:ext uri="{BB962C8B-B14F-4D97-AF65-F5344CB8AC3E}">
        <p14:creationId xmlns:p14="http://schemas.microsoft.com/office/powerpoint/2010/main" val="25488252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DC06C-A494-AD4D-1855-4647500E9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71C04C12-C5DD-9444-D683-72E9C536E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noProof="0"/>
              <a:t>Live demo CVE database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5794228-0B75-11B6-AC01-E3DD957C464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47313" y="6567488"/>
            <a:ext cx="1944687" cy="214312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26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971589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F4AC1-511C-29BA-7EF9-B8CF1914C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een and black check mark&#10;&#10;AI-generated content may be incorrect.">
            <a:extLst>
              <a:ext uri="{FF2B5EF4-FFF2-40B4-BE49-F238E27FC236}">
                <a16:creationId xmlns:a16="http://schemas.microsoft.com/office/drawing/2014/main" id="{552111CF-D93F-2F07-D30C-6A721DE9E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400800" y="2821259"/>
            <a:ext cx="5791200" cy="2438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2A084C-00CC-217F-6F8B-2036CABAA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900000"/>
            <a:ext cx="4790953" cy="553998"/>
          </a:xfrm>
        </p:spPr>
        <p:txBody>
          <a:bodyPr/>
          <a:lstStyle/>
          <a:p>
            <a:r>
              <a:rPr lang="da-DK" noProof="0"/>
              <a:t>Test af patches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E197D-8C35-4DE6-ECDC-EFC12DD95A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/>
          </a:p>
          <a:p>
            <a:endParaRPr lang="da-DK" sz="2800" noProof="0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6BB70-DE62-AF9D-1E80-B8DD9D3003F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26-11-2025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5843F-4C25-6CA1-B8EA-FFE67D9AB1E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491F0-CCB9-78DC-BD60-13C3E2D6C95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27</a:t>
            </a:fld>
            <a:endParaRPr lang="da-DK" noProof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C65FEAC-C589-F66E-9243-0DFD6FE0E063}"/>
              </a:ext>
            </a:extLst>
          </p:cNvPr>
          <p:cNvSpPr txBox="1">
            <a:spLocks/>
          </p:cNvSpPr>
          <p:nvPr/>
        </p:nvSpPr>
        <p:spPr>
          <a:xfrm>
            <a:off x="302345" y="1764319"/>
            <a:ext cx="6656720" cy="4341059"/>
          </a:xfrm>
          <a:prstGeom prst="rect">
            <a:avLst/>
          </a:prstGeom>
        </p:spPr>
        <p:txBody>
          <a:bodyPr/>
          <a:lstStyle>
            <a:lvl1pPr marL="36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327538" indent="-360000" algn="l" defTabSz="457200" rtl="0" eaLnBrk="1" latinLnBrk="0" hangingPunct="1">
              <a:lnSpc>
                <a:spcPct val="114000"/>
              </a:lnSpc>
              <a:spcBef>
                <a:spcPts val="1176"/>
              </a:spcBef>
              <a:buClr>
                <a:srgbClr val="D76432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72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3pPr>
            <a:lvl4pPr marL="108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4pPr>
            <a:lvl5pPr marL="0" indent="0" algn="l" defTabSz="457200" rtl="0" eaLnBrk="1" latinLnBrk="0" hangingPunct="1">
              <a:lnSpc>
                <a:spcPct val="114000"/>
              </a:lnSpc>
              <a:spcBef>
                <a:spcPct val="20000"/>
              </a:spcBef>
              <a:buClr>
                <a:srgbClr val="D76432"/>
              </a:buClr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/>
              <a:t>Relevant i nogle tilfælde</a:t>
            </a:r>
          </a:p>
          <a:p>
            <a:r>
              <a:rPr lang="da-DK"/>
              <a:t>Undersøg om patchen ødelægger noget før større udrulning</a:t>
            </a:r>
          </a:p>
          <a:p>
            <a:pPr lvl="2"/>
            <a:r>
              <a:rPr lang="da-DK"/>
              <a:t>Generelt en god praksis, udbredt i nogle brancher</a:t>
            </a:r>
          </a:p>
          <a:p>
            <a:pPr lvl="2"/>
            <a:r>
              <a:rPr lang="da-DK"/>
              <a:t>Kan være et krav ifbm. compliance</a:t>
            </a:r>
          </a:p>
          <a:p>
            <a:endParaRPr lang="da-DK"/>
          </a:p>
          <a:p>
            <a:endParaRPr lang="da-DK"/>
          </a:p>
          <a:p>
            <a:r>
              <a:rPr lang="da-DK"/>
              <a:t>Afvej hurtig reaktion vs. potentiel skade</a:t>
            </a:r>
          </a:p>
          <a:p>
            <a:pPr lvl="2"/>
            <a:r>
              <a:rPr lang="da-DK"/>
              <a:t>Kan være en vanskelig opgave</a:t>
            </a:r>
          </a:p>
          <a:p>
            <a:pPr lvl="2"/>
            <a:r>
              <a:rPr lang="da-DK"/>
              <a:t>Hvem kan afgøre?</a:t>
            </a:r>
          </a:p>
          <a:p>
            <a:endParaRPr lang="da-DK"/>
          </a:p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002480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9A8DF-E8C5-A8C9-8862-446856C79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862C-8222-3DC4-A379-3CE4C4178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/>
              <a:t>Udrulningen</a:t>
            </a:r>
            <a:endParaRPr lang="da-DK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69750-2F67-D583-8462-FF4BB2950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”Bare” installere noget ny software</a:t>
            </a:r>
          </a:p>
          <a:p>
            <a:endParaRPr lang="da-DK"/>
          </a:p>
          <a:p>
            <a:r>
              <a:rPr lang="da-DK"/>
              <a:t>Svært at styre manuelt – brug værktøjer</a:t>
            </a:r>
          </a:p>
          <a:p>
            <a:pPr lvl="2"/>
            <a:r>
              <a:rPr lang="da-DK"/>
              <a:t>Administrator kan tvinge automatiske opdateringer igennem</a:t>
            </a:r>
          </a:p>
          <a:p>
            <a:pPr lvl="2"/>
            <a:r>
              <a:rPr lang="da-DK"/>
              <a:t>Adgang til resourcer kræver en opdateret maskine</a:t>
            </a:r>
          </a:p>
          <a:p>
            <a:pPr lvl="2"/>
            <a:r>
              <a:rPr lang="da-DK"/>
              <a:t>Der findes mange mulige løsninger/teknikker, f.eks Intune, EUM, MDM, GPO</a:t>
            </a:r>
          </a:p>
          <a:p>
            <a:pPr lvl="2"/>
            <a:endParaRPr lang="da-DK"/>
          </a:p>
          <a:p>
            <a:r>
              <a:rPr lang="da-DK"/>
              <a:t>Nogle af jer har mere praktisk erfaring, hvad er jeres råd og anbefalinger?</a:t>
            </a:r>
          </a:p>
          <a:p>
            <a:endParaRPr lang="da-DK"/>
          </a:p>
          <a:p>
            <a:pPr lvl="2"/>
            <a:endParaRPr lang="da-DK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0410C-02E7-439C-A4D7-D809FF224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26-11-2025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4C181-10B2-B3E8-4804-E0DEAE28A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044DC-11A4-684C-E90B-AAD5BCB8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28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9928470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679BC-5D48-C536-9EF5-AB05FE14C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8DCF0-5C90-8246-29DA-CB0998C11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/>
              <a:t>Egenudviklet</a:t>
            </a:r>
            <a:r>
              <a:rPr lang="en-US" noProof="0"/>
              <a:t> / open source software</a:t>
            </a:r>
            <a:endParaRPr lang="da-DK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B9662-425B-64D8-2C89-91D8909D2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”Producenten” er ikke nødvendigvis hurtig til at lave sikkerhedspatches</a:t>
            </a:r>
          </a:p>
          <a:p>
            <a:pPr lvl="2"/>
            <a:endParaRPr lang="da-DK"/>
          </a:p>
          <a:p>
            <a:r>
              <a:rPr lang="da-DK"/>
              <a:t>Man kan i stedet kigge på komponenterne i softwaren, i stedet for selv softwaren</a:t>
            </a:r>
          </a:p>
          <a:p>
            <a:endParaRPr lang="da-DK"/>
          </a:p>
          <a:p>
            <a:pPr lvl="2"/>
            <a:endParaRPr lang="da-DK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DA683-36E1-472E-8385-12B8D69E3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26-11-2025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EDF20-95A3-4F3F-134A-668CF9316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EDBA7-7966-6002-8AEB-95DA14985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29</a:t>
            </a:fld>
            <a:endParaRPr lang="da-DK" noProof="0"/>
          </a:p>
        </p:txBody>
      </p:sp>
      <p:pic>
        <p:nvPicPr>
          <p:cNvPr id="1026" name="Picture 2" descr="xkcd: Dependency">
            <a:extLst>
              <a:ext uri="{FF2B5EF4-FFF2-40B4-BE49-F238E27FC236}">
                <a16:creationId xmlns:a16="http://schemas.microsoft.com/office/drawing/2014/main" id="{988DA4B1-8698-6724-7DF0-0295494B2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089" y="3221511"/>
            <a:ext cx="2049971" cy="2603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95089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923F8-0A9B-A0ED-EE84-9679E3694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94512-EBBD-280D-98E3-5670BC09F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/>
              <a:t>Egenudviklet</a:t>
            </a:r>
            <a:r>
              <a:rPr lang="en-US" noProof="0"/>
              <a:t> / Open Source software</a:t>
            </a:r>
            <a:endParaRPr lang="da-DK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A6224-9EE8-674A-AB89-B72111286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Det findes der også værktøjer til:</a:t>
            </a:r>
          </a:p>
          <a:p>
            <a:pPr lvl="2"/>
            <a:r>
              <a:rPr lang="da-DK"/>
              <a:t>SCA – Software Composition Analysis</a:t>
            </a:r>
          </a:p>
          <a:p>
            <a:pPr lvl="2"/>
            <a:r>
              <a:rPr lang="da-DK"/>
              <a:t>SAST - Static Application Security Testing (mere om det på et senere kursus)</a:t>
            </a:r>
          </a:p>
          <a:p>
            <a:pPr lvl="2"/>
            <a:endParaRPr lang="da-DK"/>
          </a:p>
          <a:p>
            <a:r>
              <a:rPr lang="da-DK"/>
              <a:t>SCA tilgangen: Identificer komponenter og slå dem op i CVE database</a:t>
            </a:r>
          </a:p>
          <a:p>
            <a:pPr lvl="2"/>
            <a:r>
              <a:rPr lang="da-DK"/>
              <a:t>F.eks ‘OWASP dependency check’ eller ‘NPM audit’</a:t>
            </a:r>
          </a:p>
          <a:p>
            <a:pPr lvl="2"/>
            <a:endParaRPr lang="da-DK"/>
          </a:p>
          <a:p>
            <a:r>
              <a:rPr lang="da-DK"/>
              <a:t>Pas på med angivet SEVERITY</a:t>
            </a:r>
          </a:p>
          <a:p>
            <a:pPr lvl="2"/>
            <a:r>
              <a:rPr lang="da-DK"/>
              <a:t>Der er mange falske positiver</a:t>
            </a:r>
          </a:p>
          <a:p>
            <a:endParaRPr lang="da-DK"/>
          </a:p>
          <a:p>
            <a:endParaRPr lang="da-DK"/>
          </a:p>
          <a:p>
            <a:pPr lvl="2"/>
            <a:endParaRPr lang="da-DK"/>
          </a:p>
          <a:p>
            <a:pPr lvl="2"/>
            <a:endParaRPr lang="da-DK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D995B-FE63-1DB8-9C23-6601F3113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26-11-2025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67939-59AF-8F43-21A9-AA22B920E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38A96-5881-482C-E9E5-959EFDAD6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30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8225219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FBC9F-4E2E-A9D8-075F-E0286BF3B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E9CDF7C-F124-A0C2-501C-1A67EA07E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noProof="0"/>
              <a:t>Live demo OWASP depency-check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FEF1245-FEE5-512A-DF6F-3CE0216D021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47313" y="6567488"/>
            <a:ext cx="1944687" cy="214312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31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3675848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2E5FB-3C26-FBE5-F587-9C659A7DC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6068ACC4-1A1D-3BBD-4EF8-DAF2D7A2C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noProof="0"/>
              <a:t>Øvelse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095AFA8-EBCF-BB36-EA88-01DB8FD4A9A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47313" y="6567488"/>
            <a:ext cx="1944687" cy="214312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32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4032525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91999-B768-F006-17AC-0990942E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9CA58-8001-BD88-2ADF-BBA70150A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/>
              <a:t>Øvelse</a:t>
            </a:r>
            <a:endParaRPr lang="da-DK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3E375-E7D4-D10D-4D6D-C33E15589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000" y="1093998"/>
            <a:ext cx="10439999" cy="4846002"/>
          </a:xfrm>
        </p:spPr>
        <p:txBody>
          <a:bodyPr/>
          <a:lstStyle/>
          <a:p>
            <a:r>
              <a:rPr lang="da-DK"/>
              <a:t>CVE Databaser:</a:t>
            </a:r>
          </a:p>
          <a:p>
            <a:pPr lvl="2"/>
            <a:r>
              <a:rPr lang="da-DK"/>
              <a:t>Vælg 3 stykker software på jeres maskine, f.eks. OS (Windows) eller browser (Edge/Chrome/Firefox), og find versionen</a:t>
            </a:r>
          </a:p>
          <a:p>
            <a:pPr lvl="2"/>
            <a:r>
              <a:rPr lang="da-DK"/>
              <a:t>Brug </a:t>
            </a:r>
            <a:r>
              <a:rPr lang="da-DK">
                <a:hlinkClick r:id="rId2"/>
              </a:rPr>
              <a:t>www.cve.org</a:t>
            </a:r>
            <a:r>
              <a:rPr lang="da-DK"/>
              <a:t> til at finde ud af om der er en kendt sårbarhed i softwaren.</a:t>
            </a:r>
          </a:p>
          <a:p>
            <a:pPr lvl="2"/>
            <a:endParaRPr lang="da-DK"/>
          </a:p>
          <a:p>
            <a:r>
              <a:rPr lang="da-DK"/>
              <a:t>SCA:</a:t>
            </a:r>
          </a:p>
          <a:p>
            <a:pPr lvl="2"/>
            <a:r>
              <a:rPr lang="da-DK"/>
              <a:t>Vi har lagt en ældre version af KeyCloak på GitHub (keycloak-core-2.5.0.Final.jar)</a:t>
            </a:r>
          </a:p>
          <a:p>
            <a:pPr lvl="2"/>
            <a:r>
              <a:rPr lang="da-DK"/>
              <a:t>Og kør OWASP dependency check på den </a:t>
            </a:r>
          </a:p>
          <a:p>
            <a:pPr lvl="3"/>
            <a:r>
              <a:rPr lang="da-DK"/>
              <a:t>”dependency-check.bat --project ”keycloak” --scan ”c:\test\keycloak-core-2.5.0.Final.jar”</a:t>
            </a:r>
          </a:p>
          <a:p>
            <a:endParaRPr lang="da-DK"/>
          </a:p>
          <a:p>
            <a:endParaRPr lang="da-DK"/>
          </a:p>
          <a:p>
            <a:pPr lvl="2"/>
            <a:endParaRPr lang="da-DK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778A2-A90E-2043-7213-6AB42D4EE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26-11-2025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F4E37-9CFA-BE79-C6E1-6365A07F0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8E4A0-0F8E-20A3-19A9-93AF35F6B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33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87833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FF429-5852-7FEC-FD9E-FB6CC52CF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E44D6A8-AA8D-BA4C-6996-C2DC38C2A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noProof="0"/>
              <a:t>Pause til 11.30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9C623C8-66FA-93A4-F268-E8194ED4518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47313" y="6567488"/>
            <a:ext cx="1944687" cy="214312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34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3976473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9228E-D2B3-C7A3-AB40-B8AA2AF2D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7C13C5-09B6-8968-0EA3-B990B17A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9982093" cy="2319469"/>
          </a:xfrm>
        </p:spPr>
        <p:txBody>
          <a:bodyPr/>
          <a:lstStyle/>
          <a:p>
            <a:r>
              <a:rPr lang="da-DK" noProof="0"/>
              <a:t>Security by Design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17302139-86CB-4CA0-EC98-5712CF9EB9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noProof="0"/>
              <a:t>For ikke-programmører</a:t>
            </a:r>
          </a:p>
          <a:p>
            <a:endParaRPr lang="da-DK" noProof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52969B90-21A0-7AC3-BB1F-F28834FB6D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3848618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5D11D-4612-A3D2-0C8A-913B27DD8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31972-3254-0B76-8744-A30E2E27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Relation til målpinde: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A2825-B4F4-9464-335F-267A9C805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da-DK"/>
              <a:t>3. Lærlingen kan forklare og anvende principper for 'security by design', herunder brug af designmodeller og segmentering.  </a:t>
            </a:r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45100-B9AF-2F4F-92AB-C6BE6BAA6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26-11-2025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E5CC7-54C4-FAAB-CD66-959DCF2D4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01B5C-544F-45A9-614C-89ECD810F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36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4301692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202F981-F495-B704-95E8-972D4CAC1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DCEAAEB-5E38-A275-FD10-B77F7BFDF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noProof="0"/>
              <a:t>Slides fra et andet projekt – skal tilpasses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B5C5583-2945-F130-CCBE-D6006D369A1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47313" y="6567488"/>
            <a:ext cx="1944687" cy="214312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37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3673643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indhold 7">
            <a:extLst>
              <a:ext uri="{FF2B5EF4-FFF2-40B4-BE49-F238E27FC236}">
                <a16:creationId xmlns:a16="http://schemas.microsoft.com/office/drawing/2014/main" id="{677F01F5-D2D8-FE8E-4D32-4725AE426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Think about, and plan for, security when doing development</a:t>
            </a:r>
          </a:p>
          <a:p>
            <a:pPr lvl="1"/>
            <a:r>
              <a:rPr lang="en-GB"/>
              <a:t>MS SDL is a common approach</a:t>
            </a:r>
          </a:p>
          <a:p>
            <a:pPr lvl="1"/>
            <a:r>
              <a:rPr lang="en-GB"/>
              <a:t>ISO/IEC 62443-4-1 is another approach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0CFE4FC-AA95-77A5-E35E-9A9A2A19C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Secure development life cycle</a:t>
            </a:r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50B1C18B-033E-6B99-9C16-FA1076B8F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D3D29-3F36-4A4F-8EC4-65869CCEA577}" type="datetime1">
              <a:rPr lang="da-DK" smtClean="0"/>
              <a:t>26-11-2025</a:t>
            </a:fld>
            <a:endParaRPr lang="en-GB"/>
          </a:p>
        </p:txBody>
      </p:sp>
      <p:sp>
        <p:nvSpPr>
          <p:cNvPr id="16" name="Pladsholder til sidefod 15">
            <a:extLst>
              <a:ext uri="{FF2B5EF4-FFF2-40B4-BE49-F238E27FC236}">
                <a16:creationId xmlns:a16="http://schemas.microsoft.com/office/drawing/2014/main" id="{C1737721-E889-C783-D2C3-2CE96B8C2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ALEXANDRA INST</a:t>
            </a:r>
            <a:r>
              <a:rPr lang="en-GB">
                <a:solidFill>
                  <a:schemeClr val="accent3"/>
                </a:solidFill>
              </a:rPr>
              <a:t>IT</a:t>
            </a:r>
            <a:r>
              <a:rPr lang="en-GB"/>
              <a:t>UTTET</a:t>
            </a:r>
          </a:p>
        </p:txBody>
      </p:sp>
      <p:sp>
        <p:nvSpPr>
          <p:cNvPr id="17" name="Pladsholder til slidenummer 16">
            <a:extLst>
              <a:ext uri="{FF2B5EF4-FFF2-40B4-BE49-F238E27FC236}">
                <a16:creationId xmlns:a16="http://schemas.microsoft.com/office/drawing/2014/main" id="{6414D0A2-717E-F95D-27E7-99B2846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C9228-041E-BE4C-A177-9A7A550E9A48}" type="slidenum">
              <a:rPr lang="en-GB" smtClean="0"/>
              <a:pPr/>
              <a:t>38</a:t>
            </a:fld>
            <a:endParaRPr lang="en-GB"/>
          </a:p>
        </p:txBody>
      </p:sp>
      <p:pic>
        <p:nvPicPr>
          <p:cNvPr id="1026" name="Picture 2" descr="Microsoft Security Development Lifecycle - Windows Security | Microsoft  Learn">
            <a:extLst>
              <a:ext uri="{FF2B5EF4-FFF2-40B4-BE49-F238E27FC236}">
                <a16:creationId xmlns:a16="http://schemas.microsoft.com/office/drawing/2014/main" id="{8E249F25-14DA-BB39-6C3B-B0CDFAFDB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402" y="3935896"/>
            <a:ext cx="7607640" cy="1843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498703-9F13-1018-7D46-1E69AB9ED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5348" y="2725490"/>
            <a:ext cx="3238952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6260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indhold 7">
            <a:extLst>
              <a:ext uri="{FF2B5EF4-FFF2-40B4-BE49-F238E27FC236}">
                <a16:creationId xmlns:a16="http://schemas.microsoft.com/office/drawing/2014/main" id="{677F01F5-D2D8-FE8E-4D32-4725AE426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/>
              <a:t>Typical areas:</a:t>
            </a:r>
          </a:p>
          <a:p>
            <a:pPr lvl="1"/>
            <a:r>
              <a:rPr lang="en-GB" sz="2000"/>
              <a:t>Training and roles</a:t>
            </a:r>
          </a:p>
          <a:p>
            <a:pPr lvl="1"/>
            <a:r>
              <a:rPr lang="en-GB" sz="2000"/>
              <a:t>Defining security requirements</a:t>
            </a:r>
          </a:p>
          <a:p>
            <a:pPr lvl="1"/>
            <a:r>
              <a:rPr lang="en-GB" sz="2000"/>
              <a:t>Threat modelling</a:t>
            </a:r>
          </a:p>
          <a:p>
            <a:pPr lvl="1"/>
            <a:r>
              <a:rPr lang="en-GB" sz="2000"/>
              <a:t>Coding practices – i.e., frameworks, cryptographic protocols to use, etc.</a:t>
            </a:r>
          </a:p>
          <a:p>
            <a:pPr lvl="1"/>
            <a:r>
              <a:rPr lang="en-GB" sz="2000"/>
              <a:t>Test procedures</a:t>
            </a:r>
          </a:p>
          <a:p>
            <a:pPr lvl="1"/>
            <a:r>
              <a:rPr lang="en-GB" sz="2000"/>
              <a:t>Tools to use</a:t>
            </a:r>
          </a:p>
          <a:p>
            <a:pPr lvl="1"/>
            <a:r>
              <a:rPr lang="en-GB" sz="2000"/>
              <a:t>Vulnerability handling</a:t>
            </a:r>
          </a:p>
          <a:p>
            <a:pPr lvl="1"/>
            <a:r>
              <a:rPr lang="en-GB" sz="2000"/>
              <a:t>And more…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0CFE4FC-AA95-77A5-E35E-9A9A2A19C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720000"/>
            <a:ext cx="9856357" cy="553998"/>
          </a:xfrm>
        </p:spPr>
        <p:txBody>
          <a:bodyPr/>
          <a:lstStyle/>
          <a:p>
            <a:r>
              <a:rPr lang="en-GB"/>
              <a:t>What is an SDL?</a:t>
            </a:r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50B1C18B-033E-6B99-9C16-FA1076B8F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D3D29-3F36-4A4F-8EC4-65869CCEA577}" type="datetime1">
              <a:rPr lang="da-DK" smtClean="0"/>
              <a:t>26-11-2025</a:t>
            </a:fld>
            <a:endParaRPr lang="en-GB"/>
          </a:p>
        </p:txBody>
      </p:sp>
      <p:sp>
        <p:nvSpPr>
          <p:cNvPr id="16" name="Pladsholder til sidefod 15">
            <a:extLst>
              <a:ext uri="{FF2B5EF4-FFF2-40B4-BE49-F238E27FC236}">
                <a16:creationId xmlns:a16="http://schemas.microsoft.com/office/drawing/2014/main" id="{C1737721-E889-C783-D2C3-2CE96B8C2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ALEXANDRA INST</a:t>
            </a:r>
            <a:r>
              <a:rPr lang="en-GB">
                <a:solidFill>
                  <a:schemeClr val="accent3"/>
                </a:solidFill>
              </a:rPr>
              <a:t>IT</a:t>
            </a:r>
            <a:r>
              <a:rPr lang="en-GB"/>
              <a:t>UTTET</a:t>
            </a:r>
          </a:p>
        </p:txBody>
      </p:sp>
      <p:sp>
        <p:nvSpPr>
          <p:cNvPr id="17" name="Pladsholder til slidenummer 16">
            <a:extLst>
              <a:ext uri="{FF2B5EF4-FFF2-40B4-BE49-F238E27FC236}">
                <a16:creationId xmlns:a16="http://schemas.microsoft.com/office/drawing/2014/main" id="{6414D0A2-717E-F95D-27E7-99B2846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C9228-041E-BE4C-A177-9A7A550E9A48}" type="slidenum">
              <a:rPr lang="en-GB" smtClean="0"/>
              <a:pPr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8518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indhold 7">
            <a:extLst>
              <a:ext uri="{FF2B5EF4-FFF2-40B4-BE49-F238E27FC236}">
                <a16:creationId xmlns:a16="http://schemas.microsoft.com/office/drawing/2014/main" id="{677F01F5-D2D8-FE8E-4D32-4725AE426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>
                <a:solidFill>
                  <a:srgbClr val="242424"/>
                </a:solidFill>
                <a:effectLst/>
                <a:latin typeface="Arial" panose="020B0604020202020204" pitchFamily="34" charset="0"/>
              </a:rPr>
              <a:t>Think about security while designing the solution:</a:t>
            </a:r>
          </a:p>
          <a:p>
            <a:pPr lvl="1"/>
            <a:r>
              <a:rPr lang="en-US" sz="1400" b="0" i="0">
                <a:solidFill>
                  <a:srgbClr val="242424"/>
                </a:solidFill>
                <a:effectLst/>
                <a:latin typeface="Arial" panose="020B0604020202020204" pitchFamily="34" charset="0"/>
              </a:rPr>
              <a:t>Secure by default</a:t>
            </a:r>
            <a:endParaRPr lang="en-US" sz="1400" b="0" i="0">
              <a:solidFill>
                <a:srgbClr val="242424"/>
              </a:solidFill>
              <a:effectLst/>
              <a:latin typeface="Calibri" panose="020F0502020204030204" pitchFamily="34" charset="0"/>
            </a:endParaRPr>
          </a:p>
          <a:p>
            <a:pPr lvl="1"/>
            <a:r>
              <a:rPr lang="en-US" sz="1400" b="0" i="0">
                <a:solidFill>
                  <a:srgbClr val="242424"/>
                </a:solidFill>
                <a:effectLst/>
                <a:latin typeface="Arial" panose="020B0604020202020204" pitchFamily="34" charset="0"/>
              </a:rPr>
              <a:t>Fail secure</a:t>
            </a:r>
            <a:endParaRPr lang="en-US" sz="1400" b="0" i="0">
              <a:solidFill>
                <a:srgbClr val="242424"/>
              </a:solidFill>
              <a:effectLst/>
              <a:latin typeface="Calibri" panose="020F0502020204030204" pitchFamily="34" charset="0"/>
            </a:endParaRPr>
          </a:p>
          <a:p>
            <a:pPr lvl="1"/>
            <a:r>
              <a:rPr lang="en-US" sz="1400">
                <a:solidFill>
                  <a:srgbClr val="242424"/>
                </a:solidFill>
                <a:latin typeface="Arial" panose="020B0604020202020204" pitchFamily="34" charset="0"/>
              </a:rPr>
              <a:t>Zero trust</a:t>
            </a:r>
          </a:p>
          <a:p>
            <a:pPr lvl="1"/>
            <a:r>
              <a:rPr lang="en-US" sz="1400">
                <a:solidFill>
                  <a:srgbClr val="242424"/>
                </a:solidFill>
                <a:latin typeface="Arial" panose="020B0604020202020204" pitchFamily="34" charset="0"/>
              </a:rPr>
              <a:t>Defense-in-depth</a:t>
            </a:r>
          </a:p>
          <a:p>
            <a:pPr lvl="1"/>
            <a:r>
              <a:rPr lang="en-US" sz="1400">
                <a:solidFill>
                  <a:srgbClr val="242424"/>
                </a:solidFill>
                <a:latin typeface="Arial" panose="020B0604020202020204" pitchFamily="34" charset="0"/>
              </a:rPr>
              <a:t>Need-to-know</a:t>
            </a:r>
          </a:p>
          <a:p>
            <a:pPr lvl="1"/>
            <a:r>
              <a:rPr lang="en-US" sz="1400">
                <a:solidFill>
                  <a:srgbClr val="242424"/>
                </a:solidFill>
                <a:latin typeface="Arial" panose="020B0604020202020204" pitchFamily="34" charset="0"/>
              </a:rPr>
              <a:t>Least privilege</a:t>
            </a:r>
          </a:p>
          <a:p>
            <a:pPr lvl="1"/>
            <a:r>
              <a:rPr lang="en-US" sz="1400">
                <a:solidFill>
                  <a:srgbClr val="242424"/>
                </a:solidFill>
                <a:latin typeface="Arial" panose="020B0604020202020204" pitchFamily="34" charset="0"/>
              </a:rPr>
              <a:t>Least functionality</a:t>
            </a:r>
          </a:p>
          <a:p>
            <a:pPr lvl="1"/>
            <a:r>
              <a:rPr lang="en-US" sz="1400">
                <a:solidFill>
                  <a:srgbClr val="242424"/>
                </a:solidFill>
                <a:latin typeface="Arial" panose="020B0604020202020204" pitchFamily="34" charset="0"/>
              </a:rPr>
              <a:t>Privilege minimization</a:t>
            </a:r>
          </a:p>
          <a:p>
            <a:pPr lvl="1"/>
            <a:r>
              <a:rPr lang="en-US" sz="1400">
                <a:solidFill>
                  <a:srgbClr val="242424"/>
                </a:solidFill>
                <a:latin typeface="Arial" panose="020B0604020202020204" pitchFamily="34" charset="0"/>
              </a:rPr>
              <a:t>Separation of duties/privilege</a:t>
            </a:r>
          </a:p>
          <a:p>
            <a:pPr lvl="1"/>
            <a:r>
              <a:rPr lang="en-US" sz="1400">
                <a:solidFill>
                  <a:srgbClr val="242424"/>
                </a:solidFill>
                <a:latin typeface="Arial" panose="020B0604020202020204" pitchFamily="34" charset="0"/>
              </a:rPr>
              <a:t>Security by obscurity (?)</a:t>
            </a:r>
          </a:p>
          <a:p>
            <a:pPr lvl="1"/>
            <a:r>
              <a:rPr lang="en-US" sz="1400">
                <a:solidFill>
                  <a:srgbClr val="242424"/>
                </a:solidFill>
                <a:latin typeface="Arial" panose="020B0604020202020204" pitchFamily="34" charset="0"/>
              </a:rPr>
              <a:t>… and the list goes on</a:t>
            </a:r>
          </a:p>
          <a:p>
            <a:pPr lvl="1"/>
            <a:endParaRPr lang="en-US" sz="1400">
              <a:solidFill>
                <a:srgbClr val="242424"/>
              </a:solidFill>
              <a:latin typeface="Arial" panose="020B0604020202020204" pitchFamily="34" charset="0"/>
            </a:endParaRPr>
          </a:p>
          <a:p>
            <a:pPr lvl="1"/>
            <a:endParaRPr lang="en-US" sz="1400">
              <a:solidFill>
                <a:srgbClr val="242424"/>
              </a:solidFill>
              <a:latin typeface="Arial" panose="020B0604020202020204" pitchFamily="34" charset="0"/>
            </a:endParaRPr>
          </a:p>
          <a:p>
            <a:pPr lvl="1"/>
            <a:endParaRPr lang="en-US" sz="1400" b="0" i="0">
              <a:solidFill>
                <a:srgbClr val="242424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sz="1400" b="0" i="0">
              <a:solidFill>
                <a:srgbClr val="242424"/>
              </a:solidFill>
              <a:effectLst/>
              <a:latin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1800" b="0" i="0">
              <a:solidFill>
                <a:srgbClr val="242424"/>
              </a:solidFill>
              <a:effectLst/>
              <a:latin typeface="Arial" panose="020B0604020202020204" pitchFamily="34" charset="0"/>
            </a:endParaRP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0CFE4FC-AA95-77A5-E35E-9A9A2A19C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Security by design !</a:t>
            </a:r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50B1C18B-033E-6B99-9C16-FA1076B8F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D3D29-3F36-4A4F-8EC4-65869CCEA577}" type="datetime1">
              <a:rPr lang="da-DK" smtClean="0"/>
              <a:t>26-11-2025</a:t>
            </a:fld>
            <a:endParaRPr lang="en-GB"/>
          </a:p>
        </p:txBody>
      </p:sp>
      <p:sp>
        <p:nvSpPr>
          <p:cNvPr id="16" name="Pladsholder til sidefod 15">
            <a:extLst>
              <a:ext uri="{FF2B5EF4-FFF2-40B4-BE49-F238E27FC236}">
                <a16:creationId xmlns:a16="http://schemas.microsoft.com/office/drawing/2014/main" id="{C1737721-E889-C783-D2C3-2CE96B8C2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ALEXANDRA INST</a:t>
            </a:r>
            <a:r>
              <a:rPr lang="en-GB">
                <a:solidFill>
                  <a:schemeClr val="accent3"/>
                </a:solidFill>
              </a:rPr>
              <a:t>IT</a:t>
            </a:r>
            <a:r>
              <a:rPr lang="en-GB"/>
              <a:t>UTTET</a:t>
            </a:r>
          </a:p>
        </p:txBody>
      </p:sp>
      <p:sp>
        <p:nvSpPr>
          <p:cNvPr id="17" name="Pladsholder til slidenummer 16">
            <a:extLst>
              <a:ext uri="{FF2B5EF4-FFF2-40B4-BE49-F238E27FC236}">
                <a16:creationId xmlns:a16="http://schemas.microsoft.com/office/drawing/2014/main" id="{6414D0A2-717E-F95D-27E7-99B2846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C9228-041E-BE4C-A177-9A7A550E9A48}" type="slidenum">
              <a:rPr lang="en-GB" smtClean="0"/>
              <a:pPr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4292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indhold 7">
            <a:extLst>
              <a:ext uri="{FF2B5EF4-FFF2-40B4-BE49-F238E27FC236}">
                <a16:creationId xmlns:a16="http://schemas.microsoft.com/office/drawing/2014/main" id="{677F01F5-D2D8-FE8E-4D32-4725AE426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800">
                <a:solidFill>
                  <a:srgbClr val="242424"/>
                </a:solidFill>
                <a:latin typeface="Arial" panose="020B0604020202020204" pitchFamily="34" charset="0"/>
              </a:rPr>
              <a:t>“Users may choose less security”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800">
              <a:solidFill>
                <a:srgbClr val="242424"/>
              </a:solidFill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err="1">
                <a:solidFill>
                  <a:srgbClr val="242424"/>
                </a:solidFill>
                <a:latin typeface="Arial" panose="020B0604020202020204" pitchFamily="34" charset="0"/>
              </a:rPr>
              <a:t>Eg.</a:t>
            </a:r>
            <a:r>
              <a:rPr lang="en-US" sz="1800">
                <a:solidFill>
                  <a:srgbClr val="242424"/>
                </a:solidFill>
                <a:latin typeface="Arial" panose="020B0604020202020204" pitchFamily="34" charset="0"/>
              </a:rPr>
              <a:t> </a:t>
            </a:r>
            <a:r>
              <a:rPr lang="en-US" sz="1800" err="1">
                <a:solidFill>
                  <a:srgbClr val="242424"/>
                </a:solidFill>
                <a:latin typeface="Arial" panose="020B0604020202020204" pitchFamily="34" charset="0"/>
              </a:rPr>
              <a:t>wifi</a:t>
            </a:r>
            <a:r>
              <a:rPr lang="en-US" sz="1800">
                <a:solidFill>
                  <a:srgbClr val="242424"/>
                </a:solidFill>
                <a:latin typeface="Arial" panose="020B0604020202020204" pitchFamily="34" charset="0"/>
              </a:rPr>
              <a:t> configuration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err="1">
                <a:solidFill>
                  <a:srgbClr val="242424"/>
                </a:solidFill>
                <a:effectLst/>
                <a:latin typeface="Arial" panose="020B0604020202020204" pitchFamily="34" charset="0"/>
              </a:rPr>
              <a:t>Mfa</a:t>
            </a:r>
            <a:r>
              <a:rPr lang="en-US" sz="1800" b="0" i="0">
                <a:solidFill>
                  <a:srgbClr val="242424"/>
                </a:solidFill>
                <a:effectLst/>
                <a:latin typeface="Arial" panose="020B0604020202020204" pitchFamily="34" charset="0"/>
              </a:rPr>
              <a:t> on by default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242424"/>
                </a:solidFill>
                <a:latin typeface="Arial" panose="020B0604020202020204" pitchFamily="34" charset="0"/>
              </a:rPr>
              <a:t>Verbose logging?</a:t>
            </a:r>
            <a:endParaRPr lang="en-US" sz="1800" b="0" i="0">
              <a:solidFill>
                <a:srgbClr val="242424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sz="1400">
              <a:solidFill>
                <a:srgbClr val="242424"/>
              </a:solidFill>
              <a:latin typeface="Arial" panose="020B0604020202020204" pitchFamily="34" charset="0"/>
            </a:endParaRPr>
          </a:p>
          <a:p>
            <a:pPr lvl="1"/>
            <a:endParaRPr lang="en-US" sz="1400">
              <a:solidFill>
                <a:srgbClr val="242424"/>
              </a:solidFill>
              <a:latin typeface="Arial" panose="020B0604020202020204" pitchFamily="34" charset="0"/>
            </a:endParaRPr>
          </a:p>
          <a:p>
            <a:pPr lvl="1"/>
            <a:endParaRPr lang="en-US" sz="1400" b="0" i="0">
              <a:solidFill>
                <a:srgbClr val="242424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sz="1400" b="0" i="0">
              <a:solidFill>
                <a:srgbClr val="242424"/>
              </a:solidFill>
              <a:effectLst/>
              <a:latin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1800" b="0" i="0">
              <a:solidFill>
                <a:srgbClr val="242424"/>
              </a:solidFill>
              <a:effectLst/>
              <a:latin typeface="Arial" panose="020B0604020202020204" pitchFamily="34" charset="0"/>
            </a:endParaRP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0CFE4FC-AA95-77A5-E35E-9A9A2A19C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Secure by default</a:t>
            </a:r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50B1C18B-033E-6B99-9C16-FA1076B8F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D3D29-3F36-4A4F-8EC4-65869CCEA577}" type="datetime1">
              <a:rPr lang="da-DK" smtClean="0"/>
              <a:t>26-11-2025</a:t>
            </a:fld>
            <a:endParaRPr lang="en-GB"/>
          </a:p>
        </p:txBody>
      </p:sp>
      <p:sp>
        <p:nvSpPr>
          <p:cNvPr id="16" name="Pladsholder til sidefod 15">
            <a:extLst>
              <a:ext uri="{FF2B5EF4-FFF2-40B4-BE49-F238E27FC236}">
                <a16:creationId xmlns:a16="http://schemas.microsoft.com/office/drawing/2014/main" id="{C1737721-E889-C783-D2C3-2CE96B8C2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ALEXANDRA INST</a:t>
            </a:r>
            <a:r>
              <a:rPr lang="en-GB">
                <a:solidFill>
                  <a:schemeClr val="accent3"/>
                </a:solidFill>
              </a:rPr>
              <a:t>IT</a:t>
            </a:r>
            <a:r>
              <a:rPr lang="en-GB"/>
              <a:t>UTTET</a:t>
            </a:r>
          </a:p>
        </p:txBody>
      </p:sp>
      <p:sp>
        <p:nvSpPr>
          <p:cNvPr id="17" name="Pladsholder til slidenummer 16">
            <a:extLst>
              <a:ext uri="{FF2B5EF4-FFF2-40B4-BE49-F238E27FC236}">
                <a16:creationId xmlns:a16="http://schemas.microsoft.com/office/drawing/2014/main" id="{6414D0A2-717E-F95D-27E7-99B2846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C9228-041E-BE4C-A177-9A7A550E9A48}" type="slidenum">
              <a:rPr lang="en-GB" smtClean="0"/>
              <a:pPr/>
              <a:t>41</a:t>
            </a:fld>
            <a:endParaRPr lang="en-GB"/>
          </a:p>
        </p:txBody>
      </p:sp>
      <p:pic>
        <p:nvPicPr>
          <p:cNvPr id="2052" name="Picture 4" descr="How to Fix NET::ERR_SSL_OBSOLETE_VERSION Warning - SiteGround KB">
            <a:extLst>
              <a:ext uri="{FF2B5EF4-FFF2-40B4-BE49-F238E27FC236}">
                <a16:creationId xmlns:a16="http://schemas.microsoft.com/office/drawing/2014/main" id="{4DEB42A1-F678-F53B-600B-378FF8D5B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5766" y="2417674"/>
            <a:ext cx="6336234" cy="370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1882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indhold 7">
            <a:extLst>
              <a:ext uri="{FF2B5EF4-FFF2-40B4-BE49-F238E27FC236}">
                <a16:creationId xmlns:a16="http://schemas.microsoft.com/office/drawing/2014/main" id="{677F01F5-D2D8-FE8E-4D32-4725AE426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800" b="0" i="0">
                <a:solidFill>
                  <a:srgbClr val="242424"/>
                </a:solidFill>
                <a:effectLst/>
                <a:latin typeface="Arial" panose="020B0604020202020204" pitchFamily="34" charset="0"/>
              </a:rPr>
              <a:t>“What happens when things break?”</a:t>
            </a:r>
          </a:p>
          <a:p>
            <a:pPr lvl="1"/>
            <a:endParaRPr lang="en-US" sz="1400" b="0" i="0">
              <a:solidFill>
                <a:srgbClr val="242424"/>
              </a:solidFill>
              <a:effectLst/>
              <a:latin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1800" b="0" i="0">
              <a:solidFill>
                <a:srgbClr val="242424"/>
              </a:solidFill>
              <a:effectLst/>
              <a:latin typeface="Arial" panose="020B0604020202020204" pitchFamily="34" charset="0"/>
            </a:endParaRP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0CFE4FC-AA95-77A5-E35E-9A9A2A19C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720000"/>
            <a:ext cx="9856357" cy="553998"/>
          </a:xfrm>
        </p:spPr>
        <p:txBody>
          <a:bodyPr/>
          <a:lstStyle/>
          <a:p>
            <a:r>
              <a:rPr lang="en-GB"/>
              <a:t>Fail secure</a:t>
            </a:r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50B1C18B-033E-6B99-9C16-FA1076B8F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D3D29-3F36-4A4F-8EC4-65869CCEA577}" type="datetime1">
              <a:rPr lang="da-DK" smtClean="0"/>
              <a:t>26-11-2025</a:t>
            </a:fld>
            <a:endParaRPr lang="en-GB"/>
          </a:p>
        </p:txBody>
      </p:sp>
      <p:sp>
        <p:nvSpPr>
          <p:cNvPr id="16" name="Pladsholder til sidefod 15">
            <a:extLst>
              <a:ext uri="{FF2B5EF4-FFF2-40B4-BE49-F238E27FC236}">
                <a16:creationId xmlns:a16="http://schemas.microsoft.com/office/drawing/2014/main" id="{C1737721-E889-C783-D2C3-2CE96B8C2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ALEXANDRA INST</a:t>
            </a:r>
            <a:r>
              <a:rPr lang="en-GB">
                <a:solidFill>
                  <a:schemeClr val="accent3"/>
                </a:solidFill>
              </a:rPr>
              <a:t>IT</a:t>
            </a:r>
            <a:r>
              <a:rPr lang="en-GB"/>
              <a:t>UTTET</a:t>
            </a:r>
          </a:p>
        </p:txBody>
      </p:sp>
      <p:sp>
        <p:nvSpPr>
          <p:cNvPr id="17" name="Pladsholder til slidenummer 16">
            <a:extLst>
              <a:ext uri="{FF2B5EF4-FFF2-40B4-BE49-F238E27FC236}">
                <a16:creationId xmlns:a16="http://schemas.microsoft.com/office/drawing/2014/main" id="{6414D0A2-717E-F95D-27E7-99B2846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C9228-041E-BE4C-A177-9A7A550E9A48}" type="slidenum">
              <a:rPr lang="en-GB" smtClean="0"/>
              <a:pPr/>
              <a:t>42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4AB8AC-56B1-8FD5-E930-047BF27C036B}"/>
              </a:ext>
            </a:extLst>
          </p:cNvPr>
          <p:cNvSpPr txBox="1"/>
          <p:nvPr/>
        </p:nvSpPr>
        <p:spPr>
          <a:xfrm>
            <a:off x="6640357" y="2791289"/>
            <a:ext cx="53347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ystem"/>
              </a:rPr>
              <a:t>Object </a:t>
            </a:r>
            <a:r>
              <a:rPr lang="en-US" err="1">
                <a:latin typeface="System"/>
              </a:rPr>
              <a:t>readObject</a:t>
            </a:r>
            <a:r>
              <a:rPr lang="en-US">
                <a:latin typeface="System"/>
              </a:rPr>
              <a:t>(object, username) {</a:t>
            </a:r>
          </a:p>
          <a:p>
            <a:r>
              <a:rPr lang="en-US">
                <a:latin typeface="System"/>
              </a:rPr>
              <a:t>	…</a:t>
            </a:r>
          </a:p>
          <a:p>
            <a:r>
              <a:rPr lang="en-US">
                <a:latin typeface="System"/>
              </a:rPr>
              <a:t>	try {</a:t>
            </a:r>
          </a:p>
          <a:p>
            <a:r>
              <a:rPr lang="en-US">
                <a:latin typeface="System"/>
              </a:rPr>
              <a:t>	…</a:t>
            </a:r>
          </a:p>
          <a:p>
            <a:r>
              <a:rPr lang="en-US">
                <a:latin typeface="System"/>
              </a:rPr>
              <a:t>		if (</a:t>
            </a:r>
            <a:r>
              <a:rPr lang="en-US" err="1">
                <a:latin typeface="System"/>
              </a:rPr>
              <a:t>hasAccessRights</a:t>
            </a:r>
            <a:r>
              <a:rPr lang="en-US">
                <a:latin typeface="System"/>
              </a:rPr>
              <a:t>(object, username)) {</a:t>
            </a:r>
          </a:p>
          <a:p>
            <a:r>
              <a:rPr lang="en-US">
                <a:latin typeface="System"/>
              </a:rPr>
              <a:t>			return object;</a:t>
            </a:r>
          </a:p>
          <a:p>
            <a:r>
              <a:rPr lang="en-US">
                <a:latin typeface="System"/>
              </a:rPr>
              <a:t>		}</a:t>
            </a:r>
          </a:p>
          <a:p>
            <a:r>
              <a:rPr lang="en-US">
                <a:latin typeface="System"/>
              </a:rPr>
              <a:t>	…</a:t>
            </a:r>
          </a:p>
          <a:p>
            <a:r>
              <a:rPr lang="en-US">
                <a:latin typeface="System"/>
              </a:rPr>
              <a:t>	catch (…</a:t>
            </a:r>
          </a:p>
          <a:p>
            <a:r>
              <a:rPr lang="en-US">
                <a:latin typeface="System"/>
              </a:rPr>
              <a:t>	…	</a:t>
            </a:r>
          </a:p>
          <a:p>
            <a:r>
              <a:rPr lang="en-US">
                <a:latin typeface="System"/>
              </a:rPr>
              <a:t>	throw new Exception(“unauthorized”);</a:t>
            </a:r>
          </a:p>
          <a:p>
            <a:r>
              <a:rPr lang="en-US">
                <a:latin typeface="System"/>
              </a:rPr>
              <a:t>}</a:t>
            </a:r>
            <a:endParaRPr lang="en-DK">
              <a:latin typeface="Syste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83E2D5-5F20-CBB7-0320-B56F7ACA7357}"/>
              </a:ext>
            </a:extLst>
          </p:cNvPr>
          <p:cNvSpPr txBox="1"/>
          <p:nvPr/>
        </p:nvSpPr>
        <p:spPr>
          <a:xfrm>
            <a:off x="761201" y="2886040"/>
            <a:ext cx="53347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ystem"/>
              </a:rPr>
              <a:t>Object </a:t>
            </a:r>
            <a:r>
              <a:rPr lang="en-US" err="1">
                <a:latin typeface="System"/>
              </a:rPr>
              <a:t>readObject</a:t>
            </a:r>
            <a:r>
              <a:rPr lang="en-US">
                <a:latin typeface="System"/>
              </a:rPr>
              <a:t>(object, username) {</a:t>
            </a:r>
          </a:p>
          <a:p>
            <a:r>
              <a:rPr lang="en-US">
                <a:latin typeface="System"/>
              </a:rPr>
              <a:t>	…</a:t>
            </a:r>
          </a:p>
          <a:p>
            <a:r>
              <a:rPr lang="en-US">
                <a:latin typeface="System"/>
              </a:rPr>
              <a:t>	try {	</a:t>
            </a:r>
          </a:p>
          <a:p>
            <a:r>
              <a:rPr lang="en-US">
                <a:latin typeface="System"/>
              </a:rPr>
              <a:t>	…</a:t>
            </a:r>
          </a:p>
          <a:p>
            <a:r>
              <a:rPr lang="en-US">
                <a:latin typeface="System"/>
              </a:rPr>
              <a:t>		if (! </a:t>
            </a:r>
            <a:r>
              <a:rPr lang="en-US" err="1">
                <a:latin typeface="System"/>
              </a:rPr>
              <a:t>hasAccessRights</a:t>
            </a:r>
            <a:r>
              <a:rPr lang="en-US">
                <a:latin typeface="System"/>
              </a:rPr>
              <a:t>(object, username)) {</a:t>
            </a:r>
          </a:p>
          <a:p>
            <a:r>
              <a:rPr lang="en-US">
                <a:latin typeface="System"/>
              </a:rPr>
              <a:t>			throw new Exception(“unauthorized”);	</a:t>
            </a:r>
          </a:p>
          <a:p>
            <a:r>
              <a:rPr lang="en-US">
                <a:latin typeface="System"/>
              </a:rPr>
              <a:t>		}</a:t>
            </a:r>
          </a:p>
          <a:p>
            <a:r>
              <a:rPr lang="en-US">
                <a:latin typeface="System"/>
              </a:rPr>
              <a:t>	…</a:t>
            </a:r>
          </a:p>
          <a:p>
            <a:r>
              <a:rPr lang="en-US">
                <a:latin typeface="System"/>
              </a:rPr>
              <a:t>	catch (...</a:t>
            </a:r>
          </a:p>
          <a:p>
            <a:r>
              <a:rPr lang="en-US">
                <a:latin typeface="System"/>
              </a:rPr>
              <a:t>	…</a:t>
            </a:r>
          </a:p>
          <a:p>
            <a:r>
              <a:rPr lang="en-US">
                <a:latin typeface="System"/>
              </a:rPr>
              <a:t>	return object;</a:t>
            </a:r>
          </a:p>
          <a:p>
            <a:r>
              <a:rPr lang="en-US">
                <a:latin typeface="System"/>
              </a:rPr>
              <a:t>}</a:t>
            </a:r>
            <a:endParaRPr lang="en-DK">
              <a:latin typeface="System"/>
            </a:endParaRPr>
          </a:p>
        </p:txBody>
      </p:sp>
    </p:spTree>
    <p:extLst>
      <p:ext uri="{BB962C8B-B14F-4D97-AF65-F5344CB8AC3E}">
        <p14:creationId xmlns:p14="http://schemas.microsoft.com/office/powerpoint/2010/main" val="3942679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indhold 7">
            <a:extLst>
              <a:ext uri="{FF2B5EF4-FFF2-40B4-BE49-F238E27FC236}">
                <a16:creationId xmlns:a16="http://schemas.microsoft.com/office/drawing/2014/main" id="{677F01F5-D2D8-FE8E-4D32-4725AE426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0" y="1579418"/>
            <a:ext cx="9181818" cy="4540581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b="0" i="0">
                <a:solidFill>
                  <a:srgbClr val="242424"/>
                </a:solidFill>
                <a:effectLst/>
                <a:latin typeface="Arial" panose="020B0604020202020204" pitchFamily="34" charset="0"/>
              </a:rPr>
              <a:t>“Ensure multiple levels of security”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800">
              <a:solidFill>
                <a:srgbClr val="242424"/>
              </a:solidFill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>
                <a:solidFill>
                  <a:srgbClr val="242424"/>
                </a:solidFill>
                <a:effectLst/>
                <a:latin typeface="Arial" panose="020B0604020202020204" pitchFamily="34" charset="0"/>
              </a:rPr>
              <a:t>MFA authentication</a:t>
            </a:r>
          </a:p>
          <a:p>
            <a:pPr lvl="1"/>
            <a:endParaRPr lang="en-US" sz="1400">
              <a:solidFill>
                <a:srgbClr val="242424"/>
              </a:solidFill>
              <a:latin typeface="Arial" panose="020B0604020202020204" pitchFamily="34" charset="0"/>
            </a:endParaRPr>
          </a:p>
          <a:p>
            <a:r>
              <a:rPr lang="en-US" sz="1800">
                <a:solidFill>
                  <a:srgbClr val="242424"/>
                </a:solidFill>
                <a:latin typeface="Arial" panose="020B0604020202020204" pitchFamily="34" charset="0"/>
              </a:rPr>
              <a:t>Can be </a:t>
            </a:r>
            <a:r>
              <a:rPr lang="en-US" sz="1800" b="0" i="0">
                <a:solidFill>
                  <a:srgbClr val="242424"/>
                </a:solidFill>
                <a:effectLst/>
                <a:latin typeface="Arial" panose="020B0604020202020204" pitchFamily="34" charset="0"/>
              </a:rPr>
              <a:t>redundant mechanisms</a:t>
            </a:r>
            <a:endParaRPr lang="en-US" sz="1400">
              <a:solidFill>
                <a:srgbClr val="242424"/>
              </a:solidFill>
              <a:latin typeface="Arial" panose="020B0604020202020204" pitchFamily="34" charset="0"/>
            </a:endParaRPr>
          </a:p>
          <a:p>
            <a:pPr lvl="1"/>
            <a:endParaRPr lang="en-US" sz="1400">
              <a:solidFill>
                <a:srgbClr val="242424"/>
              </a:solidFill>
              <a:latin typeface="Arial" panose="020B0604020202020204" pitchFamily="34" charset="0"/>
            </a:endParaRPr>
          </a:p>
          <a:p>
            <a:pPr lvl="1"/>
            <a:endParaRPr lang="en-US" sz="1400" b="0" i="0">
              <a:solidFill>
                <a:srgbClr val="242424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sz="1400" b="0" i="0">
              <a:solidFill>
                <a:srgbClr val="242424"/>
              </a:solidFill>
              <a:effectLst/>
              <a:latin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1800" b="0" i="0">
              <a:solidFill>
                <a:srgbClr val="242424"/>
              </a:solidFill>
              <a:effectLst/>
              <a:latin typeface="Arial" panose="020B0604020202020204" pitchFamily="34" charset="0"/>
            </a:endParaRP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0CFE4FC-AA95-77A5-E35E-9A9A2A19C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Defense</a:t>
            </a:r>
            <a:r>
              <a:rPr lang="en-GB"/>
              <a:t>-in-depth</a:t>
            </a:r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50B1C18B-033E-6B99-9C16-FA1076B8F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D3D29-3F36-4A4F-8EC4-65869CCEA577}" type="datetime1">
              <a:rPr lang="da-DK" smtClean="0"/>
              <a:t>26-11-2025</a:t>
            </a:fld>
            <a:endParaRPr lang="en-GB"/>
          </a:p>
        </p:txBody>
      </p:sp>
      <p:sp>
        <p:nvSpPr>
          <p:cNvPr id="16" name="Pladsholder til sidefod 15">
            <a:extLst>
              <a:ext uri="{FF2B5EF4-FFF2-40B4-BE49-F238E27FC236}">
                <a16:creationId xmlns:a16="http://schemas.microsoft.com/office/drawing/2014/main" id="{C1737721-E889-C783-D2C3-2CE96B8C2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ALEXANDRA INST</a:t>
            </a:r>
            <a:r>
              <a:rPr lang="en-GB">
                <a:solidFill>
                  <a:schemeClr val="accent3"/>
                </a:solidFill>
              </a:rPr>
              <a:t>IT</a:t>
            </a:r>
            <a:r>
              <a:rPr lang="en-GB"/>
              <a:t>UTTET</a:t>
            </a:r>
          </a:p>
        </p:txBody>
      </p:sp>
      <p:sp>
        <p:nvSpPr>
          <p:cNvPr id="17" name="Pladsholder til slidenummer 16">
            <a:extLst>
              <a:ext uri="{FF2B5EF4-FFF2-40B4-BE49-F238E27FC236}">
                <a16:creationId xmlns:a16="http://schemas.microsoft.com/office/drawing/2014/main" id="{6414D0A2-717E-F95D-27E7-99B2846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C9228-041E-BE4C-A177-9A7A550E9A48}" type="slidenum">
              <a:rPr lang="en-GB" smtClean="0"/>
              <a:pPr/>
              <a:t>43</a:t>
            </a:fld>
            <a:endParaRPr lang="en-GB"/>
          </a:p>
        </p:txBody>
      </p:sp>
      <p:pic>
        <p:nvPicPr>
          <p:cNvPr id="2050" name="Picture 2" descr="Engineering-as-a-Moat">
            <a:extLst>
              <a:ext uri="{FF2B5EF4-FFF2-40B4-BE49-F238E27FC236}">
                <a16:creationId xmlns:a16="http://schemas.microsoft.com/office/drawing/2014/main" id="{9055733D-6700-6A68-3F38-EB7414B7E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154" y="3829510"/>
            <a:ext cx="4173186" cy="2448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Ukraine war: Satellite images reveal Russian defences before major assault  - BBC News">
            <a:extLst>
              <a:ext uri="{FF2B5EF4-FFF2-40B4-BE49-F238E27FC236}">
                <a16:creationId xmlns:a16="http://schemas.microsoft.com/office/drawing/2014/main" id="{31C68775-4E8E-CAAD-1603-943773194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764" y="2311006"/>
            <a:ext cx="2961811" cy="3887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43741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indhold 7">
            <a:extLst>
              <a:ext uri="{FF2B5EF4-FFF2-40B4-BE49-F238E27FC236}">
                <a16:creationId xmlns:a16="http://schemas.microsoft.com/office/drawing/2014/main" id="{677F01F5-D2D8-FE8E-4D32-4725AE426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0" y="1809939"/>
            <a:ext cx="9856357" cy="4320000"/>
          </a:xfrm>
        </p:spPr>
        <p:txBody>
          <a:bodyPr/>
          <a:lstStyle/>
          <a:p>
            <a:pPr marL="361225" lvl="1" indent="0" algn="ctr">
              <a:buNone/>
            </a:pPr>
            <a:r>
              <a:rPr lang="en-US" sz="2800">
                <a:solidFill>
                  <a:srgbClr val="242424"/>
                </a:solidFill>
                <a:latin typeface="Arial" panose="020B0604020202020204" pitchFamily="34" charset="0"/>
              </a:rPr>
              <a:t>“Don’t assume clients are your friendly”</a:t>
            </a:r>
            <a:endParaRPr lang="en-US" sz="2800" b="0" i="0">
              <a:solidFill>
                <a:srgbClr val="242424"/>
              </a:solidFill>
              <a:effectLst/>
              <a:latin typeface="Calibri" panose="020F0502020204030204" pitchFamily="34" charset="0"/>
            </a:endParaRPr>
          </a:p>
          <a:p>
            <a:endParaRPr lang="en-GB"/>
          </a:p>
          <a:p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0CFE4FC-AA95-77A5-E35E-9A9A2A19C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“Zero trust” / Never trust clients</a:t>
            </a:r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50B1C18B-033E-6B99-9C16-FA1076B8F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D3D29-3F36-4A4F-8EC4-65869CCEA577}" type="datetime1">
              <a:rPr lang="da-DK" smtClean="0"/>
              <a:t>26-11-2025</a:t>
            </a:fld>
            <a:endParaRPr lang="en-GB"/>
          </a:p>
        </p:txBody>
      </p:sp>
      <p:sp>
        <p:nvSpPr>
          <p:cNvPr id="16" name="Pladsholder til sidefod 15">
            <a:extLst>
              <a:ext uri="{FF2B5EF4-FFF2-40B4-BE49-F238E27FC236}">
                <a16:creationId xmlns:a16="http://schemas.microsoft.com/office/drawing/2014/main" id="{C1737721-E889-C783-D2C3-2CE96B8C2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ALEXANDRA INST</a:t>
            </a:r>
            <a:r>
              <a:rPr lang="en-GB">
                <a:solidFill>
                  <a:schemeClr val="accent3"/>
                </a:solidFill>
              </a:rPr>
              <a:t>IT</a:t>
            </a:r>
            <a:r>
              <a:rPr lang="en-GB"/>
              <a:t>UTTET</a:t>
            </a:r>
          </a:p>
        </p:txBody>
      </p:sp>
      <p:sp>
        <p:nvSpPr>
          <p:cNvPr id="17" name="Pladsholder til slidenummer 16">
            <a:extLst>
              <a:ext uri="{FF2B5EF4-FFF2-40B4-BE49-F238E27FC236}">
                <a16:creationId xmlns:a16="http://schemas.microsoft.com/office/drawing/2014/main" id="{6414D0A2-717E-F95D-27E7-99B2846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C9228-041E-BE4C-A177-9A7A550E9A48}" type="slidenum">
              <a:rPr lang="en-GB" smtClean="0"/>
              <a:pPr/>
              <a:t>44</a:t>
            </a:fld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0EF0CF-1DBB-0706-7336-AFC0A360B015}"/>
              </a:ext>
            </a:extLst>
          </p:cNvPr>
          <p:cNvSpPr/>
          <p:nvPr/>
        </p:nvSpPr>
        <p:spPr>
          <a:xfrm>
            <a:off x="8531263" y="4958975"/>
            <a:ext cx="299312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 a signature!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85715261-0E01-86D0-5B70-2FCE323C1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832" y="2688595"/>
            <a:ext cx="3753374" cy="1019317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1B6A9F13-7A8E-7D2B-D720-A0C0E7834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7157" y="4243853"/>
            <a:ext cx="6449325" cy="1590897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02A5DABA-ECEF-23E1-772C-AE29C322EB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8887" y="3853207"/>
            <a:ext cx="1714739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5844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indhold 7">
            <a:extLst>
              <a:ext uri="{FF2B5EF4-FFF2-40B4-BE49-F238E27FC236}">
                <a16:creationId xmlns:a16="http://schemas.microsoft.com/office/drawing/2014/main" id="{677F01F5-D2D8-FE8E-4D32-4725AE426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7564" y="1504436"/>
            <a:ext cx="9856357" cy="4320000"/>
          </a:xfrm>
        </p:spPr>
        <p:txBody>
          <a:bodyPr/>
          <a:lstStyle/>
          <a:p>
            <a:pPr marL="0" indent="0" algn="ctr">
              <a:buNone/>
            </a:pPr>
            <a:endParaRPr lang="en-US" b="0" i="0">
              <a:solidFill>
                <a:srgbClr val="242424"/>
              </a:solidFill>
              <a:effectLst/>
              <a:latin typeface="Calibri" panose="020F0502020204030204" pitchFamily="34" charset="0"/>
            </a:endParaRPr>
          </a:p>
          <a:p>
            <a:pPr marL="0" indent="0" algn="ctr">
              <a:buNone/>
            </a:pPr>
            <a:endParaRPr lang="en-US" b="0" i="0">
              <a:solidFill>
                <a:srgbClr val="242424"/>
              </a:solidFill>
              <a:effectLst/>
              <a:latin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b="0" i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“Don’t allow people to do more than they need to”</a:t>
            </a:r>
          </a:p>
          <a:p>
            <a:endParaRPr lang="en-US" sz="1800" b="0" i="0">
              <a:solidFill>
                <a:srgbClr val="242424"/>
              </a:solidFill>
              <a:effectLst/>
              <a:latin typeface="Calibri" panose="020F0502020204030204" pitchFamily="34" charset="0"/>
            </a:endParaRPr>
          </a:p>
          <a:p>
            <a:pPr lvl="1"/>
            <a:endParaRPr lang="en-US" sz="140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lvl="1"/>
            <a:endParaRPr lang="en-US" sz="140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r>
              <a:rPr lang="en-US" sz="1800">
                <a:solidFill>
                  <a:srgbClr val="242424"/>
                </a:solidFill>
                <a:latin typeface="Calibri" panose="020F0502020204030204" pitchFamily="34" charset="0"/>
              </a:rPr>
              <a:t>Minimize the damage when bad things happen</a:t>
            </a:r>
          </a:p>
          <a:p>
            <a:pPr lvl="1"/>
            <a:r>
              <a:rPr lang="en-US" sz="1400">
                <a:solidFill>
                  <a:srgbClr val="242424"/>
                </a:solidFill>
                <a:latin typeface="Calibri" panose="020F0502020204030204" pitchFamily="34" charset="0"/>
              </a:rPr>
              <a:t>Both malicious and by accident</a:t>
            </a:r>
          </a:p>
          <a:p>
            <a:pPr lvl="1"/>
            <a:endParaRPr lang="en-US" sz="140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lvl="1"/>
            <a:endParaRPr lang="en-US" sz="1400" b="0" i="0">
              <a:solidFill>
                <a:srgbClr val="242424"/>
              </a:solidFill>
              <a:effectLst/>
              <a:latin typeface="Calibri" panose="020F0502020204030204" pitchFamily="34" charset="0"/>
            </a:endParaRP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0CFE4FC-AA95-77A5-E35E-9A9A2A19C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720000"/>
            <a:ext cx="9856357" cy="1107996"/>
          </a:xfrm>
        </p:spPr>
        <p:txBody>
          <a:bodyPr/>
          <a:lstStyle/>
          <a:p>
            <a:r>
              <a:rPr lang="en-GB"/>
              <a:t>Least privilege and functionality</a:t>
            </a:r>
            <a:br>
              <a:rPr lang="en-GB"/>
            </a:br>
            <a:r>
              <a:rPr lang="en-GB"/>
              <a:t>Privilege minimization</a:t>
            </a:r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50B1C18B-033E-6B99-9C16-FA1076B8F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D3D29-3F36-4A4F-8EC4-65869CCEA577}" type="datetime1">
              <a:rPr lang="da-DK" smtClean="0"/>
              <a:t>26-11-2025</a:t>
            </a:fld>
            <a:endParaRPr lang="en-GB"/>
          </a:p>
        </p:txBody>
      </p:sp>
      <p:sp>
        <p:nvSpPr>
          <p:cNvPr id="16" name="Pladsholder til sidefod 15">
            <a:extLst>
              <a:ext uri="{FF2B5EF4-FFF2-40B4-BE49-F238E27FC236}">
                <a16:creationId xmlns:a16="http://schemas.microsoft.com/office/drawing/2014/main" id="{C1737721-E889-C783-D2C3-2CE96B8C2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ALEXANDRA INST</a:t>
            </a:r>
            <a:r>
              <a:rPr lang="en-GB">
                <a:solidFill>
                  <a:schemeClr val="accent3"/>
                </a:solidFill>
              </a:rPr>
              <a:t>IT</a:t>
            </a:r>
            <a:r>
              <a:rPr lang="en-GB"/>
              <a:t>UTTET</a:t>
            </a:r>
          </a:p>
        </p:txBody>
      </p:sp>
      <p:sp>
        <p:nvSpPr>
          <p:cNvPr id="17" name="Pladsholder til slidenummer 16">
            <a:extLst>
              <a:ext uri="{FF2B5EF4-FFF2-40B4-BE49-F238E27FC236}">
                <a16:creationId xmlns:a16="http://schemas.microsoft.com/office/drawing/2014/main" id="{6414D0A2-717E-F95D-27E7-99B2846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C9228-041E-BE4C-A177-9A7A550E9A48}" type="slidenum">
              <a:rPr lang="en-GB" smtClean="0"/>
              <a:pPr/>
              <a:t>45</a:t>
            </a:fld>
            <a:endParaRPr lang="en-GB"/>
          </a:p>
        </p:txBody>
      </p:sp>
      <p:pic>
        <p:nvPicPr>
          <p:cNvPr id="1026" name="Picture 2" descr="delete all the files - ALL THE - quickmeme">
            <a:extLst>
              <a:ext uri="{FF2B5EF4-FFF2-40B4-BE49-F238E27FC236}">
                <a16:creationId xmlns:a16="http://schemas.microsoft.com/office/drawing/2014/main" id="{5732C7C6-2FBB-0C55-7DC2-F5C86358B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504" y="3490806"/>
            <a:ext cx="2543175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03338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indhold 7">
            <a:extLst>
              <a:ext uri="{FF2B5EF4-FFF2-40B4-BE49-F238E27FC236}">
                <a16:creationId xmlns:a16="http://schemas.microsoft.com/office/drawing/2014/main" id="{677F01F5-D2D8-FE8E-4D32-4725AE426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1225" lvl="1" indent="0" algn="ctr">
              <a:buNone/>
            </a:pPr>
            <a:r>
              <a:rPr lang="en-US" sz="2800" b="0" i="0">
                <a:solidFill>
                  <a:srgbClr val="242424"/>
                </a:solidFill>
                <a:effectLst/>
                <a:latin typeface="Arial" panose="020B0604020202020204" pitchFamily="34" charset="0"/>
              </a:rPr>
              <a:t>“How is admin-stuff done?”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800">
              <a:solidFill>
                <a:srgbClr val="242424"/>
              </a:solidFill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242424"/>
                </a:solidFill>
                <a:latin typeface="Arial" panose="020B0604020202020204" pitchFamily="34" charset="0"/>
              </a:rPr>
              <a:t>Developer team can only push to “development” environment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242424"/>
                </a:solidFill>
                <a:latin typeface="Arial" panose="020B0604020202020204" pitchFamily="34" charset="0"/>
              </a:rPr>
              <a:t>QA team may pull from “development” into “QA”  environment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242424"/>
                </a:solidFill>
                <a:latin typeface="Arial" panose="020B0604020202020204" pitchFamily="34" charset="0"/>
              </a:rPr>
              <a:t>Operation team may pull from “QA” into “Production” environment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800" b="0" i="0">
              <a:solidFill>
                <a:srgbClr val="242424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>
                <a:solidFill>
                  <a:srgbClr val="242424"/>
                </a:solidFill>
                <a:effectLst/>
                <a:latin typeface="Arial" panose="020B0604020202020204" pitchFamily="34" charset="0"/>
              </a:rPr>
              <a:t>Switching to an admin-account can be cumbersome – beware!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800">
              <a:solidFill>
                <a:srgbClr val="242424"/>
              </a:solidFill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1800" b="0" i="0">
              <a:solidFill>
                <a:srgbClr val="242424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sz="1400">
              <a:solidFill>
                <a:srgbClr val="242424"/>
              </a:solidFill>
              <a:latin typeface="Arial" panose="020B0604020202020204" pitchFamily="34" charset="0"/>
            </a:endParaRPr>
          </a:p>
          <a:p>
            <a:pPr lvl="1"/>
            <a:endParaRPr lang="en-US" sz="1400">
              <a:solidFill>
                <a:srgbClr val="242424"/>
              </a:solidFill>
              <a:latin typeface="Arial" panose="020B0604020202020204" pitchFamily="34" charset="0"/>
            </a:endParaRPr>
          </a:p>
          <a:p>
            <a:pPr lvl="1"/>
            <a:endParaRPr lang="en-US" sz="1400" b="0" i="0">
              <a:solidFill>
                <a:srgbClr val="242424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sz="1400" b="0" i="0">
              <a:solidFill>
                <a:srgbClr val="242424"/>
              </a:solidFill>
              <a:effectLst/>
              <a:latin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1800" b="0" i="0">
              <a:solidFill>
                <a:srgbClr val="242424"/>
              </a:solidFill>
              <a:effectLst/>
              <a:latin typeface="Arial" panose="020B0604020202020204" pitchFamily="34" charset="0"/>
            </a:endParaRP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0CFE4FC-AA95-77A5-E35E-9A9A2A19C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720000"/>
            <a:ext cx="9856357" cy="553998"/>
          </a:xfrm>
        </p:spPr>
        <p:txBody>
          <a:bodyPr/>
          <a:lstStyle/>
          <a:p>
            <a:r>
              <a:rPr lang="en-GB"/>
              <a:t>Separation of duties / privilege</a:t>
            </a:r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50B1C18B-033E-6B99-9C16-FA1076B8F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D3D29-3F36-4A4F-8EC4-65869CCEA577}" type="datetime1">
              <a:rPr lang="da-DK" smtClean="0"/>
              <a:t>26-11-2025</a:t>
            </a:fld>
            <a:endParaRPr lang="en-GB"/>
          </a:p>
        </p:txBody>
      </p:sp>
      <p:sp>
        <p:nvSpPr>
          <p:cNvPr id="16" name="Pladsholder til sidefod 15">
            <a:extLst>
              <a:ext uri="{FF2B5EF4-FFF2-40B4-BE49-F238E27FC236}">
                <a16:creationId xmlns:a16="http://schemas.microsoft.com/office/drawing/2014/main" id="{C1737721-E889-C783-D2C3-2CE96B8C2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ALEXANDRA INST</a:t>
            </a:r>
            <a:r>
              <a:rPr lang="en-GB">
                <a:solidFill>
                  <a:schemeClr val="accent3"/>
                </a:solidFill>
              </a:rPr>
              <a:t>IT</a:t>
            </a:r>
            <a:r>
              <a:rPr lang="en-GB"/>
              <a:t>UTTET</a:t>
            </a:r>
          </a:p>
        </p:txBody>
      </p:sp>
      <p:sp>
        <p:nvSpPr>
          <p:cNvPr id="17" name="Pladsholder til slidenummer 16">
            <a:extLst>
              <a:ext uri="{FF2B5EF4-FFF2-40B4-BE49-F238E27FC236}">
                <a16:creationId xmlns:a16="http://schemas.microsoft.com/office/drawing/2014/main" id="{6414D0A2-717E-F95D-27E7-99B2846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C9228-041E-BE4C-A177-9A7A550E9A48}" type="slidenum">
              <a:rPr lang="en-GB" smtClean="0"/>
              <a:pPr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8785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indhold 7">
            <a:extLst>
              <a:ext uri="{FF2B5EF4-FFF2-40B4-BE49-F238E27FC236}">
                <a16:creationId xmlns:a16="http://schemas.microsoft.com/office/drawing/2014/main" id="{677F01F5-D2D8-FE8E-4D32-4725AE426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0" y="1634836"/>
            <a:ext cx="9856357" cy="4485164"/>
          </a:xfrm>
        </p:spPr>
        <p:txBody>
          <a:bodyPr/>
          <a:lstStyle/>
          <a:p>
            <a:pPr marL="361225" lvl="1" indent="0" algn="ctr">
              <a:buNone/>
            </a:pPr>
            <a:r>
              <a:rPr lang="en-US" sz="2800">
                <a:solidFill>
                  <a:srgbClr val="242424"/>
                </a:solidFill>
                <a:latin typeface="Arial" panose="020B0604020202020204" pitchFamily="34" charset="0"/>
              </a:rPr>
              <a:t>“How much information is actually needed?”</a:t>
            </a:r>
          </a:p>
          <a:p>
            <a:r>
              <a:rPr lang="en-US" sz="1800">
                <a:solidFill>
                  <a:srgbClr val="242424"/>
                </a:solidFill>
                <a:latin typeface="Arial" panose="020B0604020202020204" pitchFamily="34" charset="0"/>
              </a:rPr>
              <a:t>Consider information leakage</a:t>
            </a:r>
          </a:p>
          <a:p>
            <a:r>
              <a:rPr lang="en-US" sz="1800">
                <a:solidFill>
                  <a:srgbClr val="242424"/>
                </a:solidFill>
                <a:latin typeface="Arial" panose="020B0604020202020204" pitchFamily="34" charset="0"/>
              </a:rPr>
              <a:t>Debug info?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0CFE4FC-AA95-77A5-E35E-9A9A2A19C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Need to know</a:t>
            </a:r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50B1C18B-033E-6B99-9C16-FA1076B8F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D3D29-3F36-4A4F-8EC4-65869CCEA577}" type="datetime1">
              <a:rPr lang="da-DK" smtClean="0"/>
              <a:t>26-11-2025</a:t>
            </a:fld>
            <a:endParaRPr lang="en-GB"/>
          </a:p>
        </p:txBody>
      </p:sp>
      <p:sp>
        <p:nvSpPr>
          <p:cNvPr id="16" name="Pladsholder til sidefod 15">
            <a:extLst>
              <a:ext uri="{FF2B5EF4-FFF2-40B4-BE49-F238E27FC236}">
                <a16:creationId xmlns:a16="http://schemas.microsoft.com/office/drawing/2014/main" id="{C1737721-E889-C783-D2C3-2CE96B8C2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ALEXANDRA INST</a:t>
            </a:r>
            <a:r>
              <a:rPr lang="en-GB">
                <a:solidFill>
                  <a:schemeClr val="accent3"/>
                </a:solidFill>
              </a:rPr>
              <a:t>IT</a:t>
            </a:r>
            <a:r>
              <a:rPr lang="en-GB"/>
              <a:t>UTTET</a:t>
            </a:r>
          </a:p>
        </p:txBody>
      </p:sp>
      <p:sp>
        <p:nvSpPr>
          <p:cNvPr id="17" name="Pladsholder til slidenummer 16">
            <a:extLst>
              <a:ext uri="{FF2B5EF4-FFF2-40B4-BE49-F238E27FC236}">
                <a16:creationId xmlns:a16="http://schemas.microsoft.com/office/drawing/2014/main" id="{6414D0A2-717E-F95D-27E7-99B2846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C9228-041E-BE4C-A177-9A7A550E9A48}" type="slidenum">
              <a:rPr lang="en-GB" smtClean="0"/>
              <a:pPr/>
              <a:t>47</a:t>
            </a:fld>
            <a:endParaRPr lang="en-GB"/>
          </a:p>
        </p:txBody>
      </p:sp>
      <p:pic>
        <p:nvPicPr>
          <p:cNvPr id="1026" name="Picture 2" descr="Why do I see 'Authentication failed'? | The Online Library">
            <a:extLst>
              <a:ext uri="{FF2B5EF4-FFF2-40B4-BE49-F238E27FC236}">
                <a16:creationId xmlns:a16="http://schemas.microsoft.com/office/drawing/2014/main" id="{19A0696B-81DA-52AD-677D-3F83DF5D9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67" y="3188771"/>
            <a:ext cx="41148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nter image description here">
            <a:extLst>
              <a:ext uri="{FF2B5EF4-FFF2-40B4-BE49-F238E27FC236}">
                <a16:creationId xmlns:a16="http://schemas.microsoft.com/office/drawing/2014/main" id="{D6FCBD70-688D-5FF9-3ACB-54F6DF7AF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218" y="2735796"/>
            <a:ext cx="6016362" cy="3384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Inactive User or UserName not found - Case management">
            <a:extLst>
              <a:ext uri="{FF2B5EF4-FFF2-40B4-BE49-F238E27FC236}">
                <a16:creationId xmlns:a16="http://schemas.microsoft.com/office/drawing/2014/main" id="{CBF4D533-FAD5-4B32-4466-4404E4C5E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764" y="2397165"/>
            <a:ext cx="4321623" cy="2200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5942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indhold 7">
            <a:extLst>
              <a:ext uri="{FF2B5EF4-FFF2-40B4-BE49-F238E27FC236}">
                <a16:creationId xmlns:a16="http://schemas.microsoft.com/office/drawing/2014/main" id="{677F01F5-D2D8-FE8E-4D32-4725AE426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1" y="1800000"/>
            <a:ext cx="6670330" cy="2200746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>
                <a:solidFill>
                  <a:srgbClr val="242424"/>
                </a:solidFill>
                <a:effectLst/>
                <a:latin typeface="Arial" panose="020B0604020202020204" pitchFamily="34" charset="0"/>
              </a:rPr>
              <a:t>Don’t rely on “hard to understand” code or protocols</a:t>
            </a:r>
          </a:p>
          <a:p>
            <a:pPr lvl="1"/>
            <a:r>
              <a:rPr lang="en-US" sz="1800">
                <a:solidFill>
                  <a:srgbClr val="242424"/>
                </a:solidFill>
                <a:latin typeface="Arial" panose="020B0604020202020204" pitchFamily="34" charset="0"/>
              </a:rPr>
              <a:t>It is easy to reverse engineer code</a:t>
            </a:r>
          </a:p>
          <a:p>
            <a:pPr lvl="1"/>
            <a:r>
              <a:rPr lang="en-US" sz="1800">
                <a:solidFill>
                  <a:srgbClr val="242424"/>
                </a:solidFill>
                <a:latin typeface="Arial" panose="020B0604020202020204" pitchFamily="34" charset="0"/>
              </a:rPr>
              <a:t>Same goes for proprietary protocols</a:t>
            </a:r>
          </a:p>
          <a:p>
            <a:r>
              <a:rPr lang="en-US" sz="2200">
                <a:solidFill>
                  <a:srgbClr val="242424"/>
                </a:solidFill>
                <a:latin typeface="Arial" panose="020B0604020202020204" pitchFamily="34" charset="0"/>
              </a:rPr>
              <a:t>Parallels with </a:t>
            </a:r>
            <a:r>
              <a:rPr lang="en-US" sz="2200" err="1">
                <a:solidFill>
                  <a:srgbClr val="242424"/>
                </a:solidFill>
                <a:latin typeface="Arial" panose="020B0604020202020204" pitchFamily="34" charset="0"/>
              </a:rPr>
              <a:t>OpenSource</a:t>
            </a:r>
            <a:r>
              <a:rPr lang="en-US" sz="2200">
                <a:solidFill>
                  <a:srgbClr val="242424"/>
                </a:solidFill>
                <a:latin typeface="Arial" panose="020B0604020202020204" pitchFamily="34" charset="0"/>
              </a:rPr>
              <a:t> software</a:t>
            </a:r>
          </a:p>
          <a:p>
            <a:pPr lvl="1"/>
            <a:r>
              <a:rPr lang="en-US" sz="1800">
                <a:solidFill>
                  <a:srgbClr val="242424"/>
                </a:solidFill>
                <a:latin typeface="Arial" panose="020B0604020202020204" pitchFamily="34" charset="0"/>
              </a:rPr>
              <a:t>In theory openness should improve quality</a:t>
            </a:r>
            <a:endParaRPr lang="en-US" sz="1400" b="0" i="0">
              <a:solidFill>
                <a:srgbClr val="242424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sz="1400" b="0" i="0">
              <a:solidFill>
                <a:srgbClr val="242424"/>
              </a:solidFill>
              <a:effectLst/>
              <a:latin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1800" b="0" i="0">
              <a:solidFill>
                <a:srgbClr val="242424"/>
              </a:solidFill>
              <a:effectLst/>
              <a:latin typeface="Arial" panose="020B0604020202020204" pitchFamily="34" charset="0"/>
            </a:endParaRP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0CFE4FC-AA95-77A5-E35E-9A9A2A19C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720000"/>
            <a:ext cx="9856357" cy="553998"/>
          </a:xfrm>
        </p:spPr>
        <p:txBody>
          <a:bodyPr/>
          <a:lstStyle/>
          <a:p>
            <a:r>
              <a:rPr lang="en-GB"/>
              <a:t>Security by obscurity</a:t>
            </a:r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50B1C18B-033E-6B99-9C16-FA1076B8F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D3D29-3F36-4A4F-8EC4-65869CCEA577}" type="datetime1">
              <a:rPr lang="da-DK" smtClean="0"/>
              <a:t>26-11-2025</a:t>
            </a:fld>
            <a:endParaRPr lang="en-GB"/>
          </a:p>
        </p:txBody>
      </p:sp>
      <p:sp>
        <p:nvSpPr>
          <p:cNvPr id="16" name="Pladsholder til sidefod 15">
            <a:extLst>
              <a:ext uri="{FF2B5EF4-FFF2-40B4-BE49-F238E27FC236}">
                <a16:creationId xmlns:a16="http://schemas.microsoft.com/office/drawing/2014/main" id="{C1737721-E889-C783-D2C3-2CE96B8C2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ALEXANDRA INST</a:t>
            </a:r>
            <a:r>
              <a:rPr lang="en-GB">
                <a:solidFill>
                  <a:schemeClr val="accent3"/>
                </a:solidFill>
              </a:rPr>
              <a:t>IT</a:t>
            </a:r>
            <a:r>
              <a:rPr lang="en-GB"/>
              <a:t>UTTET</a:t>
            </a:r>
          </a:p>
        </p:txBody>
      </p:sp>
      <p:sp>
        <p:nvSpPr>
          <p:cNvPr id="17" name="Pladsholder til slidenummer 16">
            <a:extLst>
              <a:ext uri="{FF2B5EF4-FFF2-40B4-BE49-F238E27FC236}">
                <a16:creationId xmlns:a16="http://schemas.microsoft.com/office/drawing/2014/main" id="{6414D0A2-717E-F95D-27E7-99B2846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C9228-041E-BE4C-A177-9A7A550E9A48}" type="slidenum">
              <a:rPr lang="en-GB" smtClean="0"/>
              <a:pPr/>
              <a:t>48</a:t>
            </a:fld>
            <a:endParaRPr lang="en-GB"/>
          </a:p>
        </p:txBody>
      </p:sp>
      <p:pic>
        <p:nvPicPr>
          <p:cNvPr id="3074" name="Picture 2" descr="Security Through Obscurity: The Good, The Bad, The Ugly">
            <a:extLst>
              <a:ext uri="{FF2B5EF4-FFF2-40B4-BE49-F238E27FC236}">
                <a16:creationId xmlns:a16="http://schemas.microsoft.com/office/drawing/2014/main" id="{8D2E326E-8131-C582-3A3D-E90240843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604" y="3871121"/>
            <a:ext cx="5567095" cy="2338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Pladsholder til indhold 7">
            <a:extLst>
              <a:ext uri="{FF2B5EF4-FFF2-40B4-BE49-F238E27FC236}">
                <a16:creationId xmlns:a16="http://schemas.microsoft.com/office/drawing/2014/main" id="{67FE5AE5-F7FD-284A-C162-C4E1CCB3A208}"/>
              </a:ext>
            </a:extLst>
          </p:cNvPr>
          <p:cNvSpPr txBox="1">
            <a:spLocks/>
          </p:cNvSpPr>
          <p:nvPr/>
        </p:nvSpPr>
        <p:spPr>
          <a:xfrm>
            <a:off x="7896980" y="1363299"/>
            <a:ext cx="3890488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rgbClr val="BF5D2B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43434"/>
                </a:solidFill>
                <a:latin typeface="Arial"/>
                <a:ea typeface="+mn-ea"/>
                <a:cs typeface="Arial"/>
              </a:defRPr>
            </a:lvl1pPr>
            <a:lvl2pPr marL="720000" indent="-358775" algn="l" defTabSz="4572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rgbClr val="BF5D2B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rgbClr val="343434"/>
                </a:solidFill>
                <a:latin typeface="Arial"/>
                <a:ea typeface="+mn-ea"/>
                <a:cs typeface="Arial"/>
              </a:defRPr>
            </a:lvl2pPr>
            <a:lvl3pPr marL="108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rgbClr val="BF5D2B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rgbClr val="343434"/>
                </a:solidFill>
                <a:latin typeface="Arial"/>
                <a:ea typeface="+mn-ea"/>
                <a:cs typeface="Arial"/>
              </a:defRPr>
            </a:lvl3pPr>
            <a:lvl4pPr marL="108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rgbClr val="D7643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rgbClr val="343434"/>
                </a:solidFill>
                <a:latin typeface="Arial"/>
                <a:ea typeface="+mn-ea"/>
                <a:cs typeface="Arial"/>
              </a:defRPr>
            </a:lvl4pPr>
            <a:lvl5pPr marL="0" indent="0" algn="l" defTabSz="457200" rtl="0" eaLnBrk="1" latinLnBrk="0" hangingPunct="1">
              <a:lnSpc>
                <a:spcPct val="114000"/>
              </a:lnSpc>
              <a:spcBef>
                <a:spcPct val="20000"/>
              </a:spcBef>
              <a:buClr>
                <a:srgbClr val="D76432"/>
              </a:buClr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sz="1800">
              <a:solidFill>
                <a:srgbClr val="242424"/>
              </a:solidFill>
              <a:latin typeface="Arial" panose="020B0604020202020204" pitchFamily="34" charset="0"/>
            </a:endParaRPr>
          </a:p>
          <a:p>
            <a:r>
              <a:rPr lang="en-US" sz="2200">
                <a:solidFill>
                  <a:srgbClr val="242424"/>
                </a:solidFill>
                <a:latin typeface="Arial" panose="020B0604020202020204" pitchFamily="34" charset="0"/>
              </a:rPr>
              <a:t>Adding obfuscation does make it harder for an attacker (!)</a:t>
            </a:r>
          </a:p>
          <a:p>
            <a:pPr lvl="1"/>
            <a:r>
              <a:rPr lang="en-US" sz="1800">
                <a:solidFill>
                  <a:srgbClr val="242424"/>
                </a:solidFill>
                <a:latin typeface="Arial" panose="020B0604020202020204" pitchFamily="34" charset="0"/>
              </a:rPr>
              <a:t>But it can’t stand alone</a:t>
            </a:r>
            <a:endParaRPr lang="en-US" sz="1400">
              <a:solidFill>
                <a:srgbClr val="242424"/>
              </a:solidFill>
              <a:latin typeface="Arial" panose="020B0604020202020204" pitchFamily="34" charset="0"/>
            </a:endParaRPr>
          </a:p>
          <a:p>
            <a:pPr lvl="1"/>
            <a:endParaRPr lang="en-US" sz="1400">
              <a:solidFill>
                <a:srgbClr val="242424"/>
              </a:solidFill>
              <a:latin typeface="Arial" panose="020B0604020202020204" pitchFamily="34" charset="0"/>
            </a:endParaRPr>
          </a:p>
          <a:p>
            <a:pPr lvl="1"/>
            <a:endParaRPr lang="en-US" sz="140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endParaRPr lang="en-US" sz="1800">
              <a:solidFill>
                <a:srgbClr val="242424"/>
              </a:solidFill>
              <a:latin typeface="Arial" panose="020B0604020202020204" pitchFamily="34" charset="0"/>
            </a:endParaRP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1895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EA076-228A-7D93-8C40-44EEA58D2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90BD6E9-2E8D-E73C-9753-5012364F0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noProof="0"/>
              <a:t>Frokost til 13.00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A7EC5FC-D803-7E60-76E3-AB7C18BCFEC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47313" y="6567488"/>
            <a:ext cx="1944687" cy="214312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49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8476781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30067-64A6-25C7-FEBB-B02E05940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C086FE-3C5C-F63D-9508-884CF6D42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9982093" cy="2319469"/>
          </a:xfrm>
        </p:spPr>
        <p:txBody>
          <a:bodyPr/>
          <a:lstStyle/>
          <a:p>
            <a:r>
              <a:rPr lang="da-DK" noProof="0"/>
              <a:t>Data security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FB9E51CD-A836-211F-5CA7-53564C9D02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noProof="0"/>
              <a:t>Spørgetime</a:t>
            </a:r>
          </a:p>
          <a:p>
            <a:endParaRPr lang="da-DK" noProof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43815411-0CBB-AD72-9539-2E6C7DFEDB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8613122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2A49B-034D-306F-9920-70B1DE34F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237E669-38E6-CA5B-0A7E-F5A36008E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en-US" noProof="0"/>
              <a:t>Ingen </a:t>
            </a:r>
            <a:r>
              <a:rPr lang="en-US" noProof="0" err="1"/>
              <a:t>indkomne</a:t>
            </a:r>
            <a:r>
              <a:rPr lang="en-US" noProof="0"/>
              <a:t> </a:t>
            </a:r>
            <a:r>
              <a:rPr lang="en-US" noProof="0" err="1"/>
              <a:t>spørgsmål</a:t>
            </a:r>
            <a:r>
              <a:rPr lang="en-US" noProof="0"/>
              <a:t> (</a:t>
            </a:r>
            <a:r>
              <a:rPr lang="en-US" noProof="0" err="1"/>
              <a:t>endnu</a:t>
            </a:r>
            <a:r>
              <a:rPr lang="en-US" noProof="0"/>
              <a:t>)</a:t>
            </a:r>
            <a:endParaRPr lang="da-DK" noProof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199C0C5-F80C-5224-DC16-0104B03B1B4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47313" y="6567488"/>
            <a:ext cx="1944687" cy="214312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51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2556401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887D3-851A-7CA9-5F77-DD99637FC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78A58-FBAB-AC55-79D6-001E14D58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Opsamling på i dag</a:t>
            </a:r>
          </a:p>
        </p:txBody>
      </p:sp>
    </p:spTree>
    <p:extLst>
      <p:ext uri="{BB962C8B-B14F-4D97-AF65-F5344CB8AC3E}">
        <p14:creationId xmlns:p14="http://schemas.microsoft.com/office/powerpoint/2010/main" val="298446376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side">
  <a:themeElements>
    <a:clrScheme name="Alexandra Instituttet farver 2024">
      <a:dk1>
        <a:srgbClr val="343434"/>
      </a:dk1>
      <a:lt1>
        <a:srgbClr val="FFFFFF"/>
      </a:lt1>
      <a:dk2>
        <a:srgbClr val="343434"/>
      </a:dk2>
      <a:lt2>
        <a:srgbClr val="EDEDED"/>
      </a:lt2>
      <a:accent1>
        <a:srgbClr val="002A3F"/>
      </a:accent1>
      <a:accent2>
        <a:srgbClr val="0E495F"/>
      </a:accent2>
      <a:accent3>
        <a:srgbClr val="7797A5"/>
      </a:accent3>
      <a:accent4>
        <a:srgbClr val="9DB2BB"/>
      </a:accent4>
      <a:accent5>
        <a:srgbClr val="2B6B8B"/>
      </a:accent5>
      <a:accent6>
        <a:srgbClr val="BE5D2B"/>
      </a:accent6>
      <a:hlink>
        <a:srgbClr val="BE5D2B"/>
      </a:hlink>
      <a:folHlink>
        <a:srgbClr val="95989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lexandra_Instituttet_2022_DK" id="{4A3BB4F3-E6E2-C94B-9938-7B191890F638}" vid="{0E9BCA01-149E-234A-89EB-7639E86386CB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2297d5-60a3-4378-8fa0-0f27dec9bc09">
      <Terms xmlns="http://schemas.microsoft.com/office/infopath/2007/PartnerControls"/>
    </lcf76f155ced4ddcb4097134ff3c332f>
    <TaxCatchAll xmlns="b7a1e643-70f8-4e3c-953a-3408b8617d0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27C4D7E2A2944090E7FCAA05E5A1BB" ma:contentTypeVersion="10" ma:contentTypeDescription="Create a new document." ma:contentTypeScope="" ma:versionID="61bb59605d65b2b0c3c3a23f95b7d871">
  <xsd:schema xmlns:xsd="http://www.w3.org/2001/XMLSchema" xmlns:xs="http://www.w3.org/2001/XMLSchema" xmlns:p="http://schemas.microsoft.com/office/2006/metadata/properties" xmlns:ns2="992297d5-60a3-4378-8fa0-0f27dec9bc09" xmlns:ns3="b7a1e643-70f8-4e3c-953a-3408b8617d0b" targetNamespace="http://schemas.microsoft.com/office/2006/metadata/properties" ma:root="true" ma:fieldsID="38a5676842d2f4bb622540bd126b6990" ns2:_="" ns3:_="">
    <xsd:import namespace="992297d5-60a3-4378-8fa0-0f27dec9bc09"/>
    <xsd:import namespace="b7a1e643-70f8-4e3c-953a-3408b8617d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2297d5-60a3-4378-8fa0-0f27dec9bc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3ed45bc6-4cda-4749-a7f6-2a7b80b4ce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1e643-70f8-4e3c-953a-3408b8617d0b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fc1ff10-0bec-441f-aebe-baec60099296}" ma:internalName="TaxCatchAll" ma:showField="CatchAllData" ma:web="b7a1e643-70f8-4e3c-953a-3408b8617d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589B6C1-278B-4679-8048-46DF9121B232}">
  <ds:schemaRefs>
    <ds:schemaRef ds:uri="992297d5-60a3-4378-8fa0-0f27dec9bc09"/>
    <ds:schemaRef ds:uri="b7a1e643-70f8-4e3c-953a-3408b8617d0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14FD0DB-F0CA-439C-B9F9-D0C8FE168FCB}">
  <ds:schemaRefs>
    <ds:schemaRef ds:uri="992297d5-60a3-4378-8fa0-0f27dec9bc09"/>
    <ds:schemaRef ds:uri="b7a1e643-70f8-4e3c-953a-3408b8617d0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335A7CD-B6F1-4816-BEEE-20D12C3BB67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DK-skabelon-Alexandra-Instituttet</Template>
  <Application>Microsoft Office PowerPoint</Application>
  <PresentationFormat>Widescreen</PresentationFormat>
  <Slides>52</Slides>
  <Notes>18</Notes>
  <HiddenSlides>12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Masterside</vt:lpstr>
      <vt:lpstr>Application security</vt:lpstr>
      <vt:lpstr>Agenda</vt:lpstr>
      <vt:lpstr>Sikker kodning</vt:lpstr>
      <vt:lpstr>Relation til målpinde:</vt:lpstr>
      <vt:lpstr>Sikker kodning – Injection-angreb</vt:lpstr>
      <vt:lpstr>SQL injection (eller SQLi)</vt:lpstr>
      <vt:lpstr>SQL injection (eller SQLi)</vt:lpstr>
      <vt:lpstr>Konsekvenser</vt:lpstr>
      <vt:lpstr>Mitigering</vt:lpstr>
      <vt:lpstr>Varianter/special cases</vt:lpstr>
      <vt:lpstr>Cross-site scripting (eller XSS)</vt:lpstr>
      <vt:lpstr>Cross-site scripting (eller XSS)</vt:lpstr>
      <vt:lpstr>Konsekvenser</vt:lpstr>
      <vt:lpstr>Mitigering</vt:lpstr>
      <vt:lpstr>Varianter/special cases</vt:lpstr>
      <vt:lpstr>Sikker kodning – andre grundlæggende elementer</vt:lpstr>
      <vt:lpstr>Øvelse</vt:lpstr>
      <vt:lpstr>Øvelser: Find hullerne</vt:lpstr>
      <vt:lpstr>Pause til 10.15</vt:lpstr>
      <vt:lpstr>Patch management</vt:lpstr>
      <vt:lpstr>Relation til målpinde:</vt:lpstr>
      <vt:lpstr>Formålet med patch management </vt:lpstr>
      <vt:lpstr>Overordnet process</vt:lpstr>
      <vt:lpstr>Overblik</vt:lpstr>
      <vt:lpstr>Monitorering af sårbarheder og patches</vt:lpstr>
      <vt:lpstr>Live demo CVE database</vt:lpstr>
      <vt:lpstr>Test af patches</vt:lpstr>
      <vt:lpstr>Udrulningen</vt:lpstr>
      <vt:lpstr>Egenudviklet / open source software</vt:lpstr>
      <vt:lpstr>Egenudviklet / Open Source software</vt:lpstr>
      <vt:lpstr>Live demo OWASP depency-check</vt:lpstr>
      <vt:lpstr>Øvelse</vt:lpstr>
      <vt:lpstr>Øvelse</vt:lpstr>
      <vt:lpstr>Pause til 11.30</vt:lpstr>
      <vt:lpstr>Security by Design</vt:lpstr>
      <vt:lpstr>Relation til målpinde:</vt:lpstr>
      <vt:lpstr>Slides fra et andet projekt – skal tilpasses</vt:lpstr>
      <vt:lpstr>Secure development life cycle</vt:lpstr>
      <vt:lpstr>What is an SDL?</vt:lpstr>
      <vt:lpstr>Security by design !</vt:lpstr>
      <vt:lpstr>Secure by default</vt:lpstr>
      <vt:lpstr>Fail secure</vt:lpstr>
      <vt:lpstr>Defense-in-depth</vt:lpstr>
      <vt:lpstr>“Zero trust” / Never trust clients</vt:lpstr>
      <vt:lpstr>Least privilege and functionality Privilege minimization</vt:lpstr>
      <vt:lpstr>Separation of duties / privilege</vt:lpstr>
      <vt:lpstr>Need to know</vt:lpstr>
      <vt:lpstr>Security by obscurity</vt:lpstr>
      <vt:lpstr>Frokost til 13.00</vt:lpstr>
      <vt:lpstr>Data security</vt:lpstr>
      <vt:lpstr>Ingen indkomne spørgsmål (endnu)</vt:lpstr>
      <vt:lpstr>Opsamling på i dag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IU Kursus 2</dc:title>
  <dc:creator>Michael Stausholm</dc:creator>
  <cp:revision>1</cp:revision>
  <cp:lastPrinted>2025-02-12T10:34:21Z</cp:lastPrinted>
  <dcterms:created xsi:type="dcterms:W3CDTF">2023-11-20T12:59:19Z</dcterms:created>
  <dcterms:modified xsi:type="dcterms:W3CDTF">2025-11-26T08:43:26Z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0x0101003B27C4D7E2A2944090E7FCAA05E5A1BB</vt:lpwstr>
  </property>
  <property fmtid="{D5CDD505-2E9C-101B-9397-08002B2CF9AE}" pid="3" name="MediaServiceImageTags">
    <vt:lpwstr/>
  </property>
  <property fmtid="{D5CDD505-2E9C-101B-9397-08002B2CF9AE}" pid="4" name="MSIP_Label_015abd0b-e5c5-4790-8ca5-8bb2d8ba98d8_Enabled">
    <vt:lpwstr>true</vt:lpwstr>
  </property>
  <property fmtid="{D5CDD505-2E9C-101B-9397-08002B2CF9AE}" pid="5" name="MSIP_Label_015abd0b-e5c5-4790-8ca5-8bb2d8ba98d8_SetDate">
    <vt:lpwstr>2025-08-18T08:27:08Z</vt:lpwstr>
  </property>
  <property fmtid="{D5CDD505-2E9C-101B-9397-08002B2CF9AE}" pid="6" name="MSIP_Label_015abd0b-e5c5-4790-8ca5-8bb2d8ba98d8_Method">
    <vt:lpwstr>Privileged</vt:lpwstr>
  </property>
  <property fmtid="{D5CDD505-2E9C-101B-9397-08002B2CF9AE}" pid="7" name="MSIP_Label_015abd0b-e5c5-4790-8ca5-8bb2d8ba98d8_Name">
    <vt:lpwstr>Public</vt:lpwstr>
  </property>
  <property fmtid="{D5CDD505-2E9C-101B-9397-08002B2CF9AE}" pid="8" name="MSIP_Label_015abd0b-e5c5-4790-8ca5-8bb2d8ba98d8_SiteId">
    <vt:lpwstr>4bda23cd-4a87-419b-a47d-7673130b2884</vt:lpwstr>
  </property>
  <property fmtid="{D5CDD505-2E9C-101B-9397-08002B2CF9AE}" pid="9" name="MSIP_Label_015abd0b-e5c5-4790-8ca5-8bb2d8ba98d8_ActionId">
    <vt:lpwstr>bb77ce29-668d-4eb4-a284-0fbf7dcdc053</vt:lpwstr>
  </property>
  <property fmtid="{D5CDD505-2E9C-101B-9397-08002B2CF9AE}" pid="10" name="MSIP_Label_015abd0b-e5c5-4790-8ca5-8bb2d8ba98d8_ContentBits">
    <vt:lpwstr>1</vt:lpwstr>
  </property>
  <property fmtid="{D5CDD505-2E9C-101B-9397-08002B2CF9AE}" pid="11" name="MSIP_Label_015abd0b-e5c5-4790-8ca5-8bb2d8ba98d8_Tag">
    <vt:lpwstr>10, 0, 1, 1</vt:lpwstr>
  </property>
  <property fmtid="{D5CDD505-2E9C-101B-9397-08002B2CF9AE}" pid="12" name="ClassificationContentMarkingHeaderLocations">
    <vt:lpwstr>masterside:8</vt:lpwstr>
  </property>
  <property fmtid="{D5CDD505-2E9C-101B-9397-08002B2CF9AE}" pid="13" name="ClassificationContentMarkingHeaderText">
    <vt:lpwstr>PUBLIC</vt:lpwstr>
  </property>
</Properties>
</file>