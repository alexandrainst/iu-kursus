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54"/>
  </p:notesMasterIdLst>
  <p:sldIdLst>
    <p:sldId id="1892" r:id="rId5"/>
    <p:sldId id="2134806493" r:id="rId6"/>
    <p:sldId id="1902" r:id="rId7"/>
    <p:sldId id="2134806480" r:id="rId8"/>
    <p:sldId id="2134806479" r:id="rId9"/>
    <p:sldId id="2134806485" r:id="rId10"/>
    <p:sldId id="2134806465" r:id="rId11"/>
    <p:sldId id="2134806464" r:id="rId12"/>
    <p:sldId id="2134806477" r:id="rId13"/>
    <p:sldId id="2134806482" r:id="rId14"/>
    <p:sldId id="2134806484" r:id="rId15"/>
    <p:sldId id="2134806481" r:id="rId16"/>
    <p:sldId id="1909" r:id="rId17"/>
    <p:sldId id="2134806508" r:id="rId18"/>
    <p:sldId id="1896" r:id="rId19"/>
    <p:sldId id="2134806471" r:id="rId20"/>
    <p:sldId id="2134806478" r:id="rId21"/>
    <p:sldId id="2134806469" r:id="rId22"/>
    <p:sldId id="2134806468" r:id="rId23"/>
    <p:sldId id="2134806486" r:id="rId24"/>
    <p:sldId id="2134806470" r:id="rId25"/>
    <p:sldId id="2134806487" r:id="rId26"/>
    <p:sldId id="2134806488" r:id="rId27"/>
    <p:sldId id="2134806474" r:id="rId28"/>
    <p:sldId id="2134806505" r:id="rId29"/>
    <p:sldId id="2134806496" r:id="rId30"/>
    <p:sldId id="2134806483" r:id="rId31"/>
    <p:sldId id="2134806499" r:id="rId32"/>
    <p:sldId id="2134806500" r:id="rId33"/>
    <p:sldId id="2134806501" r:id="rId34"/>
    <p:sldId id="2134806502" r:id="rId35"/>
    <p:sldId id="2134806503" r:id="rId36"/>
    <p:sldId id="2134806504" r:id="rId37"/>
    <p:sldId id="2134806498" r:id="rId38"/>
    <p:sldId id="2134806473" r:id="rId39"/>
    <p:sldId id="2134806506" r:id="rId40"/>
    <p:sldId id="2134806507" r:id="rId41"/>
    <p:sldId id="2134806494" r:id="rId42"/>
    <p:sldId id="1901" r:id="rId43"/>
    <p:sldId id="2134806476" r:id="rId44"/>
    <p:sldId id="2134806491" r:id="rId45"/>
    <p:sldId id="2134806492" r:id="rId46"/>
    <p:sldId id="2134806489" r:id="rId47"/>
    <p:sldId id="2134806490" r:id="rId48"/>
    <p:sldId id="2134806497" r:id="rId49"/>
    <p:sldId id="1913" r:id="rId50"/>
    <p:sldId id="2134806510" r:id="rId51"/>
    <p:sldId id="2134806509" r:id="rId52"/>
    <p:sldId id="2134806495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1892A2-A425-534B-9C0C-3844E3E5D2CD}">
          <p14:sldIdLst>
            <p14:sldId id="1892"/>
            <p14:sldId id="2134806493"/>
          </p14:sldIdLst>
        </p14:section>
        <p14:section name="Wireshark" id="{18E069C5-7CE0-2D4F-96B5-ADC48FFA0A8C}">
          <p14:sldIdLst>
            <p14:sldId id="1902"/>
            <p14:sldId id="2134806480"/>
            <p14:sldId id="2134806479"/>
            <p14:sldId id="2134806485"/>
            <p14:sldId id="2134806465"/>
            <p14:sldId id="2134806464"/>
            <p14:sldId id="2134806477"/>
            <p14:sldId id="2134806482"/>
            <p14:sldId id="2134806484"/>
            <p14:sldId id="2134806481"/>
            <p14:sldId id="1909"/>
            <p14:sldId id="2134806508"/>
          </p14:sldIdLst>
        </p14:section>
        <p14:section name="NMAP" id="{BBD1D844-7448-544F-B6AB-3FFF1893EE4F}">
          <p14:sldIdLst>
            <p14:sldId id="1896"/>
            <p14:sldId id="2134806471"/>
            <p14:sldId id="2134806478"/>
            <p14:sldId id="2134806469"/>
            <p14:sldId id="2134806468"/>
            <p14:sldId id="2134806486"/>
            <p14:sldId id="2134806470"/>
            <p14:sldId id="2134806487"/>
            <p14:sldId id="2134806488"/>
          </p14:sldIdLst>
        </p14:section>
        <p14:section name="Spiderfoot" id="{BE304218-F0DC-DD41-BB3F-470CB0745FF2}">
          <p14:sldIdLst>
            <p14:sldId id="2134806474"/>
            <p14:sldId id="2134806505"/>
            <p14:sldId id="2134806496"/>
          </p14:sldIdLst>
        </p14:section>
        <p14:section name="Heartbleed, CVEs + OpenVAS" id="{9006AB4E-BFD3-F14C-BE15-1B44D5518D68}">
          <p14:sldIdLst>
            <p14:sldId id="2134806483"/>
            <p14:sldId id="2134806499"/>
            <p14:sldId id="2134806500"/>
            <p14:sldId id="2134806501"/>
            <p14:sldId id="2134806502"/>
            <p14:sldId id="2134806503"/>
            <p14:sldId id="2134806504"/>
            <p14:sldId id="2134806498"/>
            <p14:sldId id="2134806473"/>
            <p14:sldId id="2134806506"/>
            <p14:sldId id="2134806507"/>
            <p14:sldId id="2134806494"/>
          </p14:sldIdLst>
        </p14:section>
        <p14:section name="Wazuh" id="{098C3BBF-FA96-CC4C-A4C1-FFF4FEAFB549}">
          <p14:sldIdLst>
            <p14:sldId id="1901"/>
            <p14:sldId id="2134806476"/>
            <p14:sldId id="2134806491"/>
            <p14:sldId id="2134806492"/>
            <p14:sldId id="2134806489"/>
            <p14:sldId id="2134806490"/>
            <p14:sldId id="2134806497"/>
            <p14:sldId id="1913"/>
            <p14:sldId id="2134806510"/>
            <p14:sldId id="2134806509"/>
            <p14:sldId id="21348064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094371"/>
    <a:srgbClr val="D4B000"/>
    <a:srgbClr val="003843"/>
    <a:srgbClr val="798690"/>
    <a:srgbClr val="D7D8D7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82A8C-B300-5443-BB7F-D3194EA3798D}" v="17" dt="2026-05-11T10:48:50.448"/>
    <p1510:client id="{D424483E-89D5-85A0-17E2-ABC69E3D8D54}" v="126" dt="2026-05-11T08:30:10.199"/>
    <p1510:client id="{FF00FE64-16AE-80EC-F173-BBA9B4557491}" v="107" dt="2026-05-11T06:06:38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79"/>
    <p:restoredTop sz="91442"/>
  </p:normalViewPr>
  <p:slideViewPr>
    <p:cSldViewPr snapToGrid="0">
      <p:cViewPr>
        <p:scale>
          <a:sx n="69" d="100"/>
          <a:sy n="69" d="100"/>
        </p:scale>
        <p:origin x="2504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kel Wienberg Madsen" userId="c49ae573-c4c8-4189-992f-0a60c14c60f5" providerId="ADAL" clId="{7CF332AC-3CAC-5A52-B405-EB6470B6B883}"/>
    <pc:docChg chg="undo custSel addSld delSld modSld sldOrd addSection modSection">
      <pc:chgData name="Mikkel Wienberg Madsen" userId="c49ae573-c4c8-4189-992f-0a60c14c60f5" providerId="ADAL" clId="{7CF332AC-3CAC-5A52-B405-EB6470B6B883}" dt="2026-05-11T10:48:50.448" v="2483"/>
      <pc:docMkLst>
        <pc:docMk/>
      </pc:docMkLst>
      <pc:sldChg chg="modSp mod">
        <pc:chgData name="Mikkel Wienberg Madsen" userId="c49ae573-c4c8-4189-992f-0a60c14c60f5" providerId="ADAL" clId="{7CF332AC-3CAC-5A52-B405-EB6470B6B883}" dt="2026-05-06T11:50:29.994" v="1468" actId="2711"/>
        <pc:sldMkLst>
          <pc:docMk/>
          <pc:sldMk cId="2268625030" sldId="1892"/>
        </pc:sldMkLst>
        <pc:spChg chg="mod">
          <ac:chgData name="Mikkel Wienberg Madsen" userId="c49ae573-c4c8-4189-992f-0a60c14c60f5" providerId="ADAL" clId="{7CF332AC-3CAC-5A52-B405-EB6470B6B883}" dt="2026-05-06T11:50:29.994" v="1468" actId="2711"/>
          <ac:spMkLst>
            <pc:docMk/>
            <pc:sldMk cId="2268625030" sldId="1892"/>
            <ac:spMk id="8" creationId="{2B134C01-DCF9-EBB3-B599-22355F7160DD}"/>
          </ac:spMkLst>
        </pc:spChg>
      </pc:sldChg>
      <pc:sldChg chg="modSp mod">
        <pc:chgData name="Mikkel Wienberg Madsen" userId="c49ae573-c4c8-4189-992f-0a60c14c60f5" providerId="ADAL" clId="{7CF332AC-3CAC-5A52-B405-EB6470B6B883}" dt="2026-05-06T11:53:17.135" v="1491" actId="2711"/>
        <pc:sldMkLst>
          <pc:docMk/>
          <pc:sldMk cId="1394081621" sldId="1896"/>
        </pc:sldMkLst>
        <pc:spChg chg="mod">
          <ac:chgData name="Mikkel Wienberg Madsen" userId="c49ae573-c4c8-4189-992f-0a60c14c60f5" providerId="ADAL" clId="{7CF332AC-3CAC-5A52-B405-EB6470B6B883}" dt="2026-05-06T11:53:17.135" v="1491" actId="2711"/>
          <ac:spMkLst>
            <pc:docMk/>
            <pc:sldMk cId="1394081621" sldId="1896"/>
            <ac:spMk id="2" creationId="{EEBC60BE-3CF9-FE4E-F98E-D870D6C68859}"/>
          </ac:spMkLst>
        </pc:spChg>
      </pc:sldChg>
      <pc:sldChg chg="modSp mod">
        <pc:chgData name="Mikkel Wienberg Madsen" userId="c49ae573-c4c8-4189-992f-0a60c14c60f5" providerId="ADAL" clId="{7CF332AC-3CAC-5A52-B405-EB6470B6B883}" dt="2026-05-06T11:57:06.634" v="1519" actId="2711"/>
        <pc:sldMkLst>
          <pc:docMk/>
          <pc:sldMk cId="2469086260" sldId="1901"/>
        </pc:sldMkLst>
        <pc:spChg chg="mod">
          <ac:chgData name="Mikkel Wienberg Madsen" userId="c49ae573-c4c8-4189-992f-0a60c14c60f5" providerId="ADAL" clId="{7CF332AC-3CAC-5A52-B405-EB6470B6B883}" dt="2026-05-06T11:57:06.634" v="1519" actId="2711"/>
          <ac:spMkLst>
            <pc:docMk/>
            <pc:sldMk cId="2469086260" sldId="1901"/>
            <ac:spMk id="2" creationId="{DCBB5C26-B06A-2CC3-4EA1-49E5A24AC312}"/>
          </ac:spMkLst>
        </pc:spChg>
      </pc:sldChg>
      <pc:sldChg chg="modSp mod">
        <pc:chgData name="Mikkel Wienberg Madsen" userId="c49ae573-c4c8-4189-992f-0a60c14c60f5" providerId="ADAL" clId="{7CF332AC-3CAC-5A52-B405-EB6470B6B883}" dt="2026-05-06T11:51:05.978" v="1472" actId="2711"/>
        <pc:sldMkLst>
          <pc:docMk/>
          <pc:sldMk cId="15117428" sldId="1902"/>
        </pc:sldMkLst>
        <pc:spChg chg="mod">
          <ac:chgData name="Mikkel Wienberg Madsen" userId="c49ae573-c4c8-4189-992f-0a60c14c60f5" providerId="ADAL" clId="{7CF332AC-3CAC-5A52-B405-EB6470B6B883}" dt="2026-05-06T11:51:05.978" v="1472" actId="2711"/>
          <ac:spMkLst>
            <pc:docMk/>
            <pc:sldMk cId="15117428" sldId="1902"/>
            <ac:spMk id="2" creationId="{84A36B0B-49EF-0BDB-7FE9-6C939B0316A4}"/>
          </ac:spMkLst>
        </pc:spChg>
      </pc:sldChg>
      <pc:sldChg chg="modSp mod">
        <pc:chgData name="Mikkel Wienberg Madsen" userId="c49ae573-c4c8-4189-992f-0a60c14c60f5" providerId="ADAL" clId="{7CF332AC-3CAC-5A52-B405-EB6470B6B883}" dt="2026-05-11T08:17:59.705" v="2433" actId="20577"/>
        <pc:sldMkLst>
          <pc:docMk/>
          <pc:sldMk cId="3312299455" sldId="1909"/>
        </pc:sldMkLst>
        <pc:spChg chg="mod">
          <ac:chgData name="Mikkel Wienberg Madsen" userId="c49ae573-c4c8-4189-992f-0a60c14c60f5" providerId="ADAL" clId="{7CF332AC-3CAC-5A52-B405-EB6470B6B883}" dt="2026-05-11T08:17:59.705" v="2433" actId="20577"/>
          <ac:spMkLst>
            <pc:docMk/>
            <pc:sldMk cId="3312299455" sldId="1909"/>
            <ac:spMk id="2" creationId="{95479F9E-A361-EEA9-65DA-F403B0F8DAFD}"/>
          </ac:spMkLst>
        </pc:spChg>
      </pc:sldChg>
      <pc:sldChg chg="modSp mod">
        <pc:chgData name="Mikkel Wienberg Madsen" userId="c49ae573-c4c8-4189-992f-0a60c14c60f5" providerId="ADAL" clId="{7CF332AC-3CAC-5A52-B405-EB6470B6B883}" dt="2026-05-11T07:35:03.959" v="2394"/>
        <pc:sldMkLst>
          <pc:docMk/>
          <pc:sldMk cId="4037047831" sldId="1913"/>
        </pc:sldMkLst>
        <pc:spChg chg="mod">
          <ac:chgData name="Mikkel Wienberg Madsen" userId="c49ae573-c4c8-4189-992f-0a60c14c60f5" providerId="ADAL" clId="{7CF332AC-3CAC-5A52-B405-EB6470B6B883}" dt="2026-05-11T07:35:03.959" v="2394"/>
          <ac:spMkLst>
            <pc:docMk/>
            <pc:sldMk cId="4037047831" sldId="1913"/>
            <ac:spMk id="2" creationId="{DCBB5C26-B06A-2CC3-4EA1-49E5A24AC312}"/>
          </ac:spMkLst>
        </pc:spChg>
      </pc:sldChg>
      <pc:sldChg chg="addSp delSp modSp mod">
        <pc:chgData name="Mikkel Wienberg Madsen" userId="c49ae573-c4c8-4189-992f-0a60c14c60f5" providerId="ADAL" clId="{7CF332AC-3CAC-5A52-B405-EB6470B6B883}" dt="2026-05-06T11:35:30.866" v="1446" actId="21"/>
        <pc:sldMkLst>
          <pc:docMk/>
          <pc:sldMk cId="2415213412" sldId="2134806464"/>
        </pc:sldMkLst>
      </pc:sldChg>
      <pc:sldChg chg="addSp delSp modSp mod ord">
        <pc:chgData name="Mikkel Wienberg Madsen" userId="c49ae573-c4c8-4189-992f-0a60c14c60f5" providerId="ADAL" clId="{7CF332AC-3CAC-5A52-B405-EB6470B6B883}" dt="2026-05-07T14:38:16.837" v="2184" actId="1076"/>
        <pc:sldMkLst>
          <pc:docMk/>
          <pc:sldMk cId="3002645535" sldId="2134806465"/>
        </pc:sldMkLst>
        <pc:picChg chg="add mod">
          <ac:chgData name="Mikkel Wienberg Madsen" userId="c49ae573-c4c8-4189-992f-0a60c14c60f5" providerId="ADAL" clId="{7CF332AC-3CAC-5A52-B405-EB6470B6B883}" dt="2026-05-06T11:29:49.115" v="1385"/>
          <ac:picMkLst>
            <pc:docMk/>
            <pc:sldMk cId="3002645535" sldId="2134806465"/>
            <ac:picMk id="3" creationId="{D3051D92-B431-4152-FBA7-F6E4D1DC3E15}"/>
          </ac:picMkLst>
        </pc:picChg>
        <pc:picChg chg="mod">
          <ac:chgData name="Mikkel Wienberg Madsen" userId="c49ae573-c4c8-4189-992f-0a60c14c60f5" providerId="ADAL" clId="{7CF332AC-3CAC-5A52-B405-EB6470B6B883}" dt="2026-05-07T14:38:16.837" v="2184" actId="1076"/>
          <ac:picMkLst>
            <pc:docMk/>
            <pc:sldMk cId="3002645535" sldId="2134806465"/>
            <ac:picMk id="7" creationId="{3157325F-ECEC-0ED1-6023-45EEF62D331D}"/>
          </ac:picMkLst>
        </pc:picChg>
      </pc:sldChg>
      <pc:sldChg chg="modSp mod">
        <pc:chgData name="Mikkel Wienberg Madsen" userId="c49ae573-c4c8-4189-992f-0a60c14c60f5" providerId="ADAL" clId="{7CF332AC-3CAC-5A52-B405-EB6470B6B883}" dt="2026-05-06T11:54:20.593" v="1501" actId="2711"/>
        <pc:sldMkLst>
          <pc:docMk/>
          <pc:sldMk cId="1508967753" sldId="2134806468"/>
        </pc:sldMkLst>
        <pc:spChg chg="mod">
          <ac:chgData name="Mikkel Wienberg Madsen" userId="c49ae573-c4c8-4189-992f-0a60c14c60f5" providerId="ADAL" clId="{7CF332AC-3CAC-5A52-B405-EB6470B6B883}" dt="2026-05-06T11:54:20.593" v="1501" actId="2711"/>
          <ac:spMkLst>
            <pc:docMk/>
            <pc:sldMk cId="1508967753" sldId="2134806468"/>
            <ac:spMk id="5" creationId="{37E3882D-AEC4-789E-9DFA-024894965882}"/>
          </ac:spMkLst>
        </pc:spChg>
      </pc:sldChg>
      <pc:sldChg chg="modSp mod">
        <pc:chgData name="Mikkel Wienberg Madsen" userId="c49ae573-c4c8-4189-992f-0a60c14c60f5" providerId="ADAL" clId="{7CF332AC-3CAC-5A52-B405-EB6470B6B883}" dt="2026-05-06T11:54:03.543" v="1500" actId="2711"/>
        <pc:sldMkLst>
          <pc:docMk/>
          <pc:sldMk cId="703820368" sldId="2134806469"/>
        </pc:sldMkLst>
        <pc:spChg chg="mod">
          <ac:chgData name="Mikkel Wienberg Madsen" userId="c49ae573-c4c8-4189-992f-0a60c14c60f5" providerId="ADAL" clId="{7CF332AC-3CAC-5A52-B405-EB6470B6B883}" dt="2026-05-06T11:54:03.543" v="1500" actId="2711"/>
          <ac:spMkLst>
            <pc:docMk/>
            <pc:sldMk cId="703820368" sldId="2134806469"/>
            <ac:spMk id="5" creationId="{F0F78409-98BF-0F79-E476-6155D934821E}"/>
          </ac:spMkLst>
        </pc:spChg>
      </pc:sldChg>
      <pc:sldChg chg="modSp mod ord">
        <pc:chgData name="Mikkel Wienberg Madsen" userId="c49ae573-c4c8-4189-992f-0a60c14c60f5" providerId="ADAL" clId="{7CF332AC-3CAC-5A52-B405-EB6470B6B883}" dt="2026-05-06T11:54:55.011" v="1506" actId="2711"/>
        <pc:sldMkLst>
          <pc:docMk/>
          <pc:sldMk cId="253022425" sldId="2134806470"/>
        </pc:sldMkLst>
        <pc:spChg chg="mod">
          <ac:chgData name="Mikkel Wienberg Madsen" userId="c49ae573-c4c8-4189-992f-0a60c14c60f5" providerId="ADAL" clId="{7CF332AC-3CAC-5A52-B405-EB6470B6B883}" dt="2026-05-06T11:54:55.011" v="1506" actId="2711"/>
          <ac:spMkLst>
            <pc:docMk/>
            <pc:sldMk cId="253022425" sldId="2134806470"/>
            <ac:spMk id="5" creationId="{E9033B50-872E-D3EC-9B81-3127C836AEC6}"/>
          </ac:spMkLst>
        </pc:spChg>
      </pc:sldChg>
      <pc:sldChg chg="modSp mod">
        <pc:chgData name="Mikkel Wienberg Madsen" userId="c49ae573-c4c8-4189-992f-0a60c14c60f5" providerId="ADAL" clId="{7CF332AC-3CAC-5A52-B405-EB6470B6B883}" dt="2026-05-06T11:53:26.239" v="1492" actId="2711"/>
        <pc:sldMkLst>
          <pc:docMk/>
          <pc:sldMk cId="2136733909" sldId="2134806471"/>
        </pc:sldMkLst>
        <pc:spChg chg="mod">
          <ac:chgData name="Mikkel Wienberg Madsen" userId="c49ae573-c4c8-4189-992f-0a60c14c60f5" providerId="ADAL" clId="{7CF332AC-3CAC-5A52-B405-EB6470B6B883}" dt="2026-05-06T11:53:26.239" v="1492" actId="2711"/>
          <ac:spMkLst>
            <pc:docMk/>
            <pc:sldMk cId="2136733909" sldId="2134806471"/>
            <ac:spMk id="2" creationId="{08AABC2F-F833-FEF9-0982-7761B97E4A08}"/>
          </ac:spMkLst>
        </pc:spChg>
        <pc:spChg chg="mod">
          <ac:chgData name="Mikkel Wienberg Madsen" userId="c49ae573-c4c8-4189-992f-0a60c14c60f5" providerId="ADAL" clId="{7CF332AC-3CAC-5A52-B405-EB6470B6B883}" dt="2026-05-06T11:53:26.239" v="1492" actId="2711"/>
          <ac:spMkLst>
            <pc:docMk/>
            <pc:sldMk cId="2136733909" sldId="2134806471"/>
            <ac:spMk id="3" creationId="{8CD84648-1029-73DB-BC24-E944C5F5A2DF}"/>
          </ac:spMkLst>
        </pc:spChg>
        <pc:spChg chg="mod">
          <ac:chgData name="Mikkel Wienberg Madsen" userId="c49ae573-c4c8-4189-992f-0a60c14c60f5" providerId="ADAL" clId="{7CF332AC-3CAC-5A52-B405-EB6470B6B883}" dt="2026-05-06T11:53:26.239" v="1492" actId="2711"/>
          <ac:spMkLst>
            <pc:docMk/>
            <pc:sldMk cId="2136733909" sldId="2134806471"/>
            <ac:spMk id="7" creationId="{624052C0-5E61-CEAB-DA61-5A04524077AF}"/>
          </ac:spMkLst>
        </pc:spChg>
      </pc:sldChg>
      <pc:sldChg chg="addSp delSp modSp mod ord">
        <pc:chgData name="Mikkel Wienberg Madsen" userId="c49ae573-c4c8-4189-992f-0a60c14c60f5" providerId="ADAL" clId="{7CF332AC-3CAC-5A52-B405-EB6470B6B883}" dt="2026-05-07T13:04:36.277" v="1570" actId="478"/>
        <pc:sldMkLst>
          <pc:docMk/>
          <pc:sldMk cId="2005219901" sldId="2134806473"/>
        </pc:sldMkLst>
        <pc:spChg chg="mod">
          <ac:chgData name="Mikkel Wienberg Madsen" userId="c49ae573-c4c8-4189-992f-0a60c14c60f5" providerId="ADAL" clId="{7CF332AC-3CAC-5A52-B405-EB6470B6B883}" dt="2026-05-07T13:04:13.499" v="1559" actId="20577"/>
          <ac:spMkLst>
            <pc:docMk/>
            <pc:sldMk cId="2005219901" sldId="2134806473"/>
            <ac:spMk id="2" creationId="{E3ECDCAE-31AF-E249-6604-B200EFB04037}"/>
          </ac:spMkLst>
        </pc:spChg>
        <pc:spChg chg="mod">
          <ac:chgData name="Mikkel Wienberg Madsen" userId="c49ae573-c4c8-4189-992f-0a60c14c60f5" providerId="ADAL" clId="{7CF332AC-3CAC-5A52-B405-EB6470B6B883}" dt="2026-05-07T13:04:18.616" v="1561" actId="5793"/>
          <ac:spMkLst>
            <pc:docMk/>
            <pc:sldMk cId="2005219901" sldId="2134806473"/>
            <ac:spMk id="3" creationId="{55319673-DE7C-559A-9963-E85E7B18E7E4}"/>
          </ac:spMkLst>
        </pc:spChg>
        <pc:spChg chg="mod">
          <ac:chgData name="Mikkel Wienberg Madsen" userId="c49ae573-c4c8-4189-992f-0a60c14c60f5" providerId="ADAL" clId="{7CF332AC-3CAC-5A52-B405-EB6470B6B883}" dt="2026-05-06T11:56:40.236" v="1516" actId="2711"/>
          <ac:spMkLst>
            <pc:docMk/>
            <pc:sldMk cId="2005219901" sldId="2134806473"/>
            <ac:spMk id="7" creationId="{63D9932D-F978-F0A3-A2F8-1FFBC8F68340}"/>
          </ac:spMkLst>
        </pc:spChg>
        <pc:picChg chg="add mod">
          <ac:chgData name="Mikkel Wienberg Madsen" userId="c49ae573-c4c8-4189-992f-0a60c14c60f5" providerId="ADAL" clId="{7CF332AC-3CAC-5A52-B405-EB6470B6B883}" dt="2026-05-06T11:19:39.790" v="1344" actId="1076"/>
          <ac:picMkLst>
            <pc:docMk/>
            <pc:sldMk cId="2005219901" sldId="2134806473"/>
            <ac:picMk id="9" creationId="{D7B56A06-8AB0-AB8F-94FA-47751F5C3417}"/>
          </ac:picMkLst>
        </pc:picChg>
      </pc:sldChg>
      <pc:sldChg chg="addSp delSp modSp mod ord">
        <pc:chgData name="Mikkel Wienberg Madsen" userId="c49ae573-c4c8-4189-992f-0a60c14c60f5" providerId="ADAL" clId="{7CF332AC-3CAC-5A52-B405-EB6470B6B883}" dt="2026-05-07T14:11:57.551" v="2018" actId="1076"/>
        <pc:sldMkLst>
          <pc:docMk/>
          <pc:sldMk cId="2724803703" sldId="2134806474"/>
        </pc:sldMkLst>
        <pc:spChg chg="mod">
          <ac:chgData name="Mikkel Wienberg Madsen" userId="c49ae573-c4c8-4189-992f-0a60c14c60f5" providerId="ADAL" clId="{7CF332AC-3CAC-5A52-B405-EB6470B6B883}" dt="2026-05-06T11:56:21.949" v="1514" actId="2711"/>
          <ac:spMkLst>
            <pc:docMk/>
            <pc:sldMk cId="2724803703" sldId="2134806474"/>
            <ac:spMk id="4" creationId="{94E11C8A-8AFD-786E-292A-CB0D73D166BB}"/>
          </ac:spMkLst>
        </pc:spChg>
        <pc:spChg chg="mod">
          <ac:chgData name="Mikkel Wienberg Madsen" userId="c49ae573-c4c8-4189-992f-0a60c14c60f5" providerId="ADAL" clId="{7CF332AC-3CAC-5A52-B405-EB6470B6B883}" dt="2026-05-06T11:56:21.949" v="1514" actId="2711"/>
          <ac:spMkLst>
            <pc:docMk/>
            <pc:sldMk cId="2724803703" sldId="2134806474"/>
            <ac:spMk id="5" creationId="{6010A72E-CD5D-7E66-44E4-6FA1C7E9C612}"/>
          </ac:spMkLst>
        </pc:spChg>
        <pc:spChg chg="mod">
          <ac:chgData name="Mikkel Wienberg Madsen" userId="c49ae573-c4c8-4189-992f-0a60c14c60f5" providerId="ADAL" clId="{7CF332AC-3CAC-5A52-B405-EB6470B6B883}" dt="2026-05-06T11:56:21.949" v="1514" actId="2711"/>
          <ac:spMkLst>
            <pc:docMk/>
            <pc:sldMk cId="2724803703" sldId="2134806474"/>
            <ac:spMk id="6" creationId="{01FDB80B-6724-2604-5913-2AB9E30480B2}"/>
          </ac:spMkLst>
        </pc:spChg>
        <pc:spChg chg="mod">
          <ac:chgData name="Mikkel Wienberg Madsen" userId="c49ae573-c4c8-4189-992f-0a60c14c60f5" providerId="ADAL" clId="{7CF332AC-3CAC-5A52-B405-EB6470B6B883}" dt="2026-05-06T11:56:29.684" v="1515" actId="2711"/>
          <ac:spMkLst>
            <pc:docMk/>
            <pc:sldMk cId="2724803703" sldId="2134806474"/>
            <ac:spMk id="7" creationId="{46BEC46E-E29F-4B3B-151F-81DDE425239A}"/>
          </ac:spMkLst>
        </pc:spChg>
        <pc:spChg chg="add mod">
          <ac:chgData name="Mikkel Wienberg Madsen" userId="c49ae573-c4c8-4189-992f-0a60c14c60f5" providerId="ADAL" clId="{7CF332AC-3CAC-5A52-B405-EB6470B6B883}" dt="2026-05-07T13:44:54.633" v="1727" actId="20577"/>
          <ac:spMkLst>
            <pc:docMk/>
            <pc:sldMk cId="2724803703" sldId="2134806474"/>
            <ac:spMk id="8" creationId="{C2833E84-AEFF-A596-3E0A-96A91FB20A68}"/>
          </ac:spMkLst>
        </pc:spChg>
        <pc:spChg chg="add mod">
          <ac:chgData name="Mikkel Wienberg Madsen" userId="c49ae573-c4c8-4189-992f-0a60c14c60f5" providerId="ADAL" clId="{7CF332AC-3CAC-5A52-B405-EB6470B6B883}" dt="2026-05-07T14:11:57.551" v="2018" actId="1076"/>
          <ac:spMkLst>
            <pc:docMk/>
            <pc:sldMk cId="2724803703" sldId="2134806474"/>
            <ac:spMk id="15" creationId="{FC3386CA-580A-9BC2-8D88-6FDAB1A32264}"/>
          </ac:spMkLst>
        </pc:spChg>
        <pc:picChg chg="add mod">
          <ac:chgData name="Mikkel Wienberg Madsen" userId="c49ae573-c4c8-4189-992f-0a60c14c60f5" providerId="ADAL" clId="{7CF332AC-3CAC-5A52-B405-EB6470B6B883}" dt="2026-05-07T13:45:32.035" v="1736" actId="14100"/>
          <ac:picMkLst>
            <pc:docMk/>
            <pc:sldMk cId="2724803703" sldId="2134806474"/>
            <ac:picMk id="11" creationId="{51BFCB16-7AEC-3472-D3C2-64F91C5C5432}"/>
          </ac:picMkLst>
        </pc:picChg>
      </pc:sldChg>
      <pc:sldChg chg="addSp delSp modSp mod">
        <pc:chgData name="Mikkel Wienberg Madsen" userId="c49ae573-c4c8-4189-992f-0a60c14c60f5" providerId="ADAL" clId="{7CF332AC-3CAC-5A52-B405-EB6470B6B883}" dt="2026-05-06T09:36:50.440" v="1274"/>
        <pc:sldMkLst>
          <pc:docMk/>
          <pc:sldMk cId="3903494082" sldId="2134806476"/>
        </pc:sldMkLst>
        <pc:picChg chg="add mod">
          <ac:chgData name="Mikkel Wienberg Madsen" userId="c49ae573-c4c8-4189-992f-0a60c14c60f5" providerId="ADAL" clId="{7CF332AC-3CAC-5A52-B405-EB6470B6B883}" dt="2026-05-06T09:36:50.132" v="1273"/>
          <ac:picMkLst>
            <pc:docMk/>
            <pc:sldMk cId="3903494082" sldId="2134806476"/>
            <ac:picMk id="13" creationId="{D595703D-0994-900B-CA18-4F72C540B72E}"/>
          </ac:picMkLst>
        </pc:picChg>
        <pc:picChg chg="add mod">
          <ac:chgData name="Mikkel Wienberg Madsen" userId="c49ae573-c4c8-4189-992f-0a60c14c60f5" providerId="ADAL" clId="{7CF332AC-3CAC-5A52-B405-EB6470B6B883}" dt="2026-05-06T09:35:31.378" v="1252" actId="1076"/>
          <ac:picMkLst>
            <pc:docMk/>
            <pc:sldMk cId="3903494082" sldId="2134806476"/>
            <ac:picMk id="2050" creationId="{A1B404EA-26A5-B327-5A8B-E18B03615E8D}"/>
          </ac:picMkLst>
        </pc:picChg>
      </pc:sldChg>
      <pc:sldChg chg="addSp delSp modSp mod">
        <pc:chgData name="Mikkel Wienberg Madsen" userId="c49ae573-c4c8-4189-992f-0a60c14c60f5" providerId="ADAL" clId="{7CF332AC-3CAC-5A52-B405-EB6470B6B883}" dt="2026-05-06T11:52:04.093" v="1482" actId="404"/>
        <pc:sldMkLst>
          <pc:docMk/>
          <pc:sldMk cId="571639492" sldId="2134806477"/>
        </pc:sldMkLst>
        <pc:spChg chg="mod">
          <ac:chgData name="Mikkel Wienberg Madsen" userId="c49ae573-c4c8-4189-992f-0a60c14c60f5" providerId="ADAL" clId="{7CF332AC-3CAC-5A52-B405-EB6470B6B883}" dt="2026-05-06T11:51:51.492" v="1478" actId="2711"/>
          <ac:spMkLst>
            <pc:docMk/>
            <pc:sldMk cId="571639492" sldId="2134806477"/>
            <ac:spMk id="3" creationId="{D14A6668-46AC-A421-7048-1AABB1E5555D}"/>
          </ac:spMkLst>
        </pc:spChg>
        <pc:spChg chg="mod">
          <ac:chgData name="Mikkel Wienberg Madsen" userId="c49ae573-c4c8-4189-992f-0a60c14c60f5" providerId="ADAL" clId="{7CF332AC-3CAC-5A52-B405-EB6470B6B883}" dt="2026-05-06T11:52:04.093" v="1482" actId="404"/>
          <ac:spMkLst>
            <pc:docMk/>
            <pc:sldMk cId="571639492" sldId="2134806477"/>
            <ac:spMk id="8" creationId="{8CD7F93D-1D4E-0495-3C09-41C5545E8BE2}"/>
          </ac:spMkLst>
        </pc:spChg>
        <pc:picChg chg="add mod">
          <ac:chgData name="Mikkel Wienberg Madsen" userId="c49ae573-c4c8-4189-992f-0a60c14c60f5" providerId="ADAL" clId="{7CF332AC-3CAC-5A52-B405-EB6470B6B883}" dt="2026-05-06T11:30:12.047" v="1390"/>
          <ac:picMkLst>
            <pc:docMk/>
            <pc:sldMk cId="571639492" sldId="2134806477"/>
            <ac:picMk id="10" creationId="{A8439E74-A0A3-C95F-59B6-E741D2795F1F}"/>
          </ac:picMkLst>
        </pc:picChg>
      </pc:sldChg>
      <pc:sldChg chg="modSp mod">
        <pc:chgData name="Mikkel Wienberg Madsen" userId="c49ae573-c4c8-4189-992f-0a60c14c60f5" providerId="ADAL" clId="{7CF332AC-3CAC-5A52-B405-EB6470B6B883}" dt="2026-05-06T11:53:53.309" v="1499" actId="403"/>
        <pc:sldMkLst>
          <pc:docMk/>
          <pc:sldMk cId="125043118" sldId="2134806478"/>
        </pc:sldMkLst>
        <pc:spChg chg="mod">
          <ac:chgData name="Mikkel Wienberg Madsen" userId="c49ae573-c4c8-4189-992f-0a60c14c60f5" providerId="ADAL" clId="{7CF332AC-3CAC-5A52-B405-EB6470B6B883}" dt="2026-05-06T11:53:43.126" v="1494" actId="2711"/>
          <ac:spMkLst>
            <pc:docMk/>
            <pc:sldMk cId="125043118" sldId="2134806478"/>
            <ac:spMk id="2" creationId="{1C81E9C6-1F4D-EB42-82DE-63F604B69E04}"/>
          </ac:spMkLst>
        </pc:spChg>
        <pc:spChg chg="mod">
          <ac:chgData name="Mikkel Wienberg Madsen" userId="c49ae573-c4c8-4189-992f-0a60c14c60f5" providerId="ADAL" clId="{7CF332AC-3CAC-5A52-B405-EB6470B6B883}" dt="2026-05-06T11:53:43.126" v="1494" actId="2711"/>
          <ac:spMkLst>
            <pc:docMk/>
            <pc:sldMk cId="125043118" sldId="2134806478"/>
            <ac:spMk id="3" creationId="{A4287757-F11F-82BF-F651-21E656769D7F}"/>
          </ac:spMkLst>
        </pc:spChg>
        <pc:spChg chg="mod">
          <ac:chgData name="Mikkel Wienberg Madsen" userId="c49ae573-c4c8-4189-992f-0a60c14c60f5" providerId="ADAL" clId="{7CF332AC-3CAC-5A52-B405-EB6470B6B883}" dt="2026-05-06T11:53:36.090" v="1493" actId="2711"/>
          <ac:spMkLst>
            <pc:docMk/>
            <pc:sldMk cId="125043118" sldId="2134806478"/>
            <ac:spMk id="8" creationId="{92383D87-8D26-EBB0-9540-C0CB78D236F5}"/>
          </ac:spMkLst>
        </pc:spChg>
        <pc:spChg chg="mod">
          <ac:chgData name="Mikkel Wienberg Madsen" userId="c49ae573-c4c8-4189-992f-0a60c14c60f5" providerId="ADAL" clId="{7CF332AC-3CAC-5A52-B405-EB6470B6B883}" dt="2026-05-06T11:53:53.309" v="1499" actId="403"/>
          <ac:spMkLst>
            <pc:docMk/>
            <pc:sldMk cId="125043118" sldId="2134806478"/>
            <ac:spMk id="10" creationId="{5EBC31B3-E940-729E-065F-33BE1954FE9E}"/>
          </ac:spMkLst>
        </pc:spChg>
      </pc:sldChg>
      <pc:sldChg chg="addSp delSp modSp mod">
        <pc:chgData name="Mikkel Wienberg Madsen" userId="c49ae573-c4c8-4189-992f-0a60c14c60f5" providerId="ADAL" clId="{7CF332AC-3CAC-5A52-B405-EB6470B6B883}" dt="2026-05-06T11:29:19.441" v="1383" actId="1076"/>
        <pc:sldMkLst>
          <pc:docMk/>
          <pc:sldMk cId="2573492810" sldId="2134806479"/>
        </pc:sldMkLst>
        <pc:spChg chg="add mod">
          <ac:chgData name="Mikkel Wienberg Madsen" userId="c49ae573-c4c8-4189-992f-0a60c14c60f5" providerId="ADAL" clId="{7CF332AC-3CAC-5A52-B405-EB6470B6B883}" dt="2026-05-06T11:24:57.076" v="1357" actId="2085"/>
          <ac:spMkLst>
            <pc:docMk/>
            <pc:sldMk cId="2573492810" sldId="2134806479"/>
            <ac:spMk id="10" creationId="{064D4810-6C5D-6D1A-66A0-A972EEC639B5}"/>
          </ac:spMkLst>
        </pc:spChg>
        <pc:spChg chg="add mod">
          <ac:chgData name="Mikkel Wienberg Madsen" userId="c49ae573-c4c8-4189-992f-0a60c14c60f5" providerId="ADAL" clId="{7CF332AC-3CAC-5A52-B405-EB6470B6B883}" dt="2026-05-06T11:28:29.136" v="1371" actId="2085"/>
          <ac:spMkLst>
            <pc:docMk/>
            <pc:sldMk cId="2573492810" sldId="2134806479"/>
            <ac:spMk id="14" creationId="{EE0BB60B-AC6D-4FED-B6BA-E17F9C802CBE}"/>
          </ac:spMkLst>
        </pc:spChg>
        <pc:grpChg chg="add mod">
          <ac:chgData name="Mikkel Wienberg Madsen" userId="c49ae573-c4c8-4189-992f-0a60c14c60f5" providerId="ADAL" clId="{7CF332AC-3CAC-5A52-B405-EB6470B6B883}" dt="2026-05-06T11:29:17.723" v="1382" actId="1076"/>
          <ac:grpSpMkLst>
            <pc:docMk/>
            <pc:sldMk cId="2573492810" sldId="2134806479"/>
            <ac:grpSpMk id="11" creationId="{32C0E5E1-3F32-7177-E9A3-B0551CCCC4CE}"/>
          </ac:grpSpMkLst>
        </pc:grpChg>
        <pc:grpChg chg="add mod">
          <ac:chgData name="Mikkel Wienberg Madsen" userId="c49ae573-c4c8-4189-992f-0a60c14c60f5" providerId="ADAL" clId="{7CF332AC-3CAC-5A52-B405-EB6470B6B883}" dt="2026-05-06T11:29:19.441" v="1383" actId="1076"/>
          <ac:grpSpMkLst>
            <pc:docMk/>
            <pc:sldMk cId="2573492810" sldId="2134806479"/>
            <ac:grpSpMk id="15" creationId="{CE187D24-3749-E1E1-5BB3-36B0C146057D}"/>
          </ac:grpSpMkLst>
        </pc:grpChg>
        <pc:picChg chg="add mod">
          <ac:chgData name="Mikkel Wienberg Madsen" userId="c49ae573-c4c8-4189-992f-0a60c14c60f5" providerId="ADAL" clId="{7CF332AC-3CAC-5A52-B405-EB6470B6B883}" dt="2026-05-06T11:24:29.478" v="1354" actId="1076"/>
          <ac:picMkLst>
            <pc:docMk/>
            <pc:sldMk cId="2573492810" sldId="2134806479"/>
            <ac:picMk id="9" creationId="{12F3B069-E5F2-D1DC-2B4B-47AC8A74165E}"/>
          </ac:picMkLst>
        </pc:picChg>
        <pc:picChg chg="add mod">
          <ac:chgData name="Mikkel Wienberg Madsen" userId="c49ae573-c4c8-4189-992f-0a60c14c60f5" providerId="ADAL" clId="{7CF332AC-3CAC-5A52-B405-EB6470B6B883}" dt="2026-05-06T11:28:00.831" v="1364" actId="1076"/>
          <ac:picMkLst>
            <pc:docMk/>
            <pc:sldMk cId="2573492810" sldId="2134806479"/>
            <ac:picMk id="12" creationId="{89BA3817-253B-97CE-AF7B-FDD28CF41340}"/>
          </ac:picMkLst>
        </pc:picChg>
        <pc:picChg chg="mod">
          <ac:chgData name="Mikkel Wienberg Madsen" userId="c49ae573-c4c8-4189-992f-0a60c14c60f5" providerId="ADAL" clId="{7CF332AC-3CAC-5A52-B405-EB6470B6B883}" dt="2026-05-06T11:29:15.870" v="1381" actId="1076"/>
          <ac:picMkLst>
            <pc:docMk/>
            <pc:sldMk cId="2573492810" sldId="2134806479"/>
            <ac:picMk id="4098" creationId="{B721C696-F3ED-7202-25F9-5B83557C211A}"/>
          </ac:picMkLst>
        </pc:picChg>
      </pc:sldChg>
      <pc:sldChg chg="addSp delSp modSp mod">
        <pc:chgData name="Mikkel Wienberg Madsen" userId="c49ae573-c4c8-4189-992f-0a60c14c60f5" providerId="ADAL" clId="{7CF332AC-3CAC-5A52-B405-EB6470B6B883}" dt="2026-05-06T11:51:23.759" v="1476" actId="1076"/>
        <pc:sldMkLst>
          <pc:docMk/>
          <pc:sldMk cId="1277462331" sldId="2134806480"/>
        </pc:sldMkLst>
        <pc:spChg chg="mod">
          <ac:chgData name="Mikkel Wienberg Madsen" userId="c49ae573-c4c8-4189-992f-0a60c14c60f5" providerId="ADAL" clId="{7CF332AC-3CAC-5A52-B405-EB6470B6B883}" dt="2026-05-06T11:51:12.989" v="1473" actId="2711"/>
          <ac:spMkLst>
            <pc:docMk/>
            <pc:sldMk cId="1277462331" sldId="2134806480"/>
            <ac:spMk id="2" creationId="{5EA2379C-75A6-995A-F416-DA07F9AD9D22}"/>
          </ac:spMkLst>
        </pc:spChg>
        <pc:picChg chg="mod">
          <ac:chgData name="Mikkel Wienberg Madsen" userId="c49ae573-c4c8-4189-992f-0a60c14c60f5" providerId="ADAL" clId="{7CF332AC-3CAC-5A52-B405-EB6470B6B883}" dt="2026-05-06T11:51:23.759" v="1476" actId="1076"/>
          <ac:picMkLst>
            <pc:docMk/>
            <pc:sldMk cId="1277462331" sldId="2134806480"/>
            <ac:picMk id="2050" creationId="{08346B8A-B9D0-F3A0-71BF-E9B5CE4ED9EC}"/>
          </ac:picMkLst>
        </pc:picChg>
      </pc:sldChg>
      <pc:sldChg chg="addSp delSp modSp mod">
        <pc:chgData name="Mikkel Wienberg Madsen" userId="c49ae573-c4c8-4189-992f-0a60c14c60f5" providerId="ADAL" clId="{7CF332AC-3CAC-5A52-B405-EB6470B6B883}" dt="2026-05-11T06:58:10.879" v="2347" actId="20577"/>
        <pc:sldMkLst>
          <pc:docMk/>
          <pc:sldMk cId="220899577" sldId="2134806481"/>
        </pc:sldMkLst>
        <pc:spChg chg="mod">
          <ac:chgData name="Mikkel Wienberg Madsen" userId="c49ae573-c4c8-4189-992f-0a60c14c60f5" providerId="ADAL" clId="{7CF332AC-3CAC-5A52-B405-EB6470B6B883}" dt="2026-05-06T11:52:56.921" v="1488" actId="2711"/>
          <ac:spMkLst>
            <pc:docMk/>
            <pc:sldMk cId="220899577" sldId="2134806481"/>
            <ac:spMk id="2" creationId="{2E88D204-E883-58C4-A2B4-04FC6371D2C6}"/>
          </ac:spMkLst>
        </pc:spChg>
        <pc:spChg chg="mod">
          <ac:chgData name="Mikkel Wienberg Madsen" userId="c49ae573-c4c8-4189-992f-0a60c14c60f5" providerId="ADAL" clId="{7CF332AC-3CAC-5A52-B405-EB6470B6B883}" dt="2026-05-11T06:58:10.879" v="2347" actId="20577"/>
          <ac:spMkLst>
            <pc:docMk/>
            <pc:sldMk cId="220899577" sldId="2134806481"/>
            <ac:spMk id="3" creationId="{51EAF27D-738F-FCE5-BF25-041B53956BDB}"/>
          </ac:spMkLst>
        </pc:spChg>
      </pc:sldChg>
      <pc:sldChg chg="addSp modSp mod">
        <pc:chgData name="Mikkel Wienberg Madsen" userId="c49ae573-c4c8-4189-992f-0a60c14c60f5" providerId="ADAL" clId="{7CF332AC-3CAC-5A52-B405-EB6470B6B883}" dt="2026-05-06T11:52:23.967" v="1486" actId="2711"/>
        <pc:sldMkLst>
          <pc:docMk/>
          <pc:sldMk cId="1174350070" sldId="2134806482"/>
        </pc:sldMkLst>
        <pc:spChg chg="mod">
          <ac:chgData name="Mikkel Wienberg Madsen" userId="c49ae573-c4c8-4189-992f-0a60c14c60f5" providerId="ADAL" clId="{7CF332AC-3CAC-5A52-B405-EB6470B6B883}" dt="2026-05-06T11:52:23.967" v="1486" actId="2711"/>
          <ac:spMkLst>
            <pc:docMk/>
            <pc:sldMk cId="1174350070" sldId="2134806482"/>
            <ac:spMk id="2" creationId="{CAA8D43C-B21E-43D0-D740-526A82E7B406}"/>
          </ac:spMkLst>
        </pc:spChg>
        <pc:spChg chg="mod">
          <ac:chgData name="Mikkel Wienberg Madsen" userId="c49ae573-c4c8-4189-992f-0a60c14c60f5" providerId="ADAL" clId="{7CF332AC-3CAC-5A52-B405-EB6470B6B883}" dt="2026-05-06T11:52:14.119" v="1485" actId="2711"/>
          <ac:spMkLst>
            <pc:docMk/>
            <pc:sldMk cId="1174350070" sldId="2134806482"/>
            <ac:spMk id="8" creationId="{BEF138A6-A082-44F6-23EC-CCBAF20A3D48}"/>
          </ac:spMkLst>
        </pc:spChg>
        <pc:spChg chg="mod">
          <ac:chgData name="Mikkel Wienberg Madsen" userId="c49ae573-c4c8-4189-992f-0a60c14c60f5" providerId="ADAL" clId="{7CF332AC-3CAC-5A52-B405-EB6470B6B883}" dt="2026-05-06T11:52:14.119" v="1485" actId="2711"/>
          <ac:spMkLst>
            <pc:docMk/>
            <pc:sldMk cId="1174350070" sldId="2134806482"/>
            <ac:spMk id="11" creationId="{67D5F3DD-F26A-8F54-CDC9-C2EF4C20E43A}"/>
          </ac:spMkLst>
        </pc:spChg>
        <pc:picChg chg="add mod">
          <ac:chgData name="Mikkel Wienberg Madsen" userId="c49ae573-c4c8-4189-992f-0a60c14c60f5" providerId="ADAL" clId="{7CF332AC-3CAC-5A52-B405-EB6470B6B883}" dt="2026-05-06T11:30:17.871" v="1391"/>
          <ac:picMkLst>
            <pc:docMk/>
            <pc:sldMk cId="1174350070" sldId="2134806482"/>
            <ac:picMk id="3" creationId="{E5FEAA34-6531-C2D3-DAAC-1996E6E02875}"/>
          </ac:picMkLst>
        </pc:picChg>
      </pc:sldChg>
      <pc:sldChg chg="addSp delSp modSp mod ord">
        <pc:chgData name="Mikkel Wienberg Madsen" userId="c49ae573-c4c8-4189-992f-0a60c14c60f5" providerId="ADAL" clId="{7CF332AC-3CAC-5A52-B405-EB6470B6B883}" dt="2026-05-11T06:56:46.631" v="2308" actId="20577"/>
        <pc:sldMkLst>
          <pc:docMk/>
          <pc:sldMk cId="4025171309" sldId="2134806483"/>
        </pc:sldMkLst>
        <pc:spChg chg="mod">
          <ac:chgData name="Mikkel Wienberg Madsen" userId="c49ae573-c4c8-4189-992f-0a60c14c60f5" providerId="ADAL" clId="{7CF332AC-3CAC-5A52-B405-EB6470B6B883}" dt="2026-05-07T14:24:16.024" v="2074" actId="20577"/>
          <ac:spMkLst>
            <pc:docMk/>
            <pc:sldMk cId="4025171309" sldId="2134806483"/>
            <ac:spMk id="2" creationId="{C72EF3BB-0D25-86BE-F778-0DC7C2D8092A}"/>
          </ac:spMkLst>
        </pc:spChg>
        <pc:spChg chg="mod">
          <ac:chgData name="Mikkel Wienberg Madsen" userId="c49ae573-c4c8-4189-992f-0a60c14c60f5" providerId="ADAL" clId="{7CF332AC-3CAC-5A52-B405-EB6470B6B883}" dt="2026-05-07T14:19:55.701" v="2031" actId="1076"/>
          <ac:spMkLst>
            <pc:docMk/>
            <pc:sldMk cId="4025171309" sldId="2134806483"/>
            <ac:spMk id="7" creationId="{C0E751C0-4A48-44FE-3530-3021B31695DC}"/>
          </ac:spMkLst>
        </pc:spChg>
        <pc:spChg chg="add mod">
          <ac:chgData name="Mikkel Wienberg Madsen" userId="c49ae573-c4c8-4189-992f-0a60c14c60f5" providerId="ADAL" clId="{7CF332AC-3CAC-5A52-B405-EB6470B6B883}" dt="2026-05-11T06:56:46.631" v="2308" actId="20577"/>
          <ac:spMkLst>
            <pc:docMk/>
            <pc:sldMk cId="4025171309" sldId="2134806483"/>
            <ac:spMk id="8" creationId="{C5BB83F4-137B-ADC4-E19F-B5728B03EE20}"/>
          </ac:spMkLst>
        </pc:spChg>
        <pc:spChg chg="add mod">
          <ac:chgData name="Mikkel Wienberg Madsen" userId="c49ae573-c4c8-4189-992f-0a60c14c60f5" providerId="ADAL" clId="{7CF332AC-3CAC-5A52-B405-EB6470B6B883}" dt="2026-05-08T13:59:52.664" v="2301" actId="1076"/>
          <ac:spMkLst>
            <pc:docMk/>
            <pc:sldMk cId="4025171309" sldId="2134806483"/>
            <ac:spMk id="9" creationId="{16B086D0-FB98-E438-D908-9BE986D32876}"/>
          </ac:spMkLst>
        </pc:spChg>
        <pc:spChg chg="add mod">
          <ac:chgData name="Mikkel Wienberg Madsen" userId="c49ae573-c4c8-4189-992f-0a60c14c60f5" providerId="ADAL" clId="{7CF332AC-3CAC-5A52-B405-EB6470B6B883}" dt="2026-05-08T14:00:04.165" v="2305" actId="1076"/>
          <ac:spMkLst>
            <pc:docMk/>
            <pc:sldMk cId="4025171309" sldId="2134806483"/>
            <ac:spMk id="10" creationId="{D3E41C99-816B-19B7-CBCB-4CF7D4E3EACA}"/>
          </ac:spMkLst>
        </pc:spChg>
        <pc:spChg chg="add mod">
          <ac:chgData name="Mikkel Wienberg Madsen" userId="c49ae573-c4c8-4189-992f-0a60c14c60f5" providerId="ADAL" clId="{7CF332AC-3CAC-5A52-B405-EB6470B6B883}" dt="2026-05-08T14:00:01.384" v="2304" actId="1076"/>
          <ac:spMkLst>
            <pc:docMk/>
            <pc:sldMk cId="4025171309" sldId="2134806483"/>
            <ac:spMk id="11" creationId="{289B5AD2-BD15-2763-13BD-EA7761716E89}"/>
          </ac:spMkLst>
        </pc:spChg>
        <pc:spChg chg="add mod">
          <ac:chgData name="Mikkel Wienberg Madsen" userId="c49ae573-c4c8-4189-992f-0a60c14c60f5" providerId="ADAL" clId="{7CF332AC-3CAC-5A52-B405-EB6470B6B883}" dt="2026-05-08T13:59:54.497" v="2302" actId="1076"/>
          <ac:spMkLst>
            <pc:docMk/>
            <pc:sldMk cId="4025171309" sldId="2134806483"/>
            <ac:spMk id="13" creationId="{5AA28535-2B74-0F82-3473-7216423E85F7}"/>
          </ac:spMkLst>
        </pc:spChg>
        <pc:spChg chg="add mod">
          <ac:chgData name="Mikkel Wienberg Madsen" userId="c49ae573-c4c8-4189-992f-0a60c14c60f5" providerId="ADAL" clId="{7CF332AC-3CAC-5A52-B405-EB6470B6B883}" dt="2026-05-08T13:07:49.321" v="2264" actId="113"/>
          <ac:spMkLst>
            <pc:docMk/>
            <pc:sldMk cId="4025171309" sldId="2134806483"/>
            <ac:spMk id="14" creationId="{397BC7F1-3173-3A56-C54C-60D02374416C}"/>
          </ac:spMkLst>
        </pc:spChg>
        <pc:spChg chg="add mod">
          <ac:chgData name="Mikkel Wienberg Madsen" userId="c49ae573-c4c8-4189-992f-0a60c14c60f5" providerId="ADAL" clId="{7CF332AC-3CAC-5A52-B405-EB6470B6B883}" dt="2026-05-08T13:59:39.184" v="2300" actId="1076"/>
          <ac:spMkLst>
            <pc:docMk/>
            <pc:sldMk cId="4025171309" sldId="2134806483"/>
            <ac:spMk id="16" creationId="{0ABD37FC-D928-BA30-1C66-D58EFB0B04CE}"/>
          </ac:spMkLst>
        </pc:spChg>
      </pc:sldChg>
      <pc:sldChg chg="addSp modSp mod">
        <pc:chgData name="Mikkel Wienberg Madsen" userId="c49ae573-c4c8-4189-992f-0a60c14c60f5" providerId="ADAL" clId="{7CF332AC-3CAC-5A52-B405-EB6470B6B883}" dt="2026-05-06T11:52:36.437" v="1487" actId="2711"/>
        <pc:sldMkLst>
          <pc:docMk/>
          <pc:sldMk cId="1841818453" sldId="2134806484"/>
        </pc:sldMkLst>
        <pc:spChg chg="mod">
          <ac:chgData name="Mikkel Wienberg Madsen" userId="c49ae573-c4c8-4189-992f-0a60c14c60f5" providerId="ADAL" clId="{7CF332AC-3CAC-5A52-B405-EB6470B6B883}" dt="2026-05-06T11:52:36.437" v="1487" actId="2711"/>
          <ac:spMkLst>
            <pc:docMk/>
            <pc:sldMk cId="1841818453" sldId="2134806484"/>
            <ac:spMk id="2" creationId="{11BC0DF2-8CDE-52CD-C2FC-F1963273B5B7}"/>
          </ac:spMkLst>
        </pc:spChg>
        <pc:spChg chg="add mod">
          <ac:chgData name="Mikkel Wienberg Madsen" userId="c49ae573-c4c8-4189-992f-0a60c14c60f5" providerId="ADAL" clId="{7CF332AC-3CAC-5A52-B405-EB6470B6B883}" dt="2026-05-06T11:52:36.437" v="1487" actId="2711"/>
          <ac:spMkLst>
            <pc:docMk/>
            <pc:sldMk cId="1841818453" sldId="2134806484"/>
            <ac:spMk id="3" creationId="{A4C315BF-9E9F-A7E6-1ED1-EE3627CA1123}"/>
          </ac:spMkLst>
        </pc:spChg>
      </pc:sldChg>
      <pc:sldChg chg="addSp delSp modSp mod ord">
        <pc:chgData name="Mikkel Wienberg Madsen" userId="c49ae573-c4c8-4189-992f-0a60c14c60f5" providerId="ADAL" clId="{7CF332AC-3CAC-5A52-B405-EB6470B6B883}" dt="2026-05-06T11:51:37.232" v="1477" actId="2711"/>
        <pc:sldMkLst>
          <pc:docMk/>
          <pc:sldMk cId="3346796510" sldId="2134806485"/>
        </pc:sldMkLst>
        <pc:spChg chg="mod">
          <ac:chgData name="Mikkel Wienberg Madsen" userId="c49ae573-c4c8-4189-992f-0a60c14c60f5" providerId="ADAL" clId="{7CF332AC-3CAC-5A52-B405-EB6470B6B883}" dt="2026-05-06T11:51:37.232" v="1477" actId="2711"/>
          <ac:spMkLst>
            <pc:docMk/>
            <pc:sldMk cId="3346796510" sldId="2134806485"/>
            <ac:spMk id="2" creationId="{04990E73-59F4-ADF4-EAC9-9830C6A2A191}"/>
          </ac:spMkLst>
        </pc:spChg>
        <pc:spChg chg="add mod">
          <ac:chgData name="Mikkel Wienberg Madsen" userId="c49ae573-c4c8-4189-992f-0a60c14c60f5" providerId="ADAL" clId="{7CF332AC-3CAC-5A52-B405-EB6470B6B883}" dt="2026-05-06T11:35:42.113" v="1449" actId="1076"/>
          <ac:spMkLst>
            <pc:docMk/>
            <pc:sldMk cId="3346796510" sldId="2134806485"/>
            <ac:spMk id="8" creationId="{10B86116-1F2B-4215-4324-3E6090A2BEB5}"/>
          </ac:spMkLst>
        </pc:spChg>
        <pc:picChg chg="mod">
          <ac:chgData name="Mikkel Wienberg Madsen" userId="c49ae573-c4c8-4189-992f-0a60c14c60f5" providerId="ADAL" clId="{7CF332AC-3CAC-5A52-B405-EB6470B6B883}" dt="2026-05-06T11:35:36.301" v="1448" actId="1076"/>
          <ac:picMkLst>
            <pc:docMk/>
            <pc:sldMk cId="3346796510" sldId="2134806485"/>
            <ac:picMk id="7" creationId="{992B7B45-0519-A5B8-BC20-9EBBF0FE17B6}"/>
          </ac:picMkLst>
        </pc:picChg>
      </pc:sldChg>
      <pc:sldChg chg="modSp mod modNotesTx">
        <pc:chgData name="Mikkel Wienberg Madsen" userId="c49ae573-c4c8-4189-992f-0a60c14c60f5" providerId="ADAL" clId="{7CF332AC-3CAC-5A52-B405-EB6470B6B883}" dt="2026-05-06T11:54:45.436" v="1505" actId="404"/>
        <pc:sldMkLst>
          <pc:docMk/>
          <pc:sldMk cId="2715104295" sldId="2134806486"/>
        </pc:sldMkLst>
        <pc:spChg chg="mod">
          <ac:chgData name="Mikkel Wienberg Madsen" userId="c49ae573-c4c8-4189-992f-0a60c14c60f5" providerId="ADAL" clId="{7CF332AC-3CAC-5A52-B405-EB6470B6B883}" dt="2026-05-06T11:54:35.379" v="1502" actId="2711"/>
          <ac:spMkLst>
            <pc:docMk/>
            <pc:sldMk cId="2715104295" sldId="2134806486"/>
            <ac:spMk id="2" creationId="{DA64D940-7E51-E8B0-0356-68E6686249B7}"/>
          </ac:spMkLst>
        </pc:spChg>
        <pc:spChg chg="mod">
          <ac:chgData name="Mikkel Wienberg Madsen" userId="c49ae573-c4c8-4189-992f-0a60c14c60f5" providerId="ADAL" clId="{7CF332AC-3CAC-5A52-B405-EB6470B6B883}" dt="2026-05-06T11:54:35.379" v="1502" actId="2711"/>
          <ac:spMkLst>
            <pc:docMk/>
            <pc:sldMk cId="2715104295" sldId="2134806486"/>
            <ac:spMk id="3" creationId="{BFA22810-E31D-C80F-F298-94642C88B3C6}"/>
          </ac:spMkLst>
        </pc:spChg>
        <pc:spChg chg="mod">
          <ac:chgData name="Mikkel Wienberg Madsen" userId="c49ae573-c4c8-4189-992f-0a60c14c60f5" providerId="ADAL" clId="{7CF332AC-3CAC-5A52-B405-EB6470B6B883}" dt="2026-05-06T11:54:35.379" v="1502" actId="2711"/>
          <ac:spMkLst>
            <pc:docMk/>
            <pc:sldMk cId="2715104295" sldId="2134806486"/>
            <ac:spMk id="7" creationId="{902A171B-5594-4A12-24DC-F1F2FC56B2BB}"/>
          </ac:spMkLst>
        </pc:spChg>
        <pc:spChg chg="mod">
          <ac:chgData name="Mikkel Wienberg Madsen" userId="c49ae573-c4c8-4189-992f-0a60c14c60f5" providerId="ADAL" clId="{7CF332AC-3CAC-5A52-B405-EB6470B6B883}" dt="2026-05-06T11:54:45.436" v="1505" actId="404"/>
          <ac:spMkLst>
            <pc:docMk/>
            <pc:sldMk cId="2715104295" sldId="2134806486"/>
            <ac:spMk id="8" creationId="{E9E185B5-7E23-B0A5-C6EC-8A5AFCE2FF6A}"/>
          </ac:spMkLst>
        </pc:spChg>
      </pc:sldChg>
      <pc:sldChg chg="addSp delSp modSp mod ord">
        <pc:chgData name="Mikkel Wienberg Madsen" userId="c49ae573-c4c8-4189-992f-0a60c14c60f5" providerId="ADAL" clId="{7CF332AC-3CAC-5A52-B405-EB6470B6B883}" dt="2026-05-06T11:55:31.046" v="1510" actId="2711"/>
        <pc:sldMkLst>
          <pc:docMk/>
          <pc:sldMk cId="33548989" sldId="2134806487"/>
        </pc:sldMkLst>
        <pc:spChg chg="mod">
          <ac:chgData name="Mikkel Wienberg Madsen" userId="c49ae573-c4c8-4189-992f-0a60c14c60f5" providerId="ADAL" clId="{7CF332AC-3CAC-5A52-B405-EB6470B6B883}" dt="2026-05-06T11:55:04.159" v="1507" actId="2711"/>
          <ac:spMkLst>
            <pc:docMk/>
            <pc:sldMk cId="33548989" sldId="2134806487"/>
            <ac:spMk id="2" creationId="{FF664DAC-5601-771A-149C-4B4647E648EE}"/>
          </ac:spMkLst>
        </pc:spChg>
        <pc:spChg chg="add mod">
          <ac:chgData name="Mikkel Wienberg Madsen" userId="c49ae573-c4c8-4189-992f-0a60c14c60f5" providerId="ADAL" clId="{7CF332AC-3CAC-5A52-B405-EB6470B6B883}" dt="2026-05-06T11:55:13.178" v="1508" actId="2711"/>
          <ac:spMkLst>
            <pc:docMk/>
            <pc:sldMk cId="33548989" sldId="2134806487"/>
            <ac:spMk id="13" creationId="{9FB696E1-4368-5FC3-AC35-DCFCFBEE63B9}"/>
          </ac:spMkLst>
        </pc:spChg>
        <pc:spChg chg="add mod">
          <ac:chgData name="Mikkel Wienberg Madsen" userId="c49ae573-c4c8-4189-992f-0a60c14c60f5" providerId="ADAL" clId="{7CF332AC-3CAC-5A52-B405-EB6470B6B883}" dt="2026-05-06T11:55:13.178" v="1508" actId="2711"/>
          <ac:spMkLst>
            <pc:docMk/>
            <pc:sldMk cId="33548989" sldId="2134806487"/>
            <ac:spMk id="14" creationId="{A2617C6F-9437-BB8D-8244-0A9BC1808AE6}"/>
          </ac:spMkLst>
        </pc:spChg>
        <pc:graphicFrameChg chg="add mod modGraphic">
          <ac:chgData name="Mikkel Wienberg Madsen" userId="c49ae573-c4c8-4189-992f-0a60c14c60f5" providerId="ADAL" clId="{7CF332AC-3CAC-5A52-B405-EB6470B6B883}" dt="2026-05-06T11:55:31.046" v="1510" actId="2711"/>
          <ac:graphicFrameMkLst>
            <pc:docMk/>
            <pc:sldMk cId="33548989" sldId="2134806487"/>
            <ac:graphicFrameMk id="9" creationId="{C4B2D6BA-1C3B-08E9-4D6F-9B9E91FF4AEB}"/>
          </ac:graphicFrameMkLst>
        </pc:graphicFrameChg>
        <pc:graphicFrameChg chg="add del mod modGraphic">
          <ac:chgData name="Mikkel Wienberg Madsen" userId="c49ae573-c4c8-4189-992f-0a60c14c60f5" providerId="ADAL" clId="{7CF332AC-3CAC-5A52-B405-EB6470B6B883}" dt="2026-05-06T11:55:23.174" v="1509" actId="2711"/>
          <ac:graphicFrameMkLst>
            <pc:docMk/>
            <pc:sldMk cId="33548989" sldId="2134806487"/>
            <ac:graphicFrameMk id="12" creationId="{E500143C-7A32-5D6A-6A62-F67F5624E8FF}"/>
          </ac:graphicFrameMkLst>
        </pc:graphicFrameChg>
        <pc:picChg chg="add mod">
          <ac:chgData name="Mikkel Wienberg Madsen" userId="c49ae573-c4c8-4189-992f-0a60c14c60f5" providerId="ADAL" clId="{7CF332AC-3CAC-5A52-B405-EB6470B6B883}" dt="2026-05-06T10:21:28.888" v="1296" actId="1076"/>
          <ac:picMkLst>
            <pc:docMk/>
            <pc:sldMk cId="33548989" sldId="2134806487"/>
            <ac:picMk id="15" creationId="{AB304BD1-154E-BF28-BECE-9FFCBFA6F8EC}"/>
          </ac:picMkLst>
        </pc:picChg>
      </pc:sldChg>
      <pc:sldChg chg="addSp modSp add mod ord">
        <pc:chgData name="Mikkel Wienberg Madsen" userId="c49ae573-c4c8-4189-992f-0a60c14c60f5" providerId="ADAL" clId="{7CF332AC-3CAC-5A52-B405-EB6470B6B883}" dt="2026-05-06T11:55:41.984" v="1511" actId="2711"/>
        <pc:sldMkLst>
          <pc:docMk/>
          <pc:sldMk cId="1500487666" sldId="2134806488"/>
        </pc:sldMkLst>
        <pc:spChg chg="mod">
          <ac:chgData name="Mikkel Wienberg Madsen" userId="c49ae573-c4c8-4189-992f-0a60c14c60f5" providerId="ADAL" clId="{7CF332AC-3CAC-5A52-B405-EB6470B6B883}" dt="2026-05-06T11:55:41.984" v="1511" actId="2711"/>
          <ac:spMkLst>
            <pc:docMk/>
            <pc:sldMk cId="1500487666" sldId="2134806488"/>
            <ac:spMk id="2" creationId="{4073806C-670A-1EBA-E8A3-464CB8136042}"/>
          </ac:spMkLst>
        </pc:spChg>
        <pc:spChg chg="add mod">
          <ac:chgData name="Mikkel Wienberg Madsen" userId="c49ae573-c4c8-4189-992f-0a60c14c60f5" providerId="ADAL" clId="{7CF332AC-3CAC-5A52-B405-EB6470B6B883}" dt="2026-05-06T11:55:41.984" v="1511" actId="2711"/>
          <ac:spMkLst>
            <pc:docMk/>
            <pc:sldMk cId="1500487666" sldId="2134806488"/>
            <ac:spMk id="7" creationId="{4CFD3733-6261-AE00-96F7-FD1DAF7C9E08}"/>
          </ac:spMkLst>
        </pc:spChg>
        <pc:picChg chg="add mod">
          <ac:chgData name="Mikkel Wienberg Madsen" userId="c49ae573-c4c8-4189-992f-0a60c14c60f5" providerId="ADAL" clId="{7CF332AC-3CAC-5A52-B405-EB6470B6B883}" dt="2026-05-06T09:41:01.481" v="1293" actId="1076"/>
          <ac:picMkLst>
            <pc:docMk/>
            <pc:sldMk cId="1500487666" sldId="2134806488"/>
            <ac:picMk id="8" creationId="{02BF3EC2-A292-C719-3FB2-EC9977277F2C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6T11:57:31.358" v="1522" actId="2711"/>
        <pc:sldMkLst>
          <pc:docMk/>
          <pc:sldMk cId="2802926454" sldId="2134806489"/>
        </pc:sldMkLst>
        <pc:spChg chg="mod">
          <ac:chgData name="Mikkel Wienberg Madsen" userId="c49ae573-c4c8-4189-992f-0a60c14c60f5" providerId="ADAL" clId="{7CF332AC-3CAC-5A52-B405-EB6470B6B883}" dt="2026-05-06T11:57:24.251" v="1521" actId="2711"/>
          <ac:spMkLst>
            <pc:docMk/>
            <pc:sldMk cId="2802926454" sldId="2134806489"/>
            <ac:spMk id="3" creationId="{FB94B5F2-7938-E2E7-94F5-3E940ADFFF24}"/>
          </ac:spMkLst>
        </pc:spChg>
        <pc:graphicFrameChg chg="add mod modGraphic">
          <ac:chgData name="Mikkel Wienberg Madsen" userId="c49ae573-c4c8-4189-992f-0a60c14c60f5" providerId="ADAL" clId="{7CF332AC-3CAC-5A52-B405-EB6470B6B883}" dt="2026-05-06T11:57:31.358" v="1522" actId="2711"/>
          <ac:graphicFrameMkLst>
            <pc:docMk/>
            <pc:sldMk cId="2802926454" sldId="2134806489"/>
            <ac:graphicFrameMk id="9" creationId="{B9914C1D-0CA1-314C-4739-78FEA73E04D1}"/>
          </ac:graphicFrameMkLst>
        </pc:graphicFrameChg>
        <pc:picChg chg="add mod">
          <ac:chgData name="Mikkel Wienberg Madsen" userId="c49ae573-c4c8-4189-992f-0a60c14c60f5" providerId="ADAL" clId="{7CF332AC-3CAC-5A52-B405-EB6470B6B883}" dt="2026-05-06T09:37:07.480" v="1279"/>
          <ac:picMkLst>
            <pc:docMk/>
            <pc:sldMk cId="2802926454" sldId="2134806489"/>
            <ac:picMk id="12" creationId="{B5BFF63D-BD47-255E-6206-C682322060A4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6T11:57:44.665" v="1523" actId="2711"/>
        <pc:sldMkLst>
          <pc:docMk/>
          <pc:sldMk cId="3149076543" sldId="2134806490"/>
        </pc:sldMkLst>
        <pc:spChg chg="mod">
          <ac:chgData name="Mikkel Wienberg Madsen" userId="c49ae573-c4c8-4189-992f-0a60c14c60f5" providerId="ADAL" clId="{7CF332AC-3CAC-5A52-B405-EB6470B6B883}" dt="2026-05-06T11:57:44.665" v="1523" actId="2711"/>
          <ac:spMkLst>
            <pc:docMk/>
            <pc:sldMk cId="3149076543" sldId="2134806490"/>
            <ac:spMk id="3" creationId="{FDE54C2E-A7A3-DBD7-0325-3376B1B03AD8}"/>
          </ac:spMkLst>
        </pc:spChg>
        <pc:picChg chg="mod">
          <ac:chgData name="Mikkel Wienberg Madsen" userId="c49ae573-c4c8-4189-992f-0a60c14c60f5" providerId="ADAL" clId="{7CF332AC-3CAC-5A52-B405-EB6470B6B883}" dt="2026-05-06T09:26:15.184" v="1232" actId="1076"/>
          <ac:picMkLst>
            <pc:docMk/>
            <pc:sldMk cId="3149076543" sldId="2134806490"/>
            <ac:picMk id="7" creationId="{5C38E42D-C019-3F32-4B75-BD2F04996E11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6T09:39:35.943" v="1284" actId="478"/>
        <pc:sldMkLst>
          <pc:docMk/>
          <pc:sldMk cId="1179090725" sldId="2134806491"/>
        </pc:sldMkLst>
        <pc:picChg chg="add del mod">
          <ac:chgData name="Mikkel Wienberg Madsen" userId="c49ae573-c4c8-4189-992f-0a60c14c60f5" providerId="ADAL" clId="{7CF332AC-3CAC-5A52-B405-EB6470B6B883}" dt="2026-05-06T09:36:48.616" v="1272" actId="1076"/>
          <ac:picMkLst>
            <pc:docMk/>
            <pc:sldMk cId="1179090725" sldId="2134806491"/>
            <ac:picMk id="7" creationId="{E24F1D08-672D-0D55-5D6A-0D4EA221F88E}"/>
          </ac:picMkLst>
        </pc:picChg>
        <pc:picChg chg="add mod">
          <ac:chgData name="Mikkel Wienberg Madsen" userId="c49ae573-c4c8-4189-992f-0a60c14c60f5" providerId="ADAL" clId="{7CF332AC-3CAC-5A52-B405-EB6470B6B883}" dt="2026-05-06T09:35:56.964" v="1256" actId="1076"/>
          <ac:picMkLst>
            <pc:docMk/>
            <pc:sldMk cId="1179090725" sldId="2134806491"/>
            <ac:picMk id="8" creationId="{F79F2287-DFE1-EC03-C068-774F271C8FF4}"/>
          </ac:picMkLst>
        </pc:picChg>
      </pc:sldChg>
      <pc:sldChg chg="delSp modSp add mod">
        <pc:chgData name="Mikkel Wienberg Madsen" userId="c49ae573-c4c8-4189-992f-0a60c14c60f5" providerId="ADAL" clId="{7CF332AC-3CAC-5A52-B405-EB6470B6B883}" dt="2026-05-06T09:39:42.530" v="1287" actId="1076"/>
        <pc:sldMkLst>
          <pc:docMk/>
          <pc:sldMk cId="2232652802" sldId="2134806492"/>
        </pc:sldMkLst>
        <pc:picChg chg="mod">
          <ac:chgData name="Mikkel Wienberg Madsen" userId="c49ae573-c4c8-4189-992f-0a60c14c60f5" providerId="ADAL" clId="{7CF332AC-3CAC-5A52-B405-EB6470B6B883}" dt="2026-05-06T09:39:42.530" v="1287" actId="1076"/>
          <ac:picMkLst>
            <pc:docMk/>
            <pc:sldMk cId="2232652802" sldId="2134806492"/>
            <ac:picMk id="14" creationId="{FEF27DBD-4936-722A-B79B-C4CC932877F1}"/>
          </ac:picMkLst>
        </pc:picChg>
      </pc:sldChg>
      <pc:sldChg chg="addSp delSp new mod">
        <pc:chgData name="Mikkel Wienberg Madsen" userId="c49ae573-c4c8-4189-992f-0a60c14c60f5" providerId="ADAL" clId="{7CF332AC-3CAC-5A52-B405-EB6470B6B883}" dt="2026-05-06T11:45:14.089" v="1457" actId="478"/>
        <pc:sldMkLst>
          <pc:docMk/>
          <pc:sldMk cId="2441214815" sldId="2134806493"/>
        </pc:sldMkLst>
        <pc:picChg chg="add">
          <ac:chgData name="Mikkel Wienberg Madsen" userId="c49ae573-c4c8-4189-992f-0a60c14c60f5" providerId="ADAL" clId="{7CF332AC-3CAC-5A52-B405-EB6470B6B883}" dt="2026-05-06T11:45:11.622" v="1456"/>
          <ac:picMkLst>
            <pc:docMk/>
            <pc:sldMk cId="2441214815" sldId="2134806493"/>
            <ac:picMk id="6" creationId="{5C13EBC5-EAB7-57DF-1A87-1880AD21AFF2}"/>
          </ac:picMkLst>
        </pc:picChg>
      </pc:sldChg>
      <pc:sldChg chg="modSp new mod ord">
        <pc:chgData name="Mikkel Wienberg Madsen" userId="c49ae573-c4c8-4189-992f-0a60c14c60f5" providerId="ADAL" clId="{7CF332AC-3CAC-5A52-B405-EB6470B6B883}" dt="2026-05-06T11:57:00.081" v="1518" actId="2711"/>
        <pc:sldMkLst>
          <pc:docMk/>
          <pc:sldMk cId="3220790775" sldId="2134806494"/>
        </pc:sldMkLst>
        <pc:spChg chg="mod">
          <ac:chgData name="Mikkel Wienberg Madsen" userId="c49ae573-c4c8-4189-992f-0a60c14c60f5" providerId="ADAL" clId="{7CF332AC-3CAC-5A52-B405-EB6470B6B883}" dt="2026-05-06T11:57:00.081" v="1518" actId="2711"/>
          <ac:spMkLst>
            <pc:docMk/>
            <pc:sldMk cId="3220790775" sldId="2134806494"/>
            <ac:spMk id="2" creationId="{2495CBEC-75B2-F079-D058-E433659EE7AB}"/>
          </ac:spMkLst>
        </pc:spChg>
      </pc:sldChg>
      <pc:sldChg chg="modSp add mod">
        <pc:chgData name="Mikkel Wienberg Madsen" userId="c49ae573-c4c8-4189-992f-0a60c14c60f5" providerId="ADAL" clId="{7CF332AC-3CAC-5A52-B405-EB6470B6B883}" dt="2026-05-06T11:58:00.363" v="1538" actId="20577"/>
        <pc:sldMkLst>
          <pc:docMk/>
          <pc:sldMk cId="2558119092" sldId="2134806495"/>
        </pc:sldMkLst>
        <pc:spChg chg="mod">
          <ac:chgData name="Mikkel Wienberg Madsen" userId="c49ae573-c4c8-4189-992f-0a60c14c60f5" providerId="ADAL" clId="{7CF332AC-3CAC-5A52-B405-EB6470B6B883}" dt="2026-05-06T11:58:00.363" v="1538" actId="20577"/>
          <ac:spMkLst>
            <pc:docMk/>
            <pc:sldMk cId="2558119092" sldId="2134806495"/>
            <ac:spMk id="2" creationId="{C752009E-2B47-70A4-2D1E-EEE07A7B1317}"/>
          </ac:spMkLst>
        </pc:spChg>
      </pc:sldChg>
      <pc:sldChg chg="addSp delSp modSp new mod">
        <pc:chgData name="Mikkel Wienberg Madsen" userId="c49ae573-c4c8-4189-992f-0a60c14c60f5" providerId="ADAL" clId="{7CF332AC-3CAC-5A52-B405-EB6470B6B883}" dt="2026-05-07T14:16:43.487" v="2026" actId="1076"/>
        <pc:sldMkLst>
          <pc:docMk/>
          <pc:sldMk cId="1626012974" sldId="2134806496"/>
        </pc:sldMkLst>
        <pc:picChg chg="add mod">
          <ac:chgData name="Mikkel Wienberg Madsen" userId="c49ae573-c4c8-4189-992f-0a60c14c60f5" providerId="ADAL" clId="{7CF332AC-3CAC-5A52-B405-EB6470B6B883}" dt="2026-05-07T14:16:42.339" v="2025" actId="1076"/>
          <ac:picMkLst>
            <pc:docMk/>
            <pc:sldMk cId="1626012974" sldId="2134806496"/>
            <ac:picMk id="8" creationId="{186531AA-44D6-2AE1-93B7-D2477F38E3A6}"/>
          </ac:picMkLst>
        </pc:picChg>
        <pc:picChg chg="add mod">
          <ac:chgData name="Mikkel Wienberg Madsen" userId="c49ae573-c4c8-4189-992f-0a60c14c60f5" providerId="ADAL" clId="{7CF332AC-3CAC-5A52-B405-EB6470B6B883}" dt="2026-05-07T14:12:17.012" v="2019"/>
          <ac:picMkLst>
            <pc:docMk/>
            <pc:sldMk cId="1626012974" sldId="2134806496"/>
            <ac:picMk id="9" creationId="{140B24BE-9766-B3A4-7021-C06C7AE597E8}"/>
          </ac:picMkLst>
        </pc:picChg>
        <pc:picChg chg="add mod">
          <ac:chgData name="Mikkel Wienberg Madsen" userId="c49ae573-c4c8-4189-992f-0a60c14c60f5" providerId="ADAL" clId="{7CF332AC-3CAC-5A52-B405-EB6470B6B883}" dt="2026-05-07T14:16:43.487" v="2026" actId="1076"/>
          <ac:picMkLst>
            <pc:docMk/>
            <pc:sldMk cId="1626012974" sldId="2134806496"/>
            <ac:picMk id="10" creationId="{27648E9B-4397-ACE4-4A8A-C7341127278A}"/>
          </ac:picMkLst>
        </pc:picChg>
      </pc:sldChg>
      <pc:sldChg chg="add">
        <pc:chgData name="Mikkel Wienberg Madsen" userId="c49ae573-c4c8-4189-992f-0a60c14c60f5" providerId="ADAL" clId="{7CF332AC-3CAC-5A52-B405-EB6470B6B883}" dt="2026-05-07T13:52:06.138" v="1746"/>
        <pc:sldMkLst>
          <pc:docMk/>
          <pc:sldMk cId="4144189686" sldId="2134806497"/>
        </pc:sldMkLst>
      </pc:sldChg>
      <pc:sldChg chg="addSp delSp modSp add mod">
        <pc:chgData name="Mikkel Wienberg Madsen" userId="c49ae573-c4c8-4189-992f-0a60c14c60f5" providerId="ADAL" clId="{7CF332AC-3CAC-5A52-B405-EB6470B6B883}" dt="2026-05-07T14:32:01.597" v="2138" actId="1076"/>
        <pc:sldMkLst>
          <pc:docMk/>
          <pc:sldMk cId="1508745015" sldId="2134806498"/>
        </pc:sldMkLst>
        <pc:spChg chg="mod">
          <ac:chgData name="Mikkel Wienberg Madsen" userId="c49ae573-c4c8-4189-992f-0a60c14c60f5" providerId="ADAL" clId="{7CF332AC-3CAC-5A52-B405-EB6470B6B883}" dt="2026-05-07T14:20:57.174" v="2037" actId="1076"/>
          <ac:spMkLst>
            <pc:docMk/>
            <pc:sldMk cId="1508745015" sldId="2134806498"/>
            <ac:spMk id="2" creationId="{A13EC50C-A3F0-9E9A-2CE4-94141701F0BE}"/>
          </ac:spMkLst>
        </pc:spChg>
        <pc:spChg chg="mod">
          <ac:chgData name="Mikkel Wienberg Madsen" userId="c49ae573-c4c8-4189-992f-0a60c14c60f5" providerId="ADAL" clId="{7CF332AC-3CAC-5A52-B405-EB6470B6B883}" dt="2026-05-07T14:25:01.337" v="2080" actId="1076"/>
          <ac:spMkLst>
            <pc:docMk/>
            <pc:sldMk cId="1508745015" sldId="2134806498"/>
            <ac:spMk id="10" creationId="{C71C0229-6BED-1020-29C2-943593908F91}"/>
          </ac:spMkLst>
        </pc:spChg>
        <pc:spChg chg="add del mod">
          <ac:chgData name="Mikkel Wienberg Madsen" userId="c49ae573-c4c8-4189-992f-0a60c14c60f5" providerId="ADAL" clId="{7CF332AC-3CAC-5A52-B405-EB6470B6B883}" dt="2026-05-07T14:21:14.042" v="2042" actId="47"/>
          <ac:spMkLst>
            <pc:docMk/>
            <pc:sldMk cId="1508745015" sldId="2134806498"/>
            <ac:spMk id="13" creationId="{60687BAD-6AE7-5E4D-0D9C-D58AC9C6BF21}"/>
          </ac:spMkLst>
        </pc:spChg>
        <pc:spChg chg="add mod">
          <ac:chgData name="Mikkel Wienberg Madsen" userId="c49ae573-c4c8-4189-992f-0a60c14c60f5" providerId="ADAL" clId="{7CF332AC-3CAC-5A52-B405-EB6470B6B883}" dt="2026-05-07T14:22:37.709" v="2065" actId="1076"/>
          <ac:spMkLst>
            <pc:docMk/>
            <pc:sldMk cId="1508745015" sldId="2134806498"/>
            <ac:spMk id="18" creationId="{16018FF8-0768-C2A6-3062-285E7C3F95E9}"/>
          </ac:spMkLst>
        </pc:spChg>
        <pc:spChg chg="add mod">
          <ac:chgData name="Mikkel Wienberg Madsen" userId="c49ae573-c4c8-4189-992f-0a60c14c60f5" providerId="ADAL" clId="{7CF332AC-3CAC-5A52-B405-EB6470B6B883}" dt="2026-05-07T14:22:37.709" v="2065" actId="1076"/>
          <ac:spMkLst>
            <pc:docMk/>
            <pc:sldMk cId="1508745015" sldId="2134806498"/>
            <ac:spMk id="22" creationId="{B7C73738-80CE-3E67-FA9B-EDF21303BD24}"/>
          </ac:spMkLst>
        </pc:spChg>
        <pc:picChg chg="mod">
          <ac:chgData name="Mikkel Wienberg Madsen" userId="c49ae573-c4c8-4189-992f-0a60c14c60f5" providerId="ADAL" clId="{7CF332AC-3CAC-5A52-B405-EB6470B6B883}" dt="2026-05-07T14:32:01.597" v="2138" actId="1076"/>
          <ac:picMkLst>
            <pc:docMk/>
            <pc:sldMk cId="1508745015" sldId="2134806498"/>
            <ac:picMk id="1026" creationId="{B60A1D6A-92F0-FC71-A288-C05BAF1130A2}"/>
          </ac:picMkLst>
        </pc:picChg>
      </pc:sldChg>
      <pc:sldChg chg="addSp delSp modSp add mod modClrScheme chgLayout">
        <pc:chgData name="Mikkel Wienberg Madsen" userId="c49ae573-c4c8-4189-992f-0a60c14c60f5" providerId="ADAL" clId="{7CF332AC-3CAC-5A52-B405-EB6470B6B883}" dt="2026-05-08T13:15:39.012" v="2278" actId="1076"/>
        <pc:sldMkLst>
          <pc:docMk/>
          <pc:sldMk cId="1855928775" sldId="2134806499"/>
        </pc:sldMkLst>
        <pc:spChg chg="mod ord">
          <ac:chgData name="Mikkel Wienberg Madsen" userId="c49ae573-c4c8-4189-992f-0a60c14c60f5" providerId="ADAL" clId="{7CF332AC-3CAC-5A52-B405-EB6470B6B883}" dt="2026-05-07T14:30:39.372" v="2121" actId="700"/>
          <ac:spMkLst>
            <pc:docMk/>
            <pc:sldMk cId="1855928775" sldId="2134806499"/>
            <ac:spMk id="4" creationId="{F9444164-089C-A823-DBEE-CD468F914186}"/>
          </ac:spMkLst>
        </pc:spChg>
        <pc:spChg chg="mod ord">
          <ac:chgData name="Mikkel Wienberg Madsen" userId="c49ae573-c4c8-4189-992f-0a60c14c60f5" providerId="ADAL" clId="{7CF332AC-3CAC-5A52-B405-EB6470B6B883}" dt="2026-05-07T14:30:39.372" v="2121" actId="700"/>
          <ac:spMkLst>
            <pc:docMk/>
            <pc:sldMk cId="1855928775" sldId="2134806499"/>
            <ac:spMk id="5" creationId="{E929BA68-BBDE-AB44-3B62-858EADE13EBB}"/>
          </ac:spMkLst>
        </pc:spChg>
        <pc:spChg chg="mod ord">
          <ac:chgData name="Mikkel Wienberg Madsen" userId="c49ae573-c4c8-4189-992f-0a60c14c60f5" providerId="ADAL" clId="{7CF332AC-3CAC-5A52-B405-EB6470B6B883}" dt="2026-05-07T14:30:39.372" v="2121" actId="700"/>
          <ac:spMkLst>
            <pc:docMk/>
            <pc:sldMk cId="1855928775" sldId="2134806499"/>
            <ac:spMk id="6" creationId="{6D1C9864-2FB7-7C06-7F13-F5A3FEE8207F}"/>
          </ac:spMkLst>
        </pc:spChg>
        <pc:spChg chg="add mod">
          <ac:chgData name="Mikkel Wienberg Madsen" userId="c49ae573-c4c8-4189-992f-0a60c14c60f5" providerId="ADAL" clId="{7CF332AC-3CAC-5A52-B405-EB6470B6B883}" dt="2026-05-08T13:15:39.012" v="2278" actId="1076"/>
          <ac:spMkLst>
            <pc:docMk/>
            <pc:sldMk cId="1855928775" sldId="2134806499"/>
            <ac:spMk id="25" creationId="{C662D81B-6939-3734-61F1-943D9953A4A4}"/>
          </ac:spMkLst>
        </pc:spChg>
        <pc:picChg chg="add mod">
          <ac:chgData name="Mikkel Wienberg Madsen" userId="c49ae573-c4c8-4189-992f-0a60c14c60f5" providerId="ADAL" clId="{7CF332AC-3CAC-5A52-B405-EB6470B6B883}" dt="2026-05-07T14:32:29.002" v="2149" actId="1035"/>
          <ac:picMkLst>
            <pc:docMk/>
            <pc:sldMk cId="1855928775" sldId="2134806499"/>
            <ac:picMk id="13" creationId="{4747EF57-7AEA-ACAD-DD1A-FED03AD1BFA2}"/>
          </ac:picMkLst>
        </pc:picChg>
        <pc:picChg chg="add mod">
          <ac:chgData name="Mikkel Wienberg Madsen" userId="c49ae573-c4c8-4189-992f-0a60c14c60f5" providerId="ADAL" clId="{7CF332AC-3CAC-5A52-B405-EB6470B6B883}" dt="2026-05-07T14:30:26.757" v="2120" actId="1076"/>
          <ac:picMkLst>
            <pc:docMk/>
            <pc:sldMk cId="1855928775" sldId="2134806499"/>
            <ac:picMk id="14" creationId="{6DA7835C-4073-60FB-B05F-F6130B39FB6F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8T13:15:41.440" v="2279"/>
        <pc:sldMkLst>
          <pc:docMk/>
          <pc:sldMk cId="793146568" sldId="2134806500"/>
        </pc:sldMkLst>
        <pc:spChg chg="add mod">
          <ac:chgData name="Mikkel Wienberg Madsen" userId="c49ae573-c4c8-4189-992f-0a60c14c60f5" providerId="ADAL" clId="{7CF332AC-3CAC-5A52-B405-EB6470B6B883}" dt="2026-05-08T13:15:41.440" v="2279"/>
          <ac:spMkLst>
            <pc:docMk/>
            <pc:sldMk cId="793146568" sldId="2134806500"/>
            <ac:spMk id="3" creationId="{CE221130-02A8-CE9F-33E7-82DD12DD6861}"/>
          </ac:spMkLst>
        </pc:spChg>
        <pc:picChg chg="mod">
          <ac:chgData name="Mikkel Wienberg Madsen" userId="c49ae573-c4c8-4189-992f-0a60c14c60f5" providerId="ADAL" clId="{7CF332AC-3CAC-5A52-B405-EB6470B6B883}" dt="2026-05-07T14:32:22.563" v="2145" actId="1076"/>
          <ac:picMkLst>
            <pc:docMk/>
            <pc:sldMk cId="793146568" sldId="2134806500"/>
            <ac:picMk id="16" creationId="{168DE34E-3F29-A0C1-9EAA-EA296A5A748E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8T13:15:43.019" v="2280"/>
        <pc:sldMkLst>
          <pc:docMk/>
          <pc:sldMk cId="674024454" sldId="2134806501"/>
        </pc:sldMkLst>
        <pc:spChg chg="add mod">
          <ac:chgData name="Mikkel Wienberg Madsen" userId="c49ae573-c4c8-4189-992f-0a60c14c60f5" providerId="ADAL" clId="{7CF332AC-3CAC-5A52-B405-EB6470B6B883}" dt="2026-05-08T13:15:43.019" v="2280"/>
          <ac:spMkLst>
            <pc:docMk/>
            <pc:sldMk cId="674024454" sldId="2134806501"/>
            <ac:spMk id="3" creationId="{0773BF5D-E63A-0227-F436-38126A0966F8}"/>
          </ac:spMkLst>
        </pc:spChg>
        <pc:picChg chg="mod">
          <ac:chgData name="Mikkel Wienberg Madsen" userId="c49ae573-c4c8-4189-992f-0a60c14c60f5" providerId="ADAL" clId="{7CF332AC-3CAC-5A52-B405-EB6470B6B883}" dt="2026-05-07T14:32:46.083" v="2152" actId="1076"/>
          <ac:picMkLst>
            <pc:docMk/>
            <pc:sldMk cId="674024454" sldId="2134806501"/>
            <ac:picMk id="17" creationId="{980FB549-F588-A731-6B70-118B4A26D048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8T13:15:44.275" v="2281"/>
        <pc:sldMkLst>
          <pc:docMk/>
          <pc:sldMk cId="2536258064" sldId="2134806502"/>
        </pc:sldMkLst>
        <pc:spChg chg="add mod">
          <ac:chgData name="Mikkel Wienberg Madsen" userId="c49ae573-c4c8-4189-992f-0a60c14c60f5" providerId="ADAL" clId="{7CF332AC-3CAC-5A52-B405-EB6470B6B883}" dt="2026-05-08T13:15:44.275" v="2281"/>
          <ac:spMkLst>
            <pc:docMk/>
            <pc:sldMk cId="2536258064" sldId="2134806502"/>
            <ac:spMk id="3" creationId="{C1A71A3D-6F20-6F9E-7417-423BC3C92CA4}"/>
          </ac:spMkLst>
        </pc:spChg>
        <pc:picChg chg="mod">
          <ac:chgData name="Mikkel Wienberg Madsen" userId="c49ae573-c4c8-4189-992f-0a60c14c60f5" providerId="ADAL" clId="{7CF332AC-3CAC-5A52-B405-EB6470B6B883}" dt="2026-05-07T14:32:55.168" v="2155" actId="1076"/>
          <ac:picMkLst>
            <pc:docMk/>
            <pc:sldMk cId="2536258064" sldId="2134806502"/>
            <ac:picMk id="15" creationId="{557E72D5-749B-9DF9-7E52-35FE2D173866}"/>
          </ac:picMkLst>
        </pc:picChg>
      </pc:sldChg>
      <pc:sldChg chg="addSp delSp modSp add mod">
        <pc:chgData name="Mikkel Wienberg Madsen" userId="c49ae573-c4c8-4189-992f-0a60c14c60f5" providerId="ADAL" clId="{7CF332AC-3CAC-5A52-B405-EB6470B6B883}" dt="2026-05-08T13:15:45.880" v="2282"/>
        <pc:sldMkLst>
          <pc:docMk/>
          <pc:sldMk cId="3198906906" sldId="2134806503"/>
        </pc:sldMkLst>
        <pc:spChg chg="add mod">
          <ac:chgData name="Mikkel Wienberg Madsen" userId="c49ae573-c4c8-4189-992f-0a60c14c60f5" providerId="ADAL" clId="{7CF332AC-3CAC-5A52-B405-EB6470B6B883}" dt="2026-05-08T13:15:45.880" v="2282"/>
          <ac:spMkLst>
            <pc:docMk/>
            <pc:sldMk cId="3198906906" sldId="2134806503"/>
            <ac:spMk id="3" creationId="{B4355A2D-6787-69CE-BC89-AF12A9B3613C}"/>
          </ac:spMkLst>
        </pc:spChg>
        <pc:picChg chg="mod">
          <ac:chgData name="Mikkel Wienberg Madsen" userId="c49ae573-c4c8-4189-992f-0a60c14c60f5" providerId="ADAL" clId="{7CF332AC-3CAC-5A52-B405-EB6470B6B883}" dt="2026-05-07T14:33:06.350" v="2158" actId="1076"/>
          <ac:picMkLst>
            <pc:docMk/>
            <pc:sldMk cId="3198906906" sldId="2134806503"/>
            <ac:picMk id="18" creationId="{3DBADE12-3EBA-379F-7FFE-F2A2045748A9}"/>
          </ac:picMkLst>
        </pc:picChg>
      </pc:sldChg>
      <pc:sldChg chg="addSp modSp add mod">
        <pc:chgData name="Mikkel Wienberg Madsen" userId="c49ae573-c4c8-4189-992f-0a60c14c60f5" providerId="ADAL" clId="{7CF332AC-3CAC-5A52-B405-EB6470B6B883}" dt="2026-05-08T13:15:47.605" v="2283"/>
        <pc:sldMkLst>
          <pc:docMk/>
          <pc:sldMk cId="878290410" sldId="2134806504"/>
        </pc:sldMkLst>
        <pc:spChg chg="add mod">
          <ac:chgData name="Mikkel Wienberg Madsen" userId="c49ae573-c4c8-4189-992f-0a60c14c60f5" providerId="ADAL" clId="{7CF332AC-3CAC-5A52-B405-EB6470B6B883}" dt="2026-05-08T13:15:47.605" v="2283"/>
          <ac:spMkLst>
            <pc:docMk/>
            <pc:sldMk cId="878290410" sldId="2134806504"/>
            <ac:spMk id="3" creationId="{2A934617-FE16-D380-E811-2BD1CDDBB404}"/>
          </ac:spMkLst>
        </pc:spChg>
        <pc:picChg chg="mod">
          <ac:chgData name="Mikkel Wienberg Madsen" userId="c49ae573-c4c8-4189-992f-0a60c14c60f5" providerId="ADAL" clId="{7CF332AC-3CAC-5A52-B405-EB6470B6B883}" dt="2026-05-07T14:33:27.138" v="2161" actId="1076"/>
          <ac:picMkLst>
            <pc:docMk/>
            <pc:sldMk cId="878290410" sldId="2134806504"/>
            <ac:picMk id="2" creationId="{DDBBA443-82A4-0C33-CCA6-6CAD651AA4A6}"/>
          </ac:picMkLst>
        </pc:picChg>
        <pc:picChg chg="mod">
          <ac:chgData name="Mikkel Wienberg Madsen" userId="c49ae573-c4c8-4189-992f-0a60c14c60f5" providerId="ADAL" clId="{7CF332AC-3CAC-5A52-B405-EB6470B6B883}" dt="2026-05-07T14:33:27.138" v="2161" actId="1076"/>
          <ac:picMkLst>
            <pc:docMk/>
            <pc:sldMk cId="878290410" sldId="2134806504"/>
            <ac:picMk id="15" creationId="{16EAE90C-9EBB-B444-50AC-58C2A7052737}"/>
          </ac:picMkLst>
        </pc:picChg>
        <pc:picChg chg="mod">
          <ac:chgData name="Mikkel Wienberg Madsen" userId="c49ae573-c4c8-4189-992f-0a60c14c60f5" providerId="ADAL" clId="{7CF332AC-3CAC-5A52-B405-EB6470B6B883}" dt="2026-05-07T14:33:27.138" v="2161" actId="1076"/>
          <ac:picMkLst>
            <pc:docMk/>
            <pc:sldMk cId="878290410" sldId="2134806504"/>
            <ac:picMk id="16" creationId="{69C0287D-BF69-43D6-B93E-9B805878AC0C}"/>
          </ac:picMkLst>
        </pc:picChg>
        <pc:picChg chg="mod">
          <ac:chgData name="Mikkel Wienberg Madsen" userId="c49ae573-c4c8-4189-992f-0a60c14c60f5" providerId="ADAL" clId="{7CF332AC-3CAC-5A52-B405-EB6470B6B883}" dt="2026-05-07T14:33:27.138" v="2161" actId="1076"/>
          <ac:picMkLst>
            <pc:docMk/>
            <pc:sldMk cId="878290410" sldId="2134806504"/>
            <ac:picMk id="17" creationId="{C56F6441-A0BC-F085-9092-523920320C30}"/>
          </ac:picMkLst>
        </pc:picChg>
        <pc:picChg chg="mod">
          <ac:chgData name="Mikkel Wienberg Madsen" userId="c49ae573-c4c8-4189-992f-0a60c14c60f5" providerId="ADAL" clId="{7CF332AC-3CAC-5A52-B405-EB6470B6B883}" dt="2026-05-07T14:33:29.305" v="2162" actId="1076"/>
          <ac:picMkLst>
            <pc:docMk/>
            <pc:sldMk cId="878290410" sldId="2134806504"/>
            <ac:picMk id="18" creationId="{305CE138-6295-1400-8102-C73109B461BF}"/>
          </ac:picMkLst>
        </pc:picChg>
        <pc:picChg chg="mod">
          <ac:chgData name="Mikkel Wienberg Madsen" userId="c49ae573-c4c8-4189-992f-0a60c14c60f5" providerId="ADAL" clId="{7CF332AC-3CAC-5A52-B405-EB6470B6B883}" dt="2026-05-07T14:33:32.801" v="2163" actId="1076"/>
          <ac:picMkLst>
            <pc:docMk/>
            <pc:sldMk cId="878290410" sldId="2134806504"/>
            <ac:picMk id="19" creationId="{44B869A5-7F69-F821-8951-A8F40CC49D10}"/>
          </ac:picMkLst>
        </pc:picChg>
      </pc:sldChg>
      <pc:sldChg chg="modSp add">
        <pc:chgData name="Mikkel Wienberg Madsen" userId="c49ae573-c4c8-4189-992f-0a60c14c60f5" providerId="ADAL" clId="{7CF332AC-3CAC-5A52-B405-EB6470B6B883}" dt="2026-05-11T07:34:46.861" v="2393"/>
        <pc:sldMkLst>
          <pc:docMk/>
          <pc:sldMk cId="919891198" sldId="2134806506"/>
        </pc:sldMkLst>
        <pc:spChg chg="mod">
          <ac:chgData name="Mikkel Wienberg Madsen" userId="c49ae573-c4c8-4189-992f-0a60c14c60f5" providerId="ADAL" clId="{7CF332AC-3CAC-5A52-B405-EB6470B6B883}" dt="2026-05-11T07:34:46.861" v="2393"/>
          <ac:spMkLst>
            <pc:docMk/>
            <pc:sldMk cId="919891198" sldId="2134806506"/>
            <ac:spMk id="2" creationId="{99B69531-D65F-CC23-BDE8-9FCFA3FA2082}"/>
          </ac:spMkLst>
        </pc:spChg>
      </pc:sldChg>
      <pc:sldChg chg="addSp delSp modSp new mod ord">
        <pc:chgData name="Mikkel Wienberg Madsen" userId="c49ae573-c4c8-4189-992f-0a60c14c60f5" providerId="ADAL" clId="{7CF332AC-3CAC-5A52-B405-EB6470B6B883}" dt="2026-05-11T07:39:10.231" v="2431"/>
        <pc:sldMkLst>
          <pc:docMk/>
          <pc:sldMk cId="1446856745" sldId="2134806507"/>
        </pc:sldMkLst>
        <pc:spChg chg="mod">
          <ac:chgData name="Mikkel Wienberg Madsen" userId="c49ae573-c4c8-4189-992f-0a60c14c60f5" providerId="ADAL" clId="{7CF332AC-3CAC-5A52-B405-EB6470B6B883}" dt="2026-05-11T07:38:47.847" v="2427" actId="1076"/>
          <ac:spMkLst>
            <pc:docMk/>
            <pc:sldMk cId="1446856745" sldId="2134806507"/>
            <ac:spMk id="5" creationId="{97454FA5-FE66-6AE2-9DBF-23C007378890}"/>
          </ac:spMkLst>
        </pc:spChg>
        <pc:spChg chg="add mod">
          <ac:chgData name="Mikkel Wienberg Madsen" userId="c49ae573-c4c8-4189-992f-0a60c14c60f5" providerId="ADAL" clId="{7CF332AC-3CAC-5A52-B405-EB6470B6B883}" dt="2026-05-11T07:37:26.009" v="2421" actId="2711"/>
          <ac:spMkLst>
            <pc:docMk/>
            <pc:sldMk cId="1446856745" sldId="2134806507"/>
            <ac:spMk id="8" creationId="{5EC7CD0F-D54F-0C3F-A0E1-8120C2882362}"/>
          </ac:spMkLst>
        </pc:spChg>
        <pc:spChg chg="add del mod">
          <ac:chgData name="Mikkel Wienberg Madsen" userId="c49ae573-c4c8-4189-992f-0a60c14c60f5" providerId="ADAL" clId="{7CF332AC-3CAC-5A52-B405-EB6470B6B883}" dt="2026-05-11T07:39:10.231" v="2431"/>
          <ac:spMkLst>
            <pc:docMk/>
            <pc:sldMk cId="1446856745" sldId="2134806507"/>
            <ac:spMk id="9" creationId="{1FDCF878-2B2A-B3AD-9B77-B71E4220AECE}"/>
          </ac:spMkLst>
        </pc:spChg>
        <pc:picChg chg="add mod">
          <ac:chgData name="Mikkel Wienberg Madsen" userId="c49ae573-c4c8-4189-992f-0a60c14c60f5" providerId="ADAL" clId="{7CF332AC-3CAC-5A52-B405-EB6470B6B883}" dt="2026-05-11T07:39:05.434" v="2428" actId="1076"/>
          <ac:picMkLst>
            <pc:docMk/>
            <pc:sldMk cId="1446856745" sldId="2134806507"/>
            <ac:picMk id="6" creationId="{F7FB5D2A-C66C-0E12-F1AF-9885D5DFE597}"/>
          </ac:picMkLst>
        </pc:picChg>
        <pc:picChg chg="add mod">
          <ac:chgData name="Mikkel Wienberg Madsen" userId="c49ae573-c4c8-4189-992f-0a60c14c60f5" providerId="ADAL" clId="{7CF332AC-3CAC-5A52-B405-EB6470B6B883}" dt="2026-05-11T07:38:36.827" v="2425" actId="1076"/>
          <ac:picMkLst>
            <pc:docMk/>
            <pc:sldMk cId="1446856745" sldId="2134806507"/>
            <ac:picMk id="16386" creationId="{1D74F39F-2BFC-28EF-AFDE-5587C21E1418}"/>
          </ac:picMkLst>
        </pc:picChg>
      </pc:sldChg>
      <pc:sldChg chg="add">
        <pc:chgData name="Mikkel Wienberg Madsen" userId="c49ae573-c4c8-4189-992f-0a60c14c60f5" providerId="ADAL" clId="{7CF332AC-3CAC-5A52-B405-EB6470B6B883}" dt="2026-05-11T08:18:11.116" v="2434"/>
        <pc:sldMkLst>
          <pc:docMk/>
          <pc:sldMk cId="3265746850" sldId="2134806508"/>
        </pc:sldMkLst>
      </pc:sldChg>
      <pc:sldChg chg="modSp add mod">
        <pc:chgData name="Mikkel Wienberg Madsen" userId="c49ae573-c4c8-4189-992f-0a60c14c60f5" providerId="ADAL" clId="{7CF332AC-3CAC-5A52-B405-EB6470B6B883}" dt="2026-05-11T10:48:50.448" v="2483"/>
        <pc:sldMkLst>
          <pc:docMk/>
          <pc:sldMk cId="3428441964" sldId="2134806509"/>
        </pc:sldMkLst>
        <pc:spChg chg="mod">
          <ac:chgData name="Mikkel Wienberg Madsen" userId="c49ae573-c4c8-4189-992f-0a60c14c60f5" providerId="ADAL" clId="{7CF332AC-3CAC-5A52-B405-EB6470B6B883}" dt="2026-05-11T10:48:50.448" v="2483"/>
          <ac:spMkLst>
            <pc:docMk/>
            <pc:sldMk cId="3428441964" sldId="2134806509"/>
            <ac:spMk id="2" creationId="{C71B428A-557B-08AF-FA34-D7F055C11769}"/>
          </ac:spMkLst>
        </pc:spChg>
      </pc:sldChg>
      <pc:sldChg chg="add">
        <pc:chgData name="Mikkel Wienberg Madsen" userId="c49ae573-c4c8-4189-992f-0a60c14c60f5" providerId="ADAL" clId="{7CF332AC-3CAC-5A52-B405-EB6470B6B883}" dt="2026-05-11T10:47:53.074" v="2477"/>
        <pc:sldMkLst>
          <pc:docMk/>
          <pc:sldMk cId="3903765395" sldId="2134806510"/>
        </pc:sldMkLst>
      </pc:sldChg>
    </pc:docChg>
  </pc:docChgLst>
  <pc:docChgLst>
    <pc:chgData name="Benjamin Salling Hvass" userId="S::benjamin.hvass@alexandra.dk::7f701290-7113-44e4-8483-3cbeee116501" providerId="AD" clId="Web-{D424483E-89D5-85A0-17E2-ABC69E3D8D54}"/>
    <pc:docChg chg="modSld">
      <pc:chgData name="Benjamin Salling Hvass" userId="S::benjamin.hvass@alexandra.dk::7f701290-7113-44e4-8483-3cbeee116501" providerId="AD" clId="Web-{D424483E-89D5-85A0-17E2-ABC69E3D8D54}" dt="2026-05-11T08:30:10.199" v="124" actId="20577"/>
      <pc:docMkLst>
        <pc:docMk/>
      </pc:docMkLst>
      <pc:sldChg chg="modSp">
        <pc:chgData name="Benjamin Salling Hvass" userId="S::benjamin.hvass@alexandra.dk::7f701290-7113-44e4-8483-3cbeee116501" providerId="AD" clId="Web-{D424483E-89D5-85A0-17E2-ABC69E3D8D54}" dt="2026-05-11T08:30:10.199" v="124" actId="20577"/>
        <pc:sldMkLst>
          <pc:docMk/>
          <pc:sldMk cId="4084583682" sldId="2134806505"/>
        </pc:sldMkLst>
        <pc:spChg chg="mod">
          <ac:chgData name="Benjamin Salling Hvass" userId="S::benjamin.hvass@alexandra.dk::7f701290-7113-44e4-8483-3cbeee116501" providerId="AD" clId="Web-{D424483E-89D5-85A0-17E2-ABC69E3D8D54}" dt="2026-05-11T08:30:10.199" v="124" actId="20577"/>
          <ac:spMkLst>
            <pc:docMk/>
            <pc:sldMk cId="4084583682" sldId="2134806505"/>
            <ac:spMk id="9" creationId="{32BA367E-A3CB-0B7D-14D0-A2AFAED558D7}"/>
          </ac:spMkLst>
        </pc:spChg>
      </pc:sldChg>
    </pc:docChg>
  </pc:docChgLst>
  <pc:docChgLst>
    <pc:chgData name="Benjamin Salling Hvass" userId="7f701290-7113-44e4-8483-3cbeee116501" providerId="ADAL" clId="{5CFDDF4D-4CCA-50B7-A29E-A0C3AD0A79D7}"/>
    <pc:docChg chg="undo custSel modSld">
      <pc:chgData name="Benjamin Salling Hvass" userId="7f701290-7113-44e4-8483-3cbeee116501" providerId="ADAL" clId="{5CFDDF4D-4CCA-50B7-A29E-A0C3AD0A79D7}" dt="2026-04-15T08:11:44.456" v="287" actId="1076"/>
      <pc:docMkLst>
        <pc:docMk/>
      </pc:docMkLst>
      <pc:sldChg chg="modSp mod">
        <pc:chgData name="Benjamin Salling Hvass" userId="7f701290-7113-44e4-8483-3cbeee116501" providerId="ADAL" clId="{5CFDDF4D-4CCA-50B7-A29E-A0C3AD0A79D7}" dt="2026-04-15T08:11:44.456" v="287" actId="1076"/>
        <pc:sldMkLst>
          <pc:docMk/>
          <pc:sldMk cId="2268625030" sldId="1892"/>
        </pc:sldMkLst>
      </pc:sldChg>
    </pc:docChg>
  </pc:docChgLst>
  <pc:docChgLst>
    <pc:chgData name="Benjamin Salling Hvass" userId="S::benjamin.hvass@alexandra.dk::7f701290-7113-44e4-8483-3cbeee116501" providerId="AD" clId="Web-{FF00FE64-16AE-80EC-F173-BBA9B4557491}"/>
    <pc:docChg chg="addSld delSld modSld modSection">
      <pc:chgData name="Benjamin Salling Hvass" userId="S::benjamin.hvass@alexandra.dk::7f701290-7113-44e4-8483-3cbeee116501" providerId="AD" clId="Web-{FF00FE64-16AE-80EC-F173-BBA9B4557491}" dt="2026-05-11T06:06:38.168" v="103" actId="20577"/>
      <pc:docMkLst>
        <pc:docMk/>
      </pc:docMkLst>
      <pc:sldChg chg="addSp delSp modSp add mod replId modClrScheme chgLayout">
        <pc:chgData name="Benjamin Salling Hvass" userId="S::benjamin.hvass@alexandra.dk::7f701290-7113-44e4-8483-3cbeee116501" providerId="AD" clId="Web-{FF00FE64-16AE-80EC-F173-BBA9B4557491}" dt="2026-05-11T06:06:38.168" v="103" actId="20577"/>
        <pc:sldMkLst>
          <pc:docMk/>
          <pc:sldMk cId="4084583682" sldId="2134806505"/>
        </pc:sldMkLst>
        <pc:spChg chg="add del mod ord">
          <ac:chgData name="Benjamin Salling Hvass" userId="S::benjamin.hvass@alexandra.dk::7f701290-7113-44e4-8483-3cbeee116501" providerId="AD" clId="Web-{FF00FE64-16AE-80EC-F173-BBA9B4557491}" dt="2026-05-11T06:06:24.261" v="98"/>
          <ac:spMkLst>
            <pc:docMk/>
            <pc:sldMk cId="4084583682" sldId="2134806505"/>
            <ac:spMk id="2" creationId="{C96C02CA-2653-D52A-AE9B-64801C5CD3FF}"/>
          </ac:spMkLst>
        </pc:spChg>
        <pc:spChg chg="add del mod ord">
          <ac:chgData name="Benjamin Salling Hvass" userId="S::benjamin.hvass@alexandra.dk::7f701290-7113-44e4-8483-3cbeee116501" providerId="AD" clId="Web-{FF00FE64-16AE-80EC-F173-BBA9B4557491}" dt="2026-05-11T06:03:54.678" v="9"/>
          <ac:spMkLst>
            <pc:docMk/>
            <pc:sldMk cId="4084583682" sldId="2134806505"/>
            <ac:spMk id="3" creationId="{3DE0BD4A-AB2B-8C1E-EAA1-08E88BFDD1B8}"/>
          </ac:spMkLst>
        </pc:spChg>
        <pc:spChg chg="mod ord">
          <ac:chgData name="Benjamin Salling Hvass" userId="S::benjamin.hvass@alexandra.dk::7f701290-7113-44e4-8483-3cbeee116501" providerId="AD" clId="Web-{FF00FE64-16AE-80EC-F173-BBA9B4557491}" dt="2026-05-11T06:03:54.678" v="9"/>
          <ac:spMkLst>
            <pc:docMk/>
            <pc:sldMk cId="4084583682" sldId="2134806505"/>
            <ac:spMk id="4" creationId="{A32D9057-8A09-EFF6-AAAB-AA6A51C4D425}"/>
          </ac:spMkLst>
        </pc:spChg>
        <pc:spChg chg="mod ord">
          <ac:chgData name="Benjamin Salling Hvass" userId="S::benjamin.hvass@alexandra.dk::7f701290-7113-44e4-8483-3cbeee116501" providerId="AD" clId="Web-{FF00FE64-16AE-80EC-F173-BBA9B4557491}" dt="2026-05-11T06:03:54.678" v="9"/>
          <ac:spMkLst>
            <pc:docMk/>
            <pc:sldMk cId="4084583682" sldId="2134806505"/>
            <ac:spMk id="5" creationId="{CFF6BA33-2A70-0DEC-29E1-878B4C09A170}"/>
          </ac:spMkLst>
        </pc:spChg>
        <pc:spChg chg="mod ord">
          <ac:chgData name="Benjamin Salling Hvass" userId="S::benjamin.hvass@alexandra.dk::7f701290-7113-44e4-8483-3cbeee116501" providerId="AD" clId="Web-{FF00FE64-16AE-80EC-F173-BBA9B4557491}" dt="2026-05-11T06:03:54.678" v="9"/>
          <ac:spMkLst>
            <pc:docMk/>
            <pc:sldMk cId="4084583682" sldId="2134806505"/>
            <ac:spMk id="6" creationId="{F7F5BE7B-F171-0457-68EE-29A04A507421}"/>
          </ac:spMkLst>
        </pc:spChg>
        <pc:spChg chg="del">
          <ac:chgData name="Benjamin Salling Hvass" userId="S::benjamin.hvass@alexandra.dk::7f701290-7113-44e4-8483-3cbeee116501" providerId="AD" clId="Web-{FF00FE64-16AE-80EC-F173-BBA9B4557491}" dt="2026-05-11T06:03:08.051" v="1"/>
          <ac:spMkLst>
            <pc:docMk/>
            <pc:sldMk cId="4084583682" sldId="2134806505"/>
            <ac:spMk id="7" creationId="{B79A42EB-5BEA-B96A-7F62-8A556A89626F}"/>
          </ac:spMkLst>
        </pc:spChg>
        <pc:spChg chg="del">
          <ac:chgData name="Benjamin Salling Hvass" userId="S::benjamin.hvass@alexandra.dk::7f701290-7113-44e4-8483-3cbeee116501" providerId="AD" clId="Web-{FF00FE64-16AE-80EC-F173-BBA9B4557491}" dt="2026-05-11T06:03:14.739" v="5"/>
          <ac:spMkLst>
            <pc:docMk/>
            <pc:sldMk cId="4084583682" sldId="2134806505"/>
            <ac:spMk id="8" creationId="{84BE21BD-D39D-E6E0-266B-29AAD8D1B230}"/>
          </ac:spMkLst>
        </pc:spChg>
        <pc:spChg chg="add mod ord">
          <ac:chgData name="Benjamin Salling Hvass" userId="S::benjamin.hvass@alexandra.dk::7f701290-7113-44e4-8483-3cbeee116501" providerId="AD" clId="Web-{FF00FE64-16AE-80EC-F173-BBA9B4557491}" dt="2026-05-11T06:06:38.168" v="103" actId="20577"/>
          <ac:spMkLst>
            <pc:docMk/>
            <pc:sldMk cId="4084583682" sldId="2134806505"/>
            <ac:spMk id="9" creationId="{32BA367E-A3CB-0B7D-14D0-A2AFAED558D7}"/>
          </ac:spMkLst>
        </pc:spChg>
        <pc:spChg chg="del mod">
          <ac:chgData name="Benjamin Salling Hvass" userId="S::benjamin.hvass@alexandra.dk::7f701290-7113-44e4-8483-3cbeee116501" providerId="AD" clId="Web-{FF00FE64-16AE-80EC-F173-BBA9B4557491}" dt="2026-05-11T06:03:12.239" v="4"/>
          <ac:spMkLst>
            <pc:docMk/>
            <pc:sldMk cId="4084583682" sldId="2134806505"/>
            <ac:spMk id="15" creationId="{43CFF270-70C0-632A-5FD9-85F47EC6A910}"/>
          </ac:spMkLst>
        </pc:spChg>
      </pc:sldChg>
      <pc:sldChg chg="add del">
        <pc:chgData name="Benjamin Salling Hvass" userId="S::benjamin.hvass@alexandra.dk::7f701290-7113-44e4-8483-3cbeee116501" providerId="AD" clId="Web-{FF00FE64-16AE-80EC-F173-BBA9B4557491}" dt="2026-05-11T06:03:30.615" v="7"/>
        <pc:sldMkLst>
          <pc:docMk/>
          <pc:sldMk cId="3757982691" sldId="21348065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06.05.2026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D2EF-0906-39E8-7143-065D282A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45A49-7783-3A8B-F225-6B90AF18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A19E7-6A83-E0A6-5911-3A7AA97A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BA0AA-B1EB-4884-8CFE-72932A451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2471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551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er default (de </a:t>
            </a:r>
            <a:r>
              <a:rPr lang="en-US" dirty="0" err="1"/>
              <a:t>kursive</a:t>
            </a:r>
            <a:r>
              <a:rPr lang="en-US" dirty="0"/>
              <a:t> </a:t>
            </a:r>
            <a:r>
              <a:rPr lang="en-US" dirty="0" err="1"/>
              <a:t>kræver</a:t>
            </a:r>
            <a:r>
              <a:rPr lang="en-US" dirty="0"/>
              <a:t> 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4429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Connect er default (de </a:t>
            </a:r>
            <a:r>
              <a:rPr lang="en-US" dirty="0" err="1"/>
              <a:t>kursive</a:t>
            </a:r>
            <a:r>
              <a:rPr lang="en-US" dirty="0"/>
              <a:t> </a:t>
            </a:r>
            <a:r>
              <a:rPr lang="en-US" dirty="0" err="1"/>
              <a:t>kræver</a:t>
            </a:r>
            <a:r>
              <a:rPr lang="en-US" dirty="0"/>
              <a:t> root)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7931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35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68092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06.05.2026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06.05.2026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6F88-AA06-B15D-E6B4-81179AB8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B134C01-DCF9-EBB3-B599-22355F71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 dirty="0">
                <a:latin typeface="Arial"/>
                <a:ea typeface="Verdana"/>
                <a:cs typeface="Arial"/>
              </a:rPr>
              <a:t>Agenda: Dag 1</a:t>
            </a:r>
            <a:endParaRPr lang="da-DK" noProof="0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26B0AB6-813B-FFDB-880E-47131A78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06.05.2026</a:t>
            </a:fld>
            <a:endParaRPr lang="da-DK" noProof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656715-780E-05FF-7B08-297D7C77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222B0D2-542E-6A26-0021-F941D109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</a:t>
            </a:fld>
            <a:endParaRPr lang="da-DK" noProof="0"/>
          </a:p>
        </p:txBody>
      </p:sp>
      <p:graphicFrame>
        <p:nvGraphicFramePr>
          <p:cNvPr id="10" name="Pladsholder til indhold 11">
            <a:extLst>
              <a:ext uri="{FF2B5EF4-FFF2-40B4-BE49-F238E27FC236}">
                <a16:creationId xmlns:a16="http://schemas.microsoft.com/office/drawing/2014/main" id="{FDD0F9F8-3FC6-DD1B-C5D4-40435AA22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98685"/>
              </p:ext>
            </p:extLst>
          </p:nvPr>
        </p:nvGraphicFramePr>
        <p:xfrm>
          <a:off x="900113" y="1619250"/>
          <a:ext cx="10238550" cy="4095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 dirty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9.00-9.10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Plan for kursus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9.10-9.30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noProof="0" dirty="0"/>
                        <a:t>Opdateringer til EUD Cyber Environment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Oplæg</a:t>
                      </a:r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9:30–10:20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noProof="0" err="1"/>
                        <a:t>Detect</a:t>
                      </a:r>
                      <a:r>
                        <a:rPr lang="da-DK" sz="1800" noProof="0" dirty="0"/>
                        <a:t> and </a:t>
                      </a:r>
                      <a:r>
                        <a:rPr lang="da-DK" sz="1800" noProof="0" err="1"/>
                        <a:t>Respond</a:t>
                      </a:r>
                      <a:r>
                        <a:rPr lang="da-DK" sz="1800" noProof="0"/>
                        <a:t> (med Wireshark)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/>
                        <a:t>Oplæg + øvelse</a:t>
                      </a:r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 dirty="0"/>
                        <a:t>10:20–10:30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 dirty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10:30–12:00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800" noProof="0"/>
                        <a:t>Netværkssikkerhed (med NMAP, OpenVAS)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 + øvelse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12:00–12:45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12:45–14:00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Log analyse (end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 dirty="0"/>
                        <a:t>Oplæg + øvelse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da-DK" noProof="0"/>
                        <a:t>14:00-14:15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da-DK" noProof="0"/>
                        <a:t>Pause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530973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14:15–15:30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/>
                        <a:t>Log analyse (fortsat)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"/>
                        <a:t>Ø</a:t>
                      </a:r>
                      <a:r>
                        <a:rPr lang="da-DK" noProof="0"/>
                        <a:t>velse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15:30–16:00</a:t>
                      </a:r>
                      <a:endParaRPr lang="da-DK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sz="1800" noProof="0" dirty="0"/>
                        <a:t>Opsummering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62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C8F6E-05E1-BDEC-9B4C-54C347F30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8A567-E7E8-3102-A9D7-E7A39A91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195B3-F1BF-FD16-4DB4-3373CA2E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</a:t>
            </a:fld>
            <a:endParaRPr lang="da-D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13EBC5-EAB7-57DF-1A87-1880AD21A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0" y="533400"/>
            <a:ext cx="5969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1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935C-07D1-11DA-414F-DED193F2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6B0B-49EF-0BDB-7FE9-6C939B03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 err="1">
                <a:latin typeface="IBM Plex Sans" panose="020B0503050203000203" pitchFamily="34" charset="0"/>
              </a:rPr>
              <a:t>Detect</a:t>
            </a:r>
            <a:r>
              <a:rPr lang="da-DK" dirty="0">
                <a:latin typeface="IBM Plex Sans" panose="020B0503050203000203" pitchFamily="34" charset="0"/>
              </a:rPr>
              <a:t> and </a:t>
            </a:r>
            <a:r>
              <a:rPr lang="da-DK" dirty="0" err="1">
                <a:latin typeface="IBM Plex Sans" panose="020B0503050203000203" pitchFamily="34" charset="0"/>
              </a:rPr>
              <a:t>Response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>
                <a:latin typeface="IBM Plex Sans" panose="020B0503050203000203" pitchFamily="34" charset="0"/>
              </a:rPr>
              <a:t>m. </a:t>
            </a:r>
            <a:r>
              <a:rPr lang="da-DK" dirty="0" err="1">
                <a:latin typeface="IBM Plex Sans" panose="020B0503050203000203" pitchFamily="34" charset="0"/>
              </a:rPr>
              <a:t>Wireshark</a:t>
            </a:r>
            <a:endParaRPr lang="da-DK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379C-75A6-995A-F416-DA07F9AD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IP Packets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1D194-C437-1DD6-1180-55EE7DBB8D1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6B8D2-5957-EE33-82AE-D1866FD87F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53935-968C-71BB-16A8-BF62354AC17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</a:t>
            </a:fld>
            <a:endParaRPr lang="da-DK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346B8A-B9D0-F3A0-71BF-E9B5CE4ED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353" y="1993900"/>
            <a:ext cx="4737100" cy="287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462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6536F-5B9A-6C4B-81B9-5D5ABAFB58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0DDF0-968E-C473-F0BD-B2CAB1F3B3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48553-930A-C4E2-3643-7C03F6CB23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5</a:t>
            </a:fld>
            <a:endParaRPr lang="da-DK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B721C696-F3ED-7202-25F9-5B83557C2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0" y="477022"/>
            <a:ext cx="3961550" cy="5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2C0E5E1-3F32-7177-E9A3-B0551CCCC4CE}"/>
              </a:ext>
            </a:extLst>
          </p:cNvPr>
          <p:cNvGrpSpPr/>
          <p:nvPr/>
        </p:nvGrpSpPr>
        <p:grpSpPr>
          <a:xfrm>
            <a:off x="134906" y="1031020"/>
            <a:ext cx="7772400" cy="5072129"/>
            <a:chOff x="4238621" y="1785871"/>
            <a:chExt cx="7772400" cy="507212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F3B069-E5F2-D1DC-2B4B-47AC8A741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8621" y="1785871"/>
              <a:ext cx="7772400" cy="507212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4D4810-6C5D-6D1A-66A0-A972EEC639B5}"/>
                </a:ext>
              </a:extLst>
            </p:cNvPr>
            <p:cNvSpPr/>
            <p:nvPr/>
          </p:nvSpPr>
          <p:spPr>
            <a:xfrm>
              <a:off x="5443086" y="2160872"/>
              <a:ext cx="2613259" cy="221381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187D24-3749-E1E1-5BB3-36B0C146057D}"/>
              </a:ext>
            </a:extLst>
          </p:cNvPr>
          <p:cNvGrpSpPr/>
          <p:nvPr/>
        </p:nvGrpSpPr>
        <p:grpSpPr>
          <a:xfrm>
            <a:off x="4419600" y="2005929"/>
            <a:ext cx="7772400" cy="5072129"/>
            <a:chOff x="0" y="2540816"/>
            <a:chExt cx="7772400" cy="507212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9BA3817-253B-97CE-AF7B-FDD28CF41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540816"/>
              <a:ext cx="7772400" cy="5072129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E0BB60B-AC6D-4FED-B6BA-E17F9C802CBE}"/>
                </a:ext>
              </a:extLst>
            </p:cNvPr>
            <p:cNvSpPr/>
            <p:nvPr/>
          </p:nvSpPr>
          <p:spPr>
            <a:xfrm>
              <a:off x="1210792" y="2932386"/>
              <a:ext cx="2320684" cy="195493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349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0E73-59F4-ADF4-EAC9-9830C6A2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Packet capture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EF6D5-DD8F-0248-6713-FFF4D314C9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34B4F-865B-0778-AA93-9177A6BEF6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722FB-816D-6D39-4D0D-B520433DCE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2B7B45-0519-A5B8-BC20-9EBBF0FE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058" y="900000"/>
            <a:ext cx="5052183" cy="2584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86116-1F2B-4215-4324-3E6090A2BEB5}"/>
              </a:ext>
            </a:extLst>
          </p:cNvPr>
          <p:cNvSpPr txBox="1"/>
          <p:nvPr/>
        </p:nvSpPr>
        <p:spPr>
          <a:xfrm>
            <a:off x="548021" y="3599629"/>
            <a:ext cx="127692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    1   0.000000 192.168.1.50 → 192.168.1.100 TCP 54 7970 → 80 [SYN] Seq=0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2   0.001000 192.168.1.100 → 192.168.1.50 TCP 54 80 → 7970 [SYN, ACK] Seq=0 Ack=1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3   0.002000 192.168.1.50 → 192.168.1.100 TCP 54 7970 → 80 [ACK] Seq=1 Ack=1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4   0.010000 192.168.1.50 → 192.168.1.100 HTTP 143 GET /</a:t>
            </a:r>
            <a:r>
              <a:rPr lang="en-US" sz="1400" dirty="0" err="1">
                <a:latin typeface="IBM Plex Mono" panose="020B0509050203000203" pitchFamily="49" charset="77"/>
              </a:rPr>
              <a:t>index.html</a:t>
            </a:r>
            <a:r>
              <a:rPr lang="en-US" sz="1400" dirty="0">
                <a:latin typeface="IBM Plex Mono" panose="020B0509050203000203" pitchFamily="49" charset="77"/>
              </a:rPr>
              <a:t> HTTP/1.1 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5   0.020000 192.168.1.100 → 192.168.1.50 HTTP 113 HTTP/1.1 200 OK 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6   0.030000 192.168.1.50 → 192.168.1.100 TCP 54 7970 → 80 [FIN, ACK] Seq=90 Ack=60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7   0.040000 192.168.1.100 → 192.168.1.50 TCP 54 80 → 7970 [ACK] Seq=60 Ack=91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8   1.200000 192.168.1.52 → 192.168.1.100 TCP 54 19513 → 80 [SYN] Seq=0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 9   1.201000 192.168.1.100 → 192.168.1.52 TCP 54 80 → 19513 [SYN, ACK] Seq=0 Ack=1 Win=8192 Len=0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   10   1.202000 192.168.1.52 → 192.168.1.100 TCP 54 19513 → 80 [ACK] Seq=1 Ack=1 Win=8192 Len=0</a:t>
            </a:r>
          </a:p>
        </p:txBody>
      </p:sp>
    </p:spTree>
    <p:extLst>
      <p:ext uri="{BB962C8B-B14F-4D97-AF65-F5344CB8AC3E}">
        <p14:creationId xmlns:p14="http://schemas.microsoft.com/office/powerpoint/2010/main" val="334679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421C8-2395-848E-50C2-444589B7B6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254BA-9D4C-C15D-C846-1B631FA88D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08B3D-10C4-FEFC-0689-FAB9F34508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7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7325F-ECEC-0ED1-6023-45EEF62D3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031" y="1463851"/>
            <a:ext cx="8549005" cy="5094000"/>
          </a:xfrm>
          <a:prstGeom prst="rect">
            <a:avLst/>
          </a:prstGeom>
        </p:spPr>
      </p:pic>
      <p:pic>
        <p:nvPicPr>
          <p:cNvPr id="3" name="Picture 2" descr="Wireshark logo">
            <a:extLst>
              <a:ext uri="{FF2B5EF4-FFF2-40B4-BE49-F238E27FC236}">
                <a16:creationId xmlns:a16="http://schemas.microsoft.com/office/drawing/2014/main" id="{D3051D92-B431-4152-FBA7-F6E4D1DC3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57" y="626355"/>
            <a:ext cx="2889068" cy="78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64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6592D-33E6-F048-7AC4-94C060B2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4BA62B-7323-4F5E-B516-D96B59DE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1195"/>
            <a:ext cx="5245100" cy="5397500"/>
          </a:xfrm>
          <a:prstGeom prst="rect">
            <a:avLst/>
          </a:prstGeom>
        </p:spPr>
      </p:pic>
      <p:pic>
        <p:nvPicPr>
          <p:cNvPr id="3074" name="Picture 2" descr="Wireshark logo">
            <a:extLst>
              <a:ext uri="{FF2B5EF4-FFF2-40B4-BE49-F238E27FC236}">
                <a16:creationId xmlns:a16="http://schemas.microsoft.com/office/drawing/2014/main" id="{2B9E32FE-9F69-EF2D-C362-B63DEEB1C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57" y="626355"/>
            <a:ext cx="2889068" cy="78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21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A6668-46AC-A421-7048-1AABB1E555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Capture filter:</a:t>
            </a:r>
          </a:p>
          <a:p>
            <a:pPr lvl="1"/>
            <a:r>
              <a:rPr lang="en-US" dirty="0">
                <a:latin typeface="IBM Plex Sans" panose="020B0503050203000203" pitchFamily="34" charset="0"/>
              </a:rPr>
              <a:t>Samme </a:t>
            </a:r>
            <a:r>
              <a:rPr lang="en-US" dirty="0" err="1">
                <a:latin typeface="IBM Plex Sans" panose="020B0503050203000203" pitchFamily="34" charset="0"/>
              </a:rPr>
              <a:t>som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ved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TCPdump</a:t>
            </a:r>
            <a:endParaRPr lang="en-US" dirty="0">
              <a:latin typeface="IBM Plex Sans" panose="020B0503050203000203" pitchFamily="34" charset="0"/>
            </a:endParaRPr>
          </a:p>
          <a:p>
            <a:pPr lvl="1"/>
            <a:r>
              <a:rPr lang="en-US" dirty="0">
                <a:latin typeface="IBM Plex Sans" panose="020B0503050203000203" pitchFamily="34" charset="0"/>
              </a:rPr>
              <a:t>Sat </a:t>
            </a:r>
            <a:r>
              <a:rPr lang="en-US" dirty="0" err="1">
                <a:latin typeface="IBM Plex Sans" panose="020B0503050203000203" pitchFamily="34" charset="0"/>
              </a:rPr>
              <a:t>ved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i="1" dirty="0">
                <a:latin typeface="IBM Plex Sans" panose="020B0503050203000203" pitchFamily="34" charset="0"/>
              </a:rPr>
              <a:t>capture</a:t>
            </a:r>
          </a:p>
          <a:p>
            <a:pPr lvl="1"/>
            <a:r>
              <a:rPr lang="en-US" dirty="0">
                <a:latin typeface="IBM Plex Sans" panose="020B0503050203000203" pitchFamily="34" charset="0"/>
              </a:rPr>
              <a:t>Kan </a:t>
            </a:r>
            <a:r>
              <a:rPr lang="en-US" dirty="0" err="1">
                <a:latin typeface="IBM Plex Sans" panose="020B0503050203000203" pitchFamily="34" charset="0"/>
              </a:rPr>
              <a:t>ikke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udtrykke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komplekse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regler</a:t>
            </a:r>
            <a:endParaRPr lang="en-US" dirty="0">
              <a:latin typeface="IBM Plex Sans" panose="020B0503050203000203" pitchFamily="34" charset="0"/>
            </a:endParaRPr>
          </a:p>
          <a:p>
            <a:pPr lvl="1"/>
            <a:r>
              <a:rPr lang="en-US" dirty="0" err="1">
                <a:latin typeface="IBM Plex Sans" panose="020B0503050203000203" pitchFamily="34" charset="0"/>
              </a:rPr>
              <a:t>Formål</a:t>
            </a:r>
            <a:r>
              <a:rPr lang="en-US" dirty="0">
                <a:latin typeface="IBM Plex Sans" panose="020B0503050203000203" pitchFamily="34" charset="0"/>
              </a:rPr>
              <a:t> er at </a:t>
            </a:r>
            <a:r>
              <a:rPr lang="en-US" dirty="0" err="1">
                <a:latin typeface="IBM Plex Sans" panose="020B0503050203000203" pitchFamily="34" charset="0"/>
              </a:rPr>
              <a:t>indgrænse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indsamlingen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og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reducere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størrelsen</a:t>
            </a:r>
            <a:endParaRPr lang="en-US" dirty="0">
              <a:latin typeface="IBM Plex Sans" panose="020B0503050203000203" pitchFamily="34" charset="0"/>
            </a:endParaRPr>
          </a:p>
          <a:p>
            <a:r>
              <a:rPr lang="en-US" dirty="0">
                <a:latin typeface="IBM Plex Sans" panose="020B0503050203000203" pitchFamily="34" charset="0"/>
              </a:rPr>
              <a:t>Display filter</a:t>
            </a:r>
          </a:p>
          <a:p>
            <a:pPr lvl="1"/>
            <a:r>
              <a:rPr lang="en-US" dirty="0" err="1">
                <a:latin typeface="IBM Plex Sans" panose="020B0503050203000203" pitchFamily="34" charset="0"/>
              </a:rPr>
              <a:t>Filtrerer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efterfølgende</a:t>
            </a:r>
            <a:endParaRPr lang="en-US" dirty="0">
              <a:latin typeface="IBM Plex Sans" panose="020B0503050203000203" pitchFamily="34" charset="0"/>
            </a:endParaRPr>
          </a:p>
          <a:p>
            <a:pPr lvl="1"/>
            <a:r>
              <a:rPr lang="en-US" dirty="0">
                <a:latin typeface="IBM Plex Sans" panose="020B0503050203000203" pitchFamily="34" charset="0"/>
              </a:rPr>
              <a:t>Mere </a:t>
            </a:r>
            <a:r>
              <a:rPr lang="en-US" dirty="0" err="1">
                <a:latin typeface="IBM Plex Sans" panose="020B0503050203000203" pitchFamily="34" charset="0"/>
              </a:rPr>
              <a:t>komplekse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regler</a:t>
            </a:r>
            <a:endParaRPr lang="en-US" dirty="0">
              <a:latin typeface="IBM Plex Sans" panose="020B0503050203000203" pitchFamily="34" charset="0"/>
            </a:endParaRPr>
          </a:p>
          <a:p>
            <a:pPr lvl="1"/>
            <a:endParaRPr lang="en-US" dirty="0">
              <a:latin typeface="IBM Plex Sans" panose="020B0503050203000203" pitchFamily="34" charset="0"/>
            </a:endParaRPr>
          </a:p>
          <a:p>
            <a:pPr lvl="1"/>
            <a:endParaRPr lang="en-US" dirty="0">
              <a:latin typeface="IBM Plex Sans" panose="020B050305020300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08F77-5ECC-B2A2-E9C3-15F9E6A895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5F975-E03E-7233-3471-FB4998B7DF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53F7E-AB03-2DF9-86A4-2E869E0FE3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9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7F93D-1D4E-0495-3C09-41C5545E8BE2}"/>
              </a:ext>
            </a:extLst>
          </p:cNvPr>
          <p:cNvSpPr txBox="1"/>
          <p:nvPr/>
        </p:nvSpPr>
        <p:spPr>
          <a:xfrm>
            <a:off x="140648" y="6105378"/>
            <a:ext cx="120513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https://</a:t>
            </a:r>
            <a:r>
              <a:rPr lang="en-US" sz="1400" dirty="0" err="1">
                <a:latin typeface="IBM Plex Mono" panose="020B0509050203000203" pitchFamily="49" charset="77"/>
              </a:rPr>
              <a:t>wiki.wireshark.org</a:t>
            </a:r>
            <a:r>
              <a:rPr lang="en-US" sz="1400" dirty="0">
                <a:latin typeface="IBM Plex Mono" panose="020B0509050203000203" pitchFamily="49" charset="77"/>
              </a:rPr>
              <a:t>/</a:t>
            </a:r>
            <a:r>
              <a:rPr lang="en-US" sz="1400" dirty="0" err="1">
                <a:latin typeface="IBM Plex Mono" panose="020B0509050203000203" pitchFamily="49" charset="77"/>
              </a:rPr>
              <a:t>CaptureFilters#capture-filter-is-not-a-display-filter</a:t>
            </a:r>
            <a:endParaRPr lang="en-US" sz="1400" dirty="0">
              <a:latin typeface="IBM Plex Mono" panose="020B0509050203000203" pitchFamily="49" charset="77"/>
            </a:endParaRPr>
          </a:p>
        </p:txBody>
      </p:sp>
      <p:pic>
        <p:nvPicPr>
          <p:cNvPr id="10" name="Picture 2" descr="Wireshark logo">
            <a:extLst>
              <a:ext uri="{FF2B5EF4-FFF2-40B4-BE49-F238E27FC236}">
                <a16:creationId xmlns:a16="http://schemas.microsoft.com/office/drawing/2014/main" id="{A8439E74-A0A3-C95F-59B6-E741D2795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57" y="626355"/>
            <a:ext cx="2889068" cy="78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63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0A21-91A0-83FB-45AE-66338AF1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D43C-B21E-43D0-D740-526A82E7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57" y="1499175"/>
            <a:ext cx="3778863" cy="553998"/>
          </a:xfrm>
        </p:spPr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Display Filter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CC092-60C5-4394-FB9A-FDFAEDA8B8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CBF50-C233-DEA4-F269-E7FC24F08F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dirty="0" err="1"/>
              <a:t>cybersikker.alexandra.dk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4E3A0-FECD-FBFB-71BE-182FF394D91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10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138A6-A082-44F6-23EC-CCBAF20A3D48}"/>
              </a:ext>
            </a:extLst>
          </p:cNvPr>
          <p:cNvSpPr txBox="1"/>
          <p:nvPr/>
        </p:nvSpPr>
        <p:spPr>
          <a:xfrm>
            <a:off x="140647" y="6105378"/>
            <a:ext cx="94474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https://</a:t>
            </a:r>
            <a:r>
              <a:rPr lang="en-US" sz="1400" dirty="0" err="1">
                <a:latin typeface="IBM Plex Mono" panose="020B0509050203000203" pitchFamily="49" charset="77"/>
              </a:rPr>
              <a:t>www.wireshark.org</a:t>
            </a:r>
            <a:r>
              <a:rPr lang="en-US" sz="1400" dirty="0">
                <a:latin typeface="IBM Plex Mono" panose="020B0509050203000203" pitchFamily="49" charset="77"/>
              </a:rPr>
              <a:t>/docs/</a:t>
            </a:r>
            <a:r>
              <a:rPr lang="en-US" sz="1400" dirty="0" err="1">
                <a:latin typeface="IBM Plex Mono" panose="020B0509050203000203" pitchFamily="49" charset="77"/>
              </a:rPr>
              <a:t>wsug_html_chunked</a:t>
            </a:r>
            <a:r>
              <a:rPr lang="en-US" sz="1400" dirty="0">
                <a:latin typeface="IBM Plex Mono" panose="020B0509050203000203" pitchFamily="49" charset="77"/>
              </a:rPr>
              <a:t>/</a:t>
            </a:r>
            <a:r>
              <a:rPr lang="en-US" sz="1400" dirty="0" err="1">
                <a:latin typeface="IBM Plex Mono" panose="020B0509050203000203" pitchFamily="49" charset="77"/>
              </a:rPr>
              <a:t>ChWorkBuildDisplayFilterSection.html</a:t>
            </a:r>
            <a:endParaRPr lang="en-US" sz="1400" dirty="0">
              <a:latin typeface="IBM Plex Mono" panose="020B0509050203000203" pitchFamily="49" charset="77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7DAEDA-E326-97AD-7A19-39DEAE43EB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04411" y="900000"/>
            <a:ext cx="5460410" cy="520537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IBM Plex Mono" panose="020B0509050203000203" pitchFamily="49" charset="77"/>
                <a:cs typeface="Courier New" panose="02070309020205020404" pitchFamily="49" charset="0"/>
              </a:rPr>
              <a:t>tcp.port</a:t>
            </a:r>
            <a:r>
              <a:rPr lang="en-US" dirty="0">
                <a:latin typeface="IBM Plex Mono" panose="020B0509050203000203" pitchFamily="49" charset="77"/>
                <a:cs typeface="Courier New" panose="02070309020205020404" pitchFamily="49" charset="0"/>
              </a:rPr>
              <a:t> eq 25 or </a:t>
            </a:r>
            <a:r>
              <a:rPr lang="en-US" dirty="0" err="1">
                <a:latin typeface="IBM Plex Mono" panose="020B0509050203000203" pitchFamily="49" charset="77"/>
                <a:cs typeface="Courier New" panose="02070309020205020404" pitchFamily="49" charset="0"/>
              </a:rPr>
              <a:t>icmp</a:t>
            </a:r>
            <a:endParaRPr lang="en-US" dirty="0">
              <a:latin typeface="IBM Plex Mono" panose="020B0509050203000203" pitchFamily="49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  <a:cs typeface="Courier New" panose="02070309020205020404" pitchFamily="49" charset="0"/>
              </a:rPr>
              <a:t>&gt; </a:t>
            </a:r>
            <a:r>
              <a:rPr lang="en-US" dirty="0" err="1">
                <a:latin typeface="IBM Plex Mono" panose="020B0509050203000203" pitchFamily="49" charset="77"/>
                <a:cs typeface="Courier New" panose="02070309020205020404" pitchFamily="49" charset="0"/>
              </a:rPr>
              <a:t>ip.src</a:t>
            </a:r>
            <a:r>
              <a:rPr lang="en-US" dirty="0">
                <a:latin typeface="IBM Plex Mono" panose="020B0509050203000203" pitchFamily="49" charset="77"/>
                <a:cs typeface="Courier New" panose="02070309020205020404" pitchFamily="49" charset="0"/>
              </a:rPr>
              <a:t>==192.168.0.0/16 and </a:t>
            </a:r>
            <a:r>
              <a:rPr lang="en-US" dirty="0" err="1">
                <a:latin typeface="IBM Plex Mono" panose="020B0509050203000203" pitchFamily="49" charset="77"/>
                <a:cs typeface="Courier New" panose="02070309020205020404" pitchFamily="49" charset="0"/>
              </a:rPr>
              <a:t>ip.dst</a:t>
            </a:r>
            <a:r>
              <a:rPr lang="en-US" dirty="0">
                <a:latin typeface="IBM Plex Mono" panose="020B0509050203000203" pitchFamily="49" charset="77"/>
                <a:cs typeface="Courier New" panose="02070309020205020404" pitchFamily="49" charset="0"/>
              </a:rPr>
              <a:t>==192.168.0.0/16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5F3DD-F26A-8F54-CDC9-C2EF4C20E43A}"/>
              </a:ext>
            </a:extLst>
          </p:cNvPr>
          <p:cNvSpPr txBox="1"/>
          <p:nvPr/>
        </p:nvSpPr>
        <p:spPr>
          <a:xfrm>
            <a:off x="140647" y="5782254"/>
            <a:ext cx="610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https://</a:t>
            </a:r>
            <a:r>
              <a:rPr lang="en-US" sz="1400" dirty="0" err="1">
                <a:latin typeface="IBM Plex Mono" panose="020B0509050203000203" pitchFamily="49" charset="77"/>
              </a:rPr>
              <a:t>wiki.wireshark.org</a:t>
            </a:r>
            <a:r>
              <a:rPr lang="en-US" sz="1400" dirty="0">
                <a:latin typeface="IBM Plex Mono" panose="020B0509050203000203" pitchFamily="49" charset="77"/>
              </a:rPr>
              <a:t>/</a:t>
            </a:r>
            <a:r>
              <a:rPr lang="en-US" sz="1400" dirty="0" err="1">
                <a:latin typeface="IBM Plex Mono" panose="020B0509050203000203" pitchFamily="49" charset="77"/>
              </a:rPr>
              <a:t>DisplayFilters</a:t>
            </a:r>
            <a:endParaRPr lang="en-US" sz="1400" dirty="0">
              <a:latin typeface="IBM Plex Mono" panose="020B0509050203000203" pitchFamily="49" charset="77"/>
            </a:endParaRPr>
          </a:p>
        </p:txBody>
      </p:sp>
      <p:pic>
        <p:nvPicPr>
          <p:cNvPr id="3" name="Picture 2" descr="Wireshark logo">
            <a:extLst>
              <a:ext uri="{FF2B5EF4-FFF2-40B4-BE49-F238E27FC236}">
                <a16:creationId xmlns:a16="http://schemas.microsoft.com/office/drawing/2014/main" id="{E5FEAA34-6531-C2D3-DAAC-1996E6E02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57" y="626355"/>
            <a:ext cx="2889068" cy="789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350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0DF2-8CDE-52CD-C2FC-F1963273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TLS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02420-82D8-165F-9901-FD32E150BF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8F183-82CD-868F-71B7-4AB077DF10E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8A68-2E91-1763-2875-CDD4C6955A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11</a:t>
            </a:fld>
            <a:endParaRPr lang="da-D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705B9D-F312-1BEE-7CDD-A5C7D6943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231" y="2625997"/>
            <a:ext cx="3987800" cy="139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C315BF-9E9F-A7E6-1ED1-EE3627CA1123}"/>
              </a:ext>
            </a:extLst>
          </p:cNvPr>
          <p:cNvSpPr txBox="1"/>
          <p:nvPr/>
        </p:nvSpPr>
        <p:spPr>
          <a:xfrm>
            <a:off x="540000" y="1601918"/>
            <a:ext cx="367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(</a:t>
            </a:r>
            <a:r>
              <a:rPr lang="en-US" dirty="0" err="1">
                <a:latin typeface="IBM Plex Sans" panose="020B0503050203000203" pitchFamily="34" charset="0"/>
              </a:rPr>
              <a:t>eller</a:t>
            </a:r>
            <a:r>
              <a:rPr lang="en-US" dirty="0">
                <a:latin typeface="IBM Plex Sans" panose="020B0503050203000203" pitchFamily="34" charset="0"/>
              </a:rPr>
              <a:t> SSH </a:t>
            </a:r>
            <a:r>
              <a:rPr lang="en-US" dirty="0" err="1">
                <a:latin typeface="IBM Plex Sans" panose="020B0503050203000203" pitchFamily="34" charset="0"/>
              </a:rPr>
              <a:t>tunneler</a:t>
            </a:r>
            <a:r>
              <a:rPr lang="en-US" dirty="0">
                <a:latin typeface="IBM Plex Sans" panose="020B0503050203000203" pitchFamily="34" charset="0"/>
              </a:rPr>
              <a:t>, </a:t>
            </a:r>
            <a:r>
              <a:rPr lang="en-US" dirty="0" err="1">
                <a:latin typeface="IBM Plex Sans" panose="020B0503050203000203" pitchFamily="34" charset="0"/>
              </a:rPr>
              <a:t>VPN’er</a:t>
            </a:r>
            <a:r>
              <a:rPr lang="en-US" dirty="0">
                <a:latin typeface="IBM Plex Sans" panose="020B0503050203000203" pitchFamily="34" charset="0"/>
              </a:rPr>
              <a:t>, et al.)</a:t>
            </a:r>
          </a:p>
        </p:txBody>
      </p:sp>
    </p:spTree>
    <p:extLst>
      <p:ext uri="{BB962C8B-B14F-4D97-AF65-F5344CB8AC3E}">
        <p14:creationId xmlns:p14="http://schemas.microsoft.com/office/powerpoint/2010/main" val="184181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D204-E883-58C4-A2B4-04FC6371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MitM Proxy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AF27D-738F-FCE5-BF25-041B53956B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latin typeface="IBM Plex Sans" panose="020B0503050203000203" pitchFamily="34" charset="0"/>
              </a:rPr>
              <a:t>Når</a:t>
            </a:r>
            <a:r>
              <a:rPr lang="en-US" dirty="0">
                <a:latin typeface="IBM Plex Sans" panose="020B0503050203000203" pitchFamily="34" charset="0"/>
              </a:rPr>
              <a:t> TLS </a:t>
            </a:r>
            <a:r>
              <a:rPr lang="en-US" dirty="0" err="1">
                <a:latin typeface="IBM Plex Sans" panose="020B0503050203000203" pitchFamily="34" charset="0"/>
              </a:rPr>
              <a:t>kommer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i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vejen</a:t>
            </a:r>
            <a:endParaRPr lang="en-US" dirty="0">
              <a:latin typeface="IBM Plex Sans" panose="020B0503050203000203" pitchFamily="34" charset="0"/>
            </a:endParaRPr>
          </a:p>
          <a:p>
            <a:r>
              <a:rPr lang="en-US" dirty="0">
                <a:latin typeface="IBM Plex Sans" panose="020B0503050203000203" pitchFamily="34" charset="0"/>
              </a:rPr>
              <a:t>(Mere om det her </a:t>
            </a:r>
            <a:r>
              <a:rPr lang="en-US" dirty="0" err="1">
                <a:latin typeface="IBM Plex Sans" panose="020B0503050203000203" pitchFamily="34" charset="0"/>
              </a:rPr>
              <a:t>i</a:t>
            </a:r>
            <a:r>
              <a:rPr lang="en-US" dirty="0">
                <a:latin typeface="IBM Plex Sans" panose="020B0503050203000203" pitchFamily="34" charset="0"/>
              </a:rPr>
              <a:t> morgen)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8C72B-C962-940E-4280-C397C94E6EA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B4AA5-6189-29E9-FA7A-6E5CE83D7A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537B2-D2A9-B209-C221-BF494843D6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12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E47EE-B74C-F5AC-4B02-A150C93D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821" y="4105910"/>
            <a:ext cx="69723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9F9E-A361-EEA9-65DA-F403B0F8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Øvelse</a:t>
            </a:r>
            <a:br>
              <a:rPr lang="da-DK" strike="sngStrike" dirty="0">
                <a:latin typeface="IBM Plex Sans" panose="020B0503050203000203" pitchFamily="34" charset="0"/>
              </a:rPr>
            </a:br>
            <a:r>
              <a:rPr lang="da-DK" dirty="0" err="1">
                <a:latin typeface="IBM Plex Sans" panose="020B0503050203000203" pitchFamily="34" charset="0"/>
              </a:rPr>
              <a:t>Detect</a:t>
            </a:r>
            <a:r>
              <a:rPr lang="da-DK" dirty="0">
                <a:latin typeface="IBM Plex Sans" panose="020B0503050203000203" pitchFamily="34" charset="0"/>
              </a:rPr>
              <a:t> and </a:t>
            </a:r>
            <a:r>
              <a:rPr lang="da-DK" dirty="0" err="1">
                <a:latin typeface="IBM Plex Sans" panose="020B0503050203000203" pitchFamily="34" charset="0"/>
              </a:rPr>
              <a:t>respond</a:t>
            </a:r>
            <a:r>
              <a:rPr lang="da-DK" dirty="0">
                <a:latin typeface="IBM Plex Sans" panose="020B0503050203000203" pitchFamily="34" charset="0"/>
              </a:rPr>
              <a:t> (</a:t>
            </a:r>
            <a:r>
              <a:rPr lang="da-DK" dirty="0" err="1">
                <a:latin typeface="IBM Plex Sans" panose="020B0503050203000203" pitchFamily="34" charset="0"/>
              </a:rPr>
              <a:t>wireshark</a:t>
            </a:r>
            <a:r>
              <a:rPr lang="da-DK" dirty="0">
                <a:latin typeface="IBM Plex Sans" panose="020B0503050203000203" pitchFamily="34" charset="0"/>
              </a:rPr>
              <a:t>)</a:t>
            </a:r>
            <a:endParaRPr lang="en-DK" strike="sngStrike" dirty="0">
              <a:latin typeface="IBM Plex Sans" panose="020B050305020300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23ED7-E415-C449-38B9-0F67ADC62A6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557963"/>
            <a:ext cx="2889250" cy="182562"/>
          </a:xfrm>
        </p:spPr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51843-76E5-8941-40CE-B6992080F5B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557963"/>
            <a:ext cx="3140075" cy="182562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19317-0B5E-16AA-35B1-A072250AB1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2299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73FE0-AC60-B3A6-4282-AD16FD37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5A0C-7B8A-483B-95B2-AE03AD7A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BM Plex Sans" panose="020B0503050203000203" pitchFamily="34" charset="0"/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326574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0BE-3CF9-FE4E-F98E-D870D6C6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Netværkssikkerhed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>
                <a:latin typeface="IBM Plex Sans" panose="020B0503050203000203" pitchFamily="34" charset="0"/>
              </a:rPr>
              <a:t>m. </a:t>
            </a:r>
            <a:r>
              <a:rPr lang="da-DK" dirty="0" err="1">
                <a:latin typeface="IBM Plex Sans" panose="020B0503050203000203" pitchFamily="34" charset="0"/>
              </a:rPr>
              <a:t>Nmap</a:t>
            </a:r>
            <a:r>
              <a:rPr lang="da-DK" dirty="0">
                <a:latin typeface="IBM Plex Sans" panose="020B0503050203000203" pitchFamily="34" charset="0"/>
              </a:rPr>
              <a:t> og </a:t>
            </a:r>
            <a:r>
              <a:rPr lang="da-DK" dirty="0" err="1">
                <a:latin typeface="IBM Plex Sans" panose="020B0503050203000203" pitchFamily="34" charset="0"/>
              </a:rPr>
              <a:t>OpenVAS</a:t>
            </a:r>
            <a:endParaRPr lang="da-DK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081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BC2F-F833-FEF9-0982-7761B97E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Nmap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84648-1029-73DB-BC24-E944C5F5A2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latin typeface="IBM Plex Sans" panose="020B0503050203000203" pitchFamily="34" charset="0"/>
              </a:rPr>
              <a:t>Certificeret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hackerværktøj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ifølge</a:t>
            </a:r>
            <a:r>
              <a:rPr lang="en-US" dirty="0">
                <a:latin typeface="IBM Plex Sans" panose="020B0503050203000203" pitchFamily="34" charset="0"/>
              </a:rPr>
              <a:t> Hollywood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CED02-A8C9-77CE-0FCB-8F4998BFF2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55BD4-C551-2A6D-C8ED-149A455A5A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58E0-8CDA-2400-29FE-2CB488554C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16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052C0-5E61-CEAB-DA61-5A04524077AF}"/>
              </a:ext>
            </a:extLst>
          </p:cNvPr>
          <p:cNvSpPr txBox="1"/>
          <p:nvPr/>
        </p:nvSpPr>
        <p:spPr>
          <a:xfrm>
            <a:off x="540000" y="1541124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IBM Plex Sans" panose="020B0503050203000203" pitchFamily="34" charset="0"/>
              </a:rPr>
              <a:t>Network Mapper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BAB57E-5D8A-B644-DB6D-C4BC9007E258}"/>
              </a:ext>
            </a:extLst>
          </p:cNvPr>
          <p:cNvGrpSpPr/>
          <p:nvPr/>
        </p:nvGrpSpPr>
        <p:grpSpPr>
          <a:xfrm>
            <a:off x="4318863" y="1668284"/>
            <a:ext cx="7772400" cy="5072129"/>
            <a:chOff x="4238621" y="1710441"/>
            <a:chExt cx="7772400" cy="507212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BB2FC6C-633C-4087-B2D0-D919E13CB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8621" y="1710441"/>
              <a:ext cx="7772400" cy="507212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DC0A4E-0C95-7ADA-BFD0-5B303D510B23}"/>
                </a:ext>
              </a:extLst>
            </p:cNvPr>
            <p:cNvSpPr/>
            <p:nvPr/>
          </p:nvSpPr>
          <p:spPr>
            <a:xfrm>
              <a:off x="5441950" y="2117725"/>
              <a:ext cx="2352675" cy="17145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673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E9C6-1F4D-EB42-82DE-63F604B6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Nmap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87757-F11F-82BF-F651-21E656769D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Most important options/flags</a:t>
            </a:r>
          </a:p>
          <a:p>
            <a:r>
              <a:rPr lang="en-US" dirty="0">
                <a:latin typeface="IBM Plex Sans" panose="020B0503050203000203" pitchFamily="34" charset="0"/>
              </a:rPr>
              <a:t>Dissection of an </a:t>
            </a:r>
            <a:r>
              <a:rPr lang="en-US" dirty="0" err="1">
                <a:latin typeface="IBM Plex Sans" panose="020B0503050203000203" pitchFamily="34" charset="0"/>
              </a:rPr>
              <a:t>nmap</a:t>
            </a:r>
            <a:r>
              <a:rPr lang="en-US" dirty="0">
                <a:latin typeface="IBM Plex Sans" panose="020B0503050203000203" pitchFamily="34" charset="0"/>
              </a:rPr>
              <a:t> invocation</a:t>
            </a:r>
          </a:p>
          <a:p>
            <a:endParaRPr lang="en-US" dirty="0">
              <a:latin typeface="IBM Plex Sans" panose="020B0503050203000203" pitchFamily="34" charset="0"/>
            </a:endParaRPr>
          </a:p>
          <a:p>
            <a:endParaRPr lang="en-US" dirty="0">
              <a:latin typeface="IBM Plex Sans" panose="020B050305020300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6A5D0-4D8A-1E0C-FAE7-7E91C1ACE53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BD6ED-FF61-E0B5-EBFD-DBD145A951C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4524-618B-16F6-48F0-A3122F2F9EF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17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83D87-8D26-EBB0-9540-C0CB78D236F5}"/>
              </a:ext>
            </a:extLst>
          </p:cNvPr>
          <p:cNvSpPr txBox="1"/>
          <p:nvPr/>
        </p:nvSpPr>
        <p:spPr>
          <a:xfrm>
            <a:off x="418011" y="4180115"/>
            <a:ext cx="23734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IBM Plex Sans" panose="020B0503050203000203" pitchFamily="34" charset="0"/>
              </a:rPr>
              <a:t>TCP syn &lt;port&gt;</a:t>
            </a:r>
          </a:p>
          <a:p>
            <a:r>
              <a:rPr lang="en-US" i="1" dirty="0">
                <a:latin typeface="IBM Plex Sans" panose="020B0503050203000203" pitchFamily="34" charset="0"/>
              </a:rPr>
              <a:t>TCP ack &lt;port&gt;</a:t>
            </a:r>
          </a:p>
          <a:p>
            <a:r>
              <a:rPr lang="en-US" b="1" dirty="0">
                <a:latin typeface="IBM Plex Sans" panose="020B0503050203000203" pitchFamily="34" charset="0"/>
              </a:rPr>
              <a:t>TCP connect &lt;port&gt;</a:t>
            </a:r>
          </a:p>
          <a:p>
            <a:r>
              <a:rPr lang="en-US" dirty="0">
                <a:latin typeface="IBM Plex Sans" panose="020B0503050203000203" pitchFamily="34" charset="0"/>
              </a:rPr>
              <a:t>UDP &lt;port&gt;</a:t>
            </a:r>
          </a:p>
          <a:p>
            <a:r>
              <a:rPr lang="en-US" i="1" dirty="0">
                <a:latin typeface="IBM Plex Sans" panose="020B0503050203000203" pitchFamily="34" charset="0"/>
              </a:rPr>
              <a:t>ICMP echo (ping)</a:t>
            </a:r>
          </a:p>
          <a:p>
            <a:r>
              <a:rPr lang="en-US" dirty="0">
                <a:latin typeface="IBM Plex Sans" panose="020B0503050203000203" pitchFamily="34" charset="0"/>
              </a:rPr>
              <a:t>IP Protocol Ping</a:t>
            </a:r>
          </a:p>
          <a:p>
            <a:r>
              <a:rPr lang="en-US" dirty="0">
                <a:latin typeface="IBM Plex Sans" panose="020B0503050203000203" pitchFamily="34" charset="0"/>
              </a:rPr>
              <a:t>ARP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BC31B3-E940-729E-065F-33BE1954FE9E}"/>
              </a:ext>
            </a:extLst>
          </p:cNvPr>
          <p:cNvSpPr txBox="1"/>
          <p:nvPr/>
        </p:nvSpPr>
        <p:spPr>
          <a:xfrm>
            <a:off x="6315892" y="6139646"/>
            <a:ext cx="610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https://</a:t>
            </a:r>
            <a:r>
              <a:rPr lang="en-US" sz="1400" dirty="0" err="1">
                <a:latin typeface="IBM Plex Mono" panose="020B0509050203000203" pitchFamily="49" charset="77"/>
              </a:rPr>
              <a:t>nmap.org</a:t>
            </a:r>
            <a:r>
              <a:rPr lang="en-US" sz="1400" dirty="0">
                <a:latin typeface="IBM Plex Mono" panose="020B0509050203000203" pitchFamily="49" charset="77"/>
              </a:rPr>
              <a:t>/book/host-discovery-</a:t>
            </a:r>
            <a:r>
              <a:rPr lang="en-US" sz="1400" dirty="0" err="1">
                <a:latin typeface="IBM Plex Mono" panose="020B0509050203000203" pitchFamily="49" charset="77"/>
              </a:rPr>
              <a:t>strategies.html</a:t>
            </a:r>
            <a:endParaRPr lang="en-US" sz="1400" dirty="0">
              <a:latin typeface="IBM Plex Mono" panose="020B0509050203000203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504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5DD1-1FCC-F92D-CA0B-63AFDFAF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873E6-B003-E42B-6769-5B83BB24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25164-8E85-C782-40D4-65723EA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A87A-668C-5C93-B077-583ADAF1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18</a:t>
            </a:fld>
            <a:endParaRPr lang="da-DK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F78409-98BF-0F79-E476-6155D934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Kortlægning af netværk</a:t>
            </a:r>
            <a:endParaRPr lang="en-US" dirty="0">
              <a:latin typeface="IBM Plex Sans" panose="020B050305020300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6BEF0-1C30-F786-2BFF-67F62AB2D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70563"/>
            <a:ext cx="7772400" cy="35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20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601E0-E6F3-0A8D-14DE-97398BC2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57468-5E3C-A90C-3526-8B081BE3C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 err="1"/>
              <a:t>cybersikker.alexandra.dk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0B636-1DBB-4C32-4176-85E3C932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19</a:t>
            </a:fld>
            <a:endParaRPr lang="da-DK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E3882D-AEC4-789E-9DFA-02489496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Kortlægning af netværk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1AE98-C6EC-A16E-B481-C3836F315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06646"/>
            <a:ext cx="7772400" cy="4044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2A2E4A-397E-7820-6CB5-888DF991A12F}"/>
              </a:ext>
            </a:extLst>
          </p:cNvPr>
          <p:cNvSpPr txBox="1"/>
          <p:nvPr/>
        </p:nvSpPr>
        <p:spPr>
          <a:xfrm>
            <a:off x="4073651" y="1097914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BM Plex Mono" panose="020B0509050203000203" pitchFamily="49" charset="77"/>
              </a:rPr>
              <a:t>nmap</a:t>
            </a:r>
            <a:r>
              <a:rPr lang="en-US" dirty="0">
                <a:latin typeface="IBM Plex Mono" panose="020B0509050203000203" pitchFamily="49" charset="77"/>
              </a:rPr>
              <a:t> –</a:t>
            </a:r>
            <a:r>
              <a:rPr lang="en-US" dirty="0" err="1">
                <a:latin typeface="IBM Plex Mono" panose="020B0509050203000203" pitchFamily="49" charset="77"/>
              </a:rPr>
              <a:t>sn</a:t>
            </a:r>
            <a:r>
              <a:rPr lang="en-US" dirty="0">
                <a:latin typeface="IBM Plex Mono" panose="020B0509050203000203" pitchFamily="49" charset="77"/>
              </a:rPr>
              <a:t> &lt;</a:t>
            </a:r>
            <a:r>
              <a:rPr lang="en-US" dirty="0" err="1">
                <a:latin typeface="IBM Plex Mono" panose="020B0509050203000203" pitchFamily="49" charset="77"/>
              </a:rPr>
              <a:t>ip</a:t>
            </a:r>
            <a:r>
              <a:rPr lang="en-US" dirty="0">
                <a:latin typeface="IBM Plex Mono" panose="020B0509050203000203" pitchFamily="49" charset="77"/>
              </a:rPr>
              <a:t> ranges to scan&gt;</a:t>
            </a:r>
          </a:p>
        </p:txBody>
      </p:sp>
    </p:spTree>
    <p:extLst>
      <p:ext uri="{BB962C8B-B14F-4D97-AF65-F5344CB8AC3E}">
        <p14:creationId xmlns:p14="http://schemas.microsoft.com/office/powerpoint/2010/main" val="1508967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D940-7E51-E8B0-0356-68E66862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Discovery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2810-E31D-C80F-F298-94642C88B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BM Plex Sans" panose="020B0503050203000203" pitchFamily="34" charset="0"/>
              </a:rPr>
              <a:t>Er </a:t>
            </a:r>
            <a:r>
              <a:rPr lang="en-US" dirty="0" err="1">
                <a:latin typeface="IBM Plex Sans" panose="020B0503050203000203" pitchFamily="34" charset="0"/>
              </a:rPr>
              <a:t>en</a:t>
            </a:r>
            <a:r>
              <a:rPr lang="en-US" dirty="0">
                <a:latin typeface="IBM Plex Sans" panose="020B0503050203000203" pitchFamily="34" charset="0"/>
              </a:rPr>
              <a:t> given host </a:t>
            </a:r>
            <a:r>
              <a:rPr lang="en-US" dirty="0" err="1">
                <a:latin typeface="IBM Plex Sans" panose="020B0503050203000203" pitchFamily="34" charset="0"/>
              </a:rPr>
              <a:t>oppe</a:t>
            </a:r>
            <a:r>
              <a:rPr lang="en-US" dirty="0">
                <a:latin typeface="IBM Plex Sans" panose="020B0503050203000203" pitchFamily="34" charset="0"/>
              </a:rPr>
              <a:t>?</a:t>
            </a:r>
          </a:p>
          <a:p>
            <a:pPr marL="0" indent="0">
              <a:buNone/>
            </a:pPr>
            <a:endParaRPr lang="en-US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IBM Plex Sans" panose="020B0503050203000203" pitchFamily="34" charset="0"/>
              </a:rPr>
              <a:t>Det </a:t>
            </a:r>
            <a:r>
              <a:rPr lang="en-US" dirty="0" err="1">
                <a:latin typeface="IBM Plex Sans" panose="020B0503050203000203" pitchFamily="34" charset="0"/>
              </a:rPr>
              <a:t>primære</a:t>
            </a:r>
            <a:r>
              <a:rPr lang="en-US" dirty="0">
                <a:latin typeface="IBM Plex Sans" panose="020B0503050203000203" pitchFamily="34" charset="0"/>
              </a:rPr>
              <a:t> trick er at </a:t>
            </a:r>
            <a:r>
              <a:rPr lang="en-US" dirty="0" err="1">
                <a:latin typeface="IBM Plex Sans" panose="020B0503050203000203" pitchFamily="34" charset="0"/>
              </a:rPr>
              <a:t>omgå</a:t>
            </a:r>
            <a:r>
              <a:rPr lang="en-US" dirty="0">
                <a:latin typeface="IBM Plex Sans" panose="020B0503050203000203" pitchFamily="34" charset="0"/>
              </a:rPr>
              <a:t> firewalls/</a:t>
            </a:r>
            <a:r>
              <a:rPr lang="en-US" dirty="0" err="1">
                <a:latin typeface="IBM Plex Sans" panose="020B0503050203000203" pitchFamily="34" charset="0"/>
              </a:rPr>
              <a:t>filtrering</a:t>
            </a:r>
            <a:endParaRPr lang="en-US" dirty="0">
              <a:latin typeface="IBM Plex Sans" panose="020B050305020300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866B3-F978-6EB9-D12B-5BE452E624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C4D25-FE81-5B54-E0AC-4296FAD0EF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AC62F-41E5-49FF-AE2B-3690B916FC3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20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A171B-5594-4A12-24DC-F1F2FC56B2BB}"/>
              </a:ext>
            </a:extLst>
          </p:cNvPr>
          <p:cNvSpPr txBox="1"/>
          <p:nvPr/>
        </p:nvSpPr>
        <p:spPr>
          <a:xfrm>
            <a:off x="418011" y="4180115"/>
            <a:ext cx="23734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IBM Plex Sans" panose="020B0503050203000203" pitchFamily="34" charset="0"/>
              </a:rPr>
              <a:t>TCP syn &lt;port&gt;</a:t>
            </a:r>
          </a:p>
          <a:p>
            <a:r>
              <a:rPr lang="en-US" i="1" dirty="0">
                <a:latin typeface="IBM Plex Sans" panose="020B0503050203000203" pitchFamily="34" charset="0"/>
              </a:rPr>
              <a:t>TCP ack &lt;port&gt;</a:t>
            </a:r>
          </a:p>
          <a:p>
            <a:r>
              <a:rPr lang="en-US" b="1" dirty="0">
                <a:latin typeface="IBM Plex Sans" panose="020B0503050203000203" pitchFamily="34" charset="0"/>
              </a:rPr>
              <a:t>TCP connect &lt;port&gt;</a:t>
            </a:r>
          </a:p>
          <a:p>
            <a:r>
              <a:rPr lang="en-US" dirty="0">
                <a:latin typeface="IBM Plex Sans" panose="020B0503050203000203" pitchFamily="34" charset="0"/>
              </a:rPr>
              <a:t>UDP &lt;port&gt;</a:t>
            </a:r>
          </a:p>
          <a:p>
            <a:r>
              <a:rPr lang="en-US" i="1" dirty="0">
                <a:latin typeface="IBM Plex Sans" panose="020B0503050203000203" pitchFamily="34" charset="0"/>
              </a:rPr>
              <a:t>ICMP echo (ping)</a:t>
            </a:r>
          </a:p>
          <a:p>
            <a:r>
              <a:rPr lang="en-US" dirty="0">
                <a:latin typeface="IBM Plex Sans" panose="020B0503050203000203" pitchFamily="34" charset="0"/>
              </a:rPr>
              <a:t>IP Protocol Ping</a:t>
            </a:r>
          </a:p>
          <a:p>
            <a:r>
              <a:rPr lang="en-US" dirty="0">
                <a:latin typeface="IBM Plex Sans" panose="020B0503050203000203" pitchFamily="34" charset="0"/>
              </a:rPr>
              <a:t>ARP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185B5-7E23-B0A5-C6EC-8A5AFCE2FF6A}"/>
              </a:ext>
            </a:extLst>
          </p:cNvPr>
          <p:cNvSpPr txBox="1"/>
          <p:nvPr/>
        </p:nvSpPr>
        <p:spPr>
          <a:xfrm>
            <a:off x="6315892" y="6139646"/>
            <a:ext cx="6100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https://</a:t>
            </a:r>
            <a:r>
              <a:rPr lang="en-US" sz="1400" dirty="0" err="1">
                <a:latin typeface="IBM Plex Mono" panose="020B0509050203000203" pitchFamily="49" charset="77"/>
              </a:rPr>
              <a:t>nmap.org</a:t>
            </a:r>
            <a:r>
              <a:rPr lang="en-US" sz="1400" dirty="0">
                <a:latin typeface="IBM Plex Mono" panose="020B0509050203000203" pitchFamily="49" charset="77"/>
              </a:rPr>
              <a:t>/book/host-discovery-</a:t>
            </a:r>
            <a:r>
              <a:rPr lang="en-US" sz="1400" dirty="0" err="1">
                <a:latin typeface="IBM Plex Mono" panose="020B0509050203000203" pitchFamily="49" charset="77"/>
              </a:rPr>
              <a:t>strategies.html</a:t>
            </a:r>
            <a:endParaRPr lang="en-US" sz="1400" dirty="0">
              <a:latin typeface="IBM Plex Mono" panose="020B0509050203000203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39ADA-7381-FDAA-FB14-396032B96ADC}"/>
              </a:ext>
            </a:extLst>
          </p:cNvPr>
          <p:cNvSpPr txBox="1"/>
          <p:nvPr/>
        </p:nvSpPr>
        <p:spPr>
          <a:xfrm>
            <a:off x="5362303" y="5141076"/>
            <a:ext cx="6211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</a:rPr>
              <a:t>-PE -PS80 -PS443 -PP -PU40125 -PS3389 -PA21 -PU161 --source-port 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04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01AB-0B3E-F158-44FD-0CAE5535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D2C41-F533-F728-394C-2F6513F6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D85AAC-06E4-EBD6-BB67-9B8D59E0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F4FED-E5DC-5AEE-DCC6-4D7FE2AF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21</a:t>
            </a:fld>
            <a:endParaRPr lang="da-DK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033B50-872E-D3EC-9B81-3127C836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Portskanning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98BFA9-9D75-9360-1F84-54B2C3BDC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36582"/>
            <a:ext cx="7772400" cy="390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2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DDED-6C63-99A3-D510-BE21053E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64DAC-5601-771A-149C-4B4647E6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IBM Plex Sans" panose="020B0503050203000203" pitchFamily="34" charset="0"/>
              </a:rPr>
              <a:t>Hvad</a:t>
            </a:r>
            <a:r>
              <a:rPr lang="en-US" dirty="0">
                <a:latin typeface="IBM Plex Sans" panose="020B0503050203000203" pitchFamily="34" charset="0"/>
              </a:rPr>
              <a:t> er </a:t>
            </a:r>
            <a:r>
              <a:rPr lang="en-US" dirty="0" err="1">
                <a:latin typeface="IBM Plex Sans" panose="020B0503050203000203" pitchFamily="34" charset="0"/>
              </a:rPr>
              <a:t>en</a:t>
            </a:r>
            <a:r>
              <a:rPr lang="en-US" dirty="0">
                <a:latin typeface="IBM Plex Sans" panose="020B0503050203000203" pitchFamily="34" charset="0"/>
              </a:rPr>
              <a:t> port?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EE1F-1BB1-A9E8-F5AD-351F759AFBA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7F474-3C34-4668-74AB-70B02344C3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1A490-B480-B90C-B086-5E12250BED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22</a:t>
            </a:fld>
            <a:endParaRPr lang="da-DK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4B2D6BA-1C3B-08E9-4D6F-9B9E91FF4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613765"/>
              </p:ext>
            </p:extLst>
          </p:nvPr>
        </p:nvGraphicFramePr>
        <p:xfrm>
          <a:off x="7798085" y="502920"/>
          <a:ext cx="28890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889">
                  <a:extLst>
                    <a:ext uri="{9D8B030D-6E8A-4147-A177-3AD203B41FA5}">
                      <a16:colId xmlns:a16="http://schemas.microsoft.com/office/drawing/2014/main" val="542941267"/>
                    </a:ext>
                  </a:extLst>
                </a:gridCol>
                <a:gridCol w="2119179">
                  <a:extLst>
                    <a:ext uri="{9D8B030D-6E8A-4147-A177-3AD203B41FA5}">
                      <a16:colId xmlns:a16="http://schemas.microsoft.com/office/drawing/2014/main" val="3870672276"/>
                    </a:ext>
                  </a:extLst>
                </a:gridCol>
              </a:tblGrid>
              <a:tr h="2799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BM Plex Sans" panose="020B0503050203000203" pitchFamily="34" charset="0"/>
                        </a:rPr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IBM Plex Sans" panose="020B0503050203000203" pitchFamily="34" charset="0"/>
                        </a:rPr>
                        <a:t>Protokol</a:t>
                      </a:r>
                      <a:endParaRPr lang="en-US" dirty="0">
                        <a:latin typeface="IBM Plex Sans" panose="020B050305020300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923403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FTP (data)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82589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FTP (control)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045938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SSH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989584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Telnet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37786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DNS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38123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HTTP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54844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HTTPS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0681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500143C-7A32-5D6A-6A62-F67F5624E8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578108"/>
              </p:ext>
            </p:extLst>
          </p:nvPr>
        </p:nvGraphicFramePr>
        <p:xfrm>
          <a:off x="7798085" y="3552632"/>
          <a:ext cx="288906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889">
                  <a:extLst>
                    <a:ext uri="{9D8B030D-6E8A-4147-A177-3AD203B41FA5}">
                      <a16:colId xmlns:a16="http://schemas.microsoft.com/office/drawing/2014/main" val="542941267"/>
                    </a:ext>
                  </a:extLst>
                </a:gridCol>
                <a:gridCol w="2119179">
                  <a:extLst>
                    <a:ext uri="{9D8B030D-6E8A-4147-A177-3AD203B41FA5}">
                      <a16:colId xmlns:a16="http://schemas.microsoft.com/office/drawing/2014/main" val="3870672276"/>
                    </a:ext>
                  </a:extLst>
                </a:gridCol>
              </a:tblGrid>
              <a:tr h="27993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BM Plex Sans" panose="020B0503050203000203" pitchFamily="34" charset="0"/>
                        </a:rPr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IBM Plex Sans" panose="020B0503050203000203" pitchFamily="34" charset="0"/>
                        </a:rPr>
                        <a:t>Protokol</a:t>
                      </a:r>
                      <a:endParaRPr lang="en-US" dirty="0">
                        <a:latin typeface="IBM Plex Sans" panose="020B050305020300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923403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FTP (data)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82589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FTP (control)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045938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DNS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38123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HTTP (QUIC)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54844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NTP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056088"/>
                  </a:ext>
                </a:extLst>
              </a:tr>
              <a:tr h="279931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HTTPS (QUIC)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60681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FB696E1-4368-5FC3-AC35-DCFCFBEE63B9}"/>
              </a:ext>
            </a:extLst>
          </p:cNvPr>
          <p:cNvSpPr txBox="1"/>
          <p:nvPr/>
        </p:nvSpPr>
        <p:spPr>
          <a:xfrm>
            <a:off x="6328880" y="185962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TCP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17C6F-9437-BB8D-8244-0A9BC1808AE6}"/>
              </a:ext>
            </a:extLst>
          </p:cNvPr>
          <p:cNvSpPr txBox="1"/>
          <p:nvPr/>
        </p:nvSpPr>
        <p:spPr>
          <a:xfrm>
            <a:off x="6303232" y="473124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UDP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304BD1-154E-BF28-BECE-9FFCBFA6F8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3088" y="4332276"/>
            <a:ext cx="14986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3CBE-DF57-FA3C-A9BA-760467A5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806C-670A-1EBA-E8A3-464CB813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276F9-C211-C65A-64B1-834C894EB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64B04-BF9A-C72C-9ED5-5784B363AA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5FB16-F3C7-2F60-B427-7EB95C33B7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dirty="0" err="1"/>
              <a:t>cybersikker.alexandra.dk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006DD-ECA2-0C31-2430-EDB6A232E76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23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D3733-6261-AE00-96F7-FD1DAF7C9E08}"/>
              </a:ext>
            </a:extLst>
          </p:cNvPr>
          <p:cNvSpPr txBox="1"/>
          <p:nvPr/>
        </p:nvSpPr>
        <p:spPr>
          <a:xfrm>
            <a:off x="302345" y="5182048"/>
            <a:ext cx="16296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IBM Plex Sans" panose="020B0503050203000203" pitchFamily="34" charset="0"/>
              </a:rPr>
              <a:t>TCP Syn</a:t>
            </a:r>
          </a:p>
          <a:p>
            <a:r>
              <a:rPr lang="en-US" b="1" dirty="0">
                <a:latin typeface="IBM Plex Sans" panose="020B0503050203000203" pitchFamily="34" charset="0"/>
              </a:rPr>
              <a:t>TCP Connect</a:t>
            </a:r>
          </a:p>
          <a:p>
            <a:r>
              <a:rPr lang="en-US" dirty="0">
                <a:latin typeface="IBM Plex Sans" panose="020B0503050203000203" pitchFamily="34" charset="0"/>
              </a:rPr>
              <a:t>UDP Scan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BF3EC2-A292-C719-3FB2-EC9977277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53" y="4545407"/>
            <a:ext cx="14986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87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11C8A-8AFD-786E-292A-CB0D73D166B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0A72E-CD5D-7E66-44E4-6FA1C7E9C6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DB80B-6724-2604-5913-2AB9E30480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24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BEC46E-E29F-4B3B-151F-81DDE425239A}"/>
              </a:ext>
            </a:extLst>
          </p:cNvPr>
          <p:cNvSpPr txBox="1"/>
          <p:nvPr/>
        </p:nvSpPr>
        <p:spPr>
          <a:xfrm>
            <a:off x="462013" y="2165684"/>
            <a:ext cx="2810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OSINT</a:t>
            </a:r>
          </a:p>
          <a:p>
            <a:r>
              <a:rPr lang="en-US" dirty="0">
                <a:latin typeface="IBM Plex Sans" panose="020B0503050203000203" pitchFamily="34" charset="0"/>
              </a:rPr>
              <a:t>Open Source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33E84-AEFF-A596-3E0A-96A91FB20A68}"/>
              </a:ext>
            </a:extLst>
          </p:cNvPr>
          <p:cNvSpPr txBox="1"/>
          <p:nvPr/>
        </p:nvSpPr>
        <p:spPr>
          <a:xfrm>
            <a:off x="5475620" y="1653540"/>
            <a:ext cx="5806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IBM Plex Sans" panose="020B0503050203000203" pitchFamily="34" charset="0"/>
              </a:rPr>
              <a:t>OSINT</a:t>
            </a:r>
            <a:endParaRPr lang="en-US" dirty="0">
              <a:latin typeface="IBM Plex Sans" panose="020B0503050203000203" pitchFamily="34" charset="0"/>
            </a:endParaRPr>
          </a:p>
          <a:p>
            <a:pPr algn="ctr"/>
            <a:r>
              <a:rPr lang="en-US" dirty="0">
                <a:latin typeface="IBM Plex Sans" panose="020B0503050203000203" pitchFamily="34" charset="0"/>
              </a:rPr>
              <a:t>– </a:t>
            </a:r>
            <a:r>
              <a:rPr lang="en-US" dirty="0" err="1">
                <a:latin typeface="IBM Plex Sans" panose="020B0503050203000203" pitchFamily="34" charset="0"/>
              </a:rPr>
              <a:t>eller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kunsten</a:t>
            </a:r>
            <a:r>
              <a:rPr lang="en-US" dirty="0">
                <a:latin typeface="IBM Plex Sans" panose="020B0503050203000203" pitchFamily="34" charset="0"/>
              </a:rPr>
              <a:t> at </a:t>
            </a:r>
            <a:r>
              <a:rPr lang="en-US" dirty="0" err="1">
                <a:latin typeface="IBM Plex Sans" panose="020B0503050203000203" pitchFamily="34" charset="0"/>
              </a:rPr>
              <a:t>finde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offentlig-tilængelig</a:t>
            </a:r>
            <a:r>
              <a:rPr lang="en-US" dirty="0">
                <a:latin typeface="IBM Plex Sans" panose="020B0503050203000203" pitchFamily="34" charset="0"/>
              </a:rPr>
              <a:t> information</a:t>
            </a:r>
          </a:p>
        </p:txBody>
      </p:sp>
      <p:pic>
        <p:nvPicPr>
          <p:cNvPr id="11" name="Picture 2" descr="SpiderFoot">
            <a:extLst>
              <a:ext uri="{FF2B5EF4-FFF2-40B4-BE49-F238E27FC236}">
                <a16:creationId xmlns:a16="http://schemas.microsoft.com/office/drawing/2014/main" id="{51BFCB16-7AEC-3472-D3C2-64F91C5C5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12" y="604355"/>
            <a:ext cx="3376691" cy="88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3386CA-580A-9BC2-8D88-6FDAB1A32264}"/>
              </a:ext>
            </a:extLst>
          </p:cNvPr>
          <p:cNvSpPr txBox="1"/>
          <p:nvPr/>
        </p:nvSpPr>
        <p:spPr>
          <a:xfrm>
            <a:off x="5189220" y="3749040"/>
            <a:ext cx="6173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Finde </a:t>
            </a:r>
            <a:r>
              <a:rPr lang="en-US" dirty="0" err="1">
                <a:latin typeface="IBM Plex Sans" panose="020B0503050203000203" pitchFamily="34" charset="0"/>
              </a:rPr>
              <a:t>underdomæner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og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andre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relaterede</a:t>
            </a:r>
            <a:r>
              <a:rPr lang="en-US" dirty="0">
                <a:latin typeface="IBM Plex Sans" panose="020B0503050203000203" pitchFamily="34" charset="0"/>
              </a:rPr>
              <a:t> ting</a:t>
            </a:r>
          </a:p>
          <a:p>
            <a:endParaRPr lang="en-US" dirty="0">
              <a:latin typeface="IBM Plex Sans" panose="020B0503050203000203" pitchFamily="34" charset="0"/>
            </a:endParaRPr>
          </a:p>
          <a:p>
            <a:r>
              <a:rPr lang="en-US" dirty="0" err="1">
                <a:latin typeface="IBM Plex Sans" panose="020B0503050203000203" pitchFamily="34" charset="0"/>
              </a:rPr>
              <a:t>Hvad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kan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internettet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fortælle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mig</a:t>
            </a:r>
            <a:r>
              <a:rPr lang="en-US" dirty="0">
                <a:latin typeface="IBM Plex Sans" panose="020B0503050203000203" pitchFamily="34" charset="0"/>
              </a:rPr>
              <a:t> om </a:t>
            </a:r>
            <a:r>
              <a:rPr lang="en-US" dirty="0" err="1">
                <a:latin typeface="IBM Plex Sans" panose="020B0503050203000203" pitchFamily="34" charset="0"/>
              </a:rPr>
              <a:t>denne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organisation</a:t>
            </a:r>
            <a:r>
              <a:rPr lang="en-US" dirty="0">
                <a:latin typeface="IBM Plex Sans" panose="020B050305020300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4803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B3CB-603E-CEA3-0E57-08F4FB16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BA367E-A3CB-0B7D-14D0-A2AFAED558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8061" y="606268"/>
            <a:ext cx="5258246" cy="4230529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IBM Plex Sans"/>
                <a:ea typeface="Tahoma"/>
                <a:cs typeface="Arial"/>
              </a:rPr>
              <a:t>Eksempler</a:t>
            </a:r>
            <a:r>
              <a:rPr lang="en-US" sz="2000" dirty="0">
                <a:latin typeface="IBM Plex Sans"/>
                <a:ea typeface="Tahoma"/>
                <a:cs typeface="Arial"/>
              </a:rPr>
              <a:t> </a:t>
            </a:r>
            <a:r>
              <a:rPr lang="en-US" sz="2000" dirty="0" err="1">
                <a:latin typeface="IBM Plex Sans"/>
                <a:ea typeface="Tahoma"/>
                <a:cs typeface="Arial"/>
              </a:rPr>
              <a:t>på</a:t>
            </a:r>
            <a:r>
              <a:rPr lang="en-US" sz="2000" dirty="0">
                <a:latin typeface="IBM Plex Sans"/>
                <a:ea typeface="Tahoma"/>
                <a:cs typeface="Arial"/>
              </a:rPr>
              <a:t> information: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en-US" sz="2000" dirty="0">
                <a:latin typeface="IBM Plex Sans"/>
                <a:ea typeface="Tahoma"/>
                <a:cs typeface="Arial"/>
              </a:rPr>
              <a:t> IP-</a:t>
            </a:r>
            <a:r>
              <a:rPr lang="en-US" sz="2000" dirty="0" err="1">
                <a:latin typeface="IBM Plex Sans"/>
                <a:ea typeface="Tahoma"/>
                <a:cs typeface="Arial"/>
              </a:rPr>
              <a:t>addressr</a:t>
            </a:r>
            <a:endParaRPr lang="en-US" sz="2000" dirty="0" err="1">
              <a:latin typeface="IBM Plex Sans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 dirty="0">
                <a:latin typeface="IBM Plex Sans"/>
                <a:ea typeface="Tahoma"/>
                <a:cs typeface="Arial"/>
              </a:rPr>
              <a:t> </a:t>
            </a:r>
            <a:r>
              <a:rPr lang="en-US" sz="2000" dirty="0" err="1">
                <a:latin typeface="IBM Plex Sans"/>
                <a:ea typeface="Tahoma"/>
                <a:cs typeface="Arial"/>
              </a:rPr>
              <a:t>Domæner</a:t>
            </a:r>
            <a:r>
              <a:rPr lang="en-US" sz="2000" dirty="0">
                <a:latin typeface="IBM Plex Sans"/>
                <a:ea typeface="Tahoma"/>
                <a:cs typeface="Arial"/>
              </a:rPr>
              <a:t> </a:t>
            </a:r>
            <a:r>
              <a:rPr lang="en-US" sz="2000" dirty="0" err="1">
                <a:latin typeface="IBM Plex Sans"/>
                <a:ea typeface="Tahoma"/>
                <a:cs typeface="Arial"/>
              </a:rPr>
              <a:t>og</a:t>
            </a:r>
            <a:r>
              <a:rPr lang="en-US" sz="2000" dirty="0">
                <a:latin typeface="IBM Plex Sans"/>
                <a:ea typeface="Tahoma"/>
                <a:cs typeface="Arial"/>
              </a:rPr>
              <a:t> </a:t>
            </a:r>
            <a:r>
              <a:rPr lang="en-US" sz="2000" dirty="0" err="1">
                <a:latin typeface="IBM Plex Sans"/>
                <a:ea typeface="Tahoma"/>
                <a:cs typeface="Arial"/>
              </a:rPr>
              <a:t>underdomæner</a:t>
            </a:r>
            <a:endParaRPr lang="en-US" sz="2000" dirty="0">
              <a:latin typeface="IBM Plex Sans"/>
              <a:ea typeface="Tahoma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>
                <a:latin typeface="IBM Plex Sans"/>
                <a:ea typeface="Tahoma"/>
                <a:cs typeface="Arial"/>
              </a:rPr>
              <a:t> E-mail-addresser</a:t>
            </a:r>
            <a:endParaRPr lang="en-US" sz="2000">
              <a:latin typeface="IBM Plex Sans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 dirty="0">
                <a:latin typeface="IBM Plex Sans"/>
                <a:ea typeface="Tahoma"/>
                <a:cs typeface="Arial"/>
              </a:rPr>
              <a:t> </a:t>
            </a:r>
            <a:r>
              <a:rPr lang="en-US" sz="2000" dirty="0" err="1">
                <a:latin typeface="IBM Plex Sans"/>
                <a:ea typeface="Tahoma"/>
                <a:cs typeface="Arial"/>
              </a:rPr>
              <a:t>Telefonnumre</a:t>
            </a:r>
            <a:endParaRPr lang="en-US" sz="2000" dirty="0" err="1">
              <a:latin typeface="IBM Plex Sans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 dirty="0">
                <a:latin typeface="IBM Plex Sans"/>
                <a:ea typeface="Tahoma"/>
                <a:cs typeface="Arial"/>
              </a:rPr>
              <a:t> </a:t>
            </a:r>
            <a:r>
              <a:rPr lang="en-US" sz="2000" err="1">
                <a:latin typeface="IBM Plex Sans"/>
                <a:ea typeface="Tahoma"/>
                <a:cs typeface="Arial"/>
              </a:rPr>
              <a:t>Brugernavne</a:t>
            </a:r>
          </a:p>
          <a:p>
            <a:pPr marL="0" indent="0">
              <a:lnSpc>
                <a:spcPct val="113999"/>
              </a:lnSpc>
              <a:buNone/>
            </a:pPr>
            <a:endParaRPr lang="en-US" sz="2000" dirty="0">
              <a:latin typeface="IBM Plex Sans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 err="1">
                <a:latin typeface="IBM Plex Sans"/>
                <a:ea typeface="Tahoma"/>
                <a:cs typeface="Arial"/>
              </a:rPr>
              <a:t>Eksempler</a:t>
            </a:r>
            <a:r>
              <a:rPr lang="en-US" sz="2000">
                <a:latin typeface="IBM Plex Sans"/>
                <a:ea typeface="Tahoma"/>
                <a:cs typeface="Arial"/>
              </a:rPr>
              <a:t> </a:t>
            </a:r>
            <a:r>
              <a:rPr lang="en-US" sz="2000" err="1">
                <a:latin typeface="IBM Plex Sans"/>
                <a:ea typeface="Tahoma"/>
                <a:cs typeface="Arial"/>
              </a:rPr>
              <a:t>på</a:t>
            </a:r>
            <a:r>
              <a:rPr lang="en-US" sz="2000">
                <a:latin typeface="IBM Plex Sans"/>
                <a:ea typeface="Tahoma"/>
                <a:cs typeface="Arial"/>
              </a:rPr>
              <a:t> </a:t>
            </a:r>
            <a:r>
              <a:rPr lang="en-US" sz="2000" err="1">
                <a:latin typeface="IBM Plex Sans"/>
                <a:ea typeface="Tahoma"/>
                <a:cs typeface="Arial"/>
              </a:rPr>
              <a:t>kilder</a:t>
            </a:r>
            <a:r>
              <a:rPr lang="en-US" sz="2000">
                <a:latin typeface="IBM Plex Sans"/>
                <a:ea typeface="Tahoma"/>
                <a:cs typeface="Arial"/>
              </a:rPr>
              <a:t>:</a:t>
            </a:r>
            <a:endParaRPr lang="en-US" sz="2000">
              <a:latin typeface="IBM Plex Sans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>
                <a:latin typeface="IBM Plex Sans"/>
                <a:ea typeface="Tahoma"/>
                <a:cs typeface="Arial"/>
              </a:rPr>
              <a:t> Domæne/IP/DNS-registre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en-US" sz="2000">
                <a:latin typeface="IBM Plex Sans"/>
                <a:ea typeface="Tahoma"/>
                <a:cs typeface="Arial"/>
              </a:rPr>
              <a:t> </a:t>
            </a:r>
            <a:r>
              <a:rPr lang="en-US" sz="2000" err="1">
                <a:latin typeface="IBM Plex Sans"/>
                <a:ea typeface="Tahoma"/>
                <a:cs typeface="Arial"/>
              </a:rPr>
              <a:t>Internettet</a:t>
            </a:r>
            <a:r>
              <a:rPr lang="en-US" sz="2000">
                <a:latin typeface="IBM Plex Sans"/>
                <a:ea typeface="Tahoma"/>
                <a:cs typeface="Arial"/>
              </a:rPr>
              <a:t> (</a:t>
            </a:r>
            <a:r>
              <a:rPr lang="en-US" sz="2000" err="1">
                <a:latin typeface="IBM Plex Sans"/>
                <a:ea typeface="Tahoma"/>
                <a:cs typeface="Arial"/>
              </a:rPr>
              <a:t>sociale</a:t>
            </a:r>
            <a:r>
              <a:rPr lang="en-US" sz="2000">
                <a:latin typeface="IBM Plex Sans"/>
                <a:ea typeface="Tahoma"/>
                <a:cs typeface="Arial"/>
              </a:rPr>
              <a:t> </a:t>
            </a:r>
            <a:r>
              <a:rPr lang="en-US" sz="2000" err="1">
                <a:latin typeface="IBM Plex Sans"/>
                <a:ea typeface="Tahoma"/>
                <a:cs typeface="Arial"/>
              </a:rPr>
              <a:t>medier</a:t>
            </a:r>
            <a:r>
              <a:rPr lang="en-US" sz="2000">
                <a:latin typeface="IBM Plex Sans"/>
                <a:ea typeface="Tahoma"/>
                <a:cs typeface="Arial"/>
              </a:rPr>
              <a:t>/github/etc.)</a:t>
            </a:r>
          </a:p>
          <a:p>
            <a:pPr marL="0" indent="0">
              <a:lnSpc>
                <a:spcPct val="113999"/>
              </a:lnSpc>
              <a:buNone/>
            </a:pPr>
            <a:endParaRPr lang="en-US" sz="2000">
              <a:latin typeface="IBM Plex Sans"/>
              <a:cs typeface="Arial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 sz="2000" dirty="0" err="1">
                <a:latin typeface="IBM Plex Sans"/>
                <a:ea typeface="Tahoma"/>
                <a:cs typeface="Arial"/>
              </a:rPr>
              <a:t>Formål</a:t>
            </a:r>
            <a:r>
              <a:rPr lang="en-US" sz="2000" dirty="0">
                <a:latin typeface="IBM Plex Sans"/>
                <a:ea typeface="Tahoma"/>
                <a:cs typeface="Arial"/>
              </a:rPr>
              <a:t>?</a:t>
            </a:r>
          </a:p>
          <a:p>
            <a:pPr marL="0" indent="0">
              <a:lnSpc>
                <a:spcPct val="113999"/>
              </a:lnSpc>
              <a:buNone/>
            </a:pPr>
            <a:endParaRPr lang="en-US" sz="2000" dirty="0">
              <a:latin typeface="IBM Plex Sans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D9057-8A09-EFF6-AAAB-AA6A51C4D4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11.05.2026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BA33-2A70-0DEC-29E1-878B4C09A1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5BE7B-F171-0457-68EE-29A04A5074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25</a:t>
            </a:fld>
            <a:endParaRPr lang="da-DK"/>
          </a:p>
        </p:txBody>
      </p:sp>
      <p:pic>
        <p:nvPicPr>
          <p:cNvPr id="11" name="Picture 2" descr="SpiderFoot">
            <a:extLst>
              <a:ext uri="{FF2B5EF4-FFF2-40B4-BE49-F238E27FC236}">
                <a16:creationId xmlns:a16="http://schemas.microsoft.com/office/drawing/2014/main" id="{B62C1E92-46FE-7287-96E1-B8CD78BC4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12" y="604355"/>
            <a:ext cx="3376691" cy="88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583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F738C-8DF3-1E67-2F4F-2FE39E288BD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07.05.2026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72EBE-D2C0-E20A-39C1-F9E0949152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82A6C-6357-BC55-D754-0B13220B015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26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6531AA-44D6-2AE1-93B7-D2477F38E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0" y="2644063"/>
            <a:ext cx="7772400" cy="35314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2" descr="SpiderFoot">
            <a:extLst>
              <a:ext uri="{FF2B5EF4-FFF2-40B4-BE49-F238E27FC236}">
                <a16:creationId xmlns:a16="http://schemas.microsoft.com/office/drawing/2014/main" id="{140B24BE-9766-B3A4-7021-C06C7AE59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12" y="604355"/>
            <a:ext cx="3376691" cy="88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48E9B-4397-ACE4-4A8A-C7341127278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21480" y="785188"/>
            <a:ext cx="7772400" cy="147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12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F3BB-0D25-86BE-F778-0DC7C2D8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CVEs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16ADF-90E1-44B5-7D23-F4B51ED5D2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4D3CD-A46D-E5FB-8E66-B66A170DEE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8DFA5-F2DE-9184-76E8-DCEF16F03C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27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751C0-4A48-44FE-3530-3021B31695DC}"/>
              </a:ext>
            </a:extLst>
          </p:cNvPr>
          <p:cNvSpPr txBox="1"/>
          <p:nvPr/>
        </p:nvSpPr>
        <p:spPr>
          <a:xfrm>
            <a:off x="486660" y="1705792"/>
            <a:ext cx="14959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Common</a:t>
            </a:r>
          </a:p>
          <a:p>
            <a:r>
              <a:rPr lang="en-US" dirty="0">
                <a:latin typeface="IBM Plex Sans" panose="020B0503050203000203" pitchFamily="34" charset="0"/>
              </a:rPr>
              <a:t>Vulnerability</a:t>
            </a:r>
          </a:p>
          <a:p>
            <a:r>
              <a:rPr lang="en-US" dirty="0">
                <a:latin typeface="IBM Plex Sans" panose="020B0503050203000203" pitchFamily="34" charset="0"/>
              </a:rPr>
              <a:t>and</a:t>
            </a:r>
          </a:p>
          <a:p>
            <a:r>
              <a:rPr lang="en-US" dirty="0">
                <a:latin typeface="IBM Plex Sans" panose="020B0503050203000203" pitchFamily="34" charset="0"/>
              </a:rPr>
              <a:t>Exposures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BB83F4-137B-ADC4-E19F-B5728B03EE20}"/>
              </a:ext>
            </a:extLst>
          </p:cNvPr>
          <p:cNvSpPr txBox="1"/>
          <p:nvPr/>
        </p:nvSpPr>
        <p:spPr>
          <a:xfrm>
            <a:off x="6744535" y="3678762"/>
            <a:ext cx="3257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Log4Shell (CVE-2021-44228)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086D0-FB98-E438-D908-9BE986D32876}"/>
              </a:ext>
            </a:extLst>
          </p:cNvPr>
          <p:cNvSpPr txBox="1"/>
          <p:nvPr/>
        </p:nvSpPr>
        <p:spPr>
          <a:xfrm>
            <a:off x="6734116" y="5208808"/>
            <a:ext cx="318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Copy Fail (CVE-2026-31431)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E41C99-816B-19B7-CBCB-4CF7D4E3EACA}"/>
              </a:ext>
            </a:extLst>
          </p:cNvPr>
          <p:cNvSpPr txBox="1"/>
          <p:nvPr/>
        </p:nvSpPr>
        <p:spPr>
          <a:xfrm>
            <a:off x="6697246" y="2189276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BM Plex Sans" panose="020B0503050203000203" pitchFamily="34" charset="0"/>
              </a:rPr>
              <a:t>HeartBleed</a:t>
            </a:r>
            <a:r>
              <a:rPr lang="en-US" dirty="0">
                <a:latin typeface="IBM Plex Sans" panose="020B0503050203000203" pitchFamily="34" charset="0"/>
              </a:rPr>
              <a:t> (CVE-2014-0160)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9B5AD2-BD15-2763-13BD-EA7761716E89}"/>
              </a:ext>
            </a:extLst>
          </p:cNvPr>
          <p:cNvSpPr txBox="1"/>
          <p:nvPr/>
        </p:nvSpPr>
        <p:spPr>
          <a:xfrm>
            <a:off x="6684423" y="2906121"/>
            <a:ext cx="3377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BM Plex Sans" panose="020B0503050203000203" pitchFamily="34" charset="0"/>
              </a:rPr>
              <a:t>EternalBlue</a:t>
            </a:r>
            <a:r>
              <a:rPr lang="en-US" dirty="0">
                <a:latin typeface="IBM Plex Sans" panose="020B0503050203000203" pitchFamily="34" charset="0"/>
              </a:rPr>
              <a:t> (CVE-2017-0144)</a:t>
            </a:r>
          </a:p>
          <a:p>
            <a:endParaRPr lang="en-US" b="1" dirty="0">
              <a:latin typeface="IBM Plex Sans" panose="020B050305020300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28535-2B74-0F82-3473-7216423E85F7}"/>
              </a:ext>
            </a:extLst>
          </p:cNvPr>
          <p:cNvSpPr txBox="1"/>
          <p:nvPr/>
        </p:nvSpPr>
        <p:spPr>
          <a:xfrm>
            <a:off x="6734116" y="4473808"/>
            <a:ext cx="3752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IBM Plex Sans" panose="020B0503050203000203" pitchFamily="34" charset="0"/>
              </a:rPr>
              <a:t>xz</a:t>
            </a:r>
            <a:r>
              <a:rPr lang="en-US" dirty="0">
                <a:latin typeface="IBM Plex Sans" panose="020B0503050203000203" pitchFamily="34" charset="0"/>
              </a:rPr>
              <a:t> backdoor  (CVE-2024-3094)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7BC7F1-3173-3A56-C54C-60D02374416C}"/>
              </a:ext>
            </a:extLst>
          </p:cNvPr>
          <p:cNvSpPr txBox="1"/>
          <p:nvPr/>
        </p:nvSpPr>
        <p:spPr>
          <a:xfrm>
            <a:off x="6734116" y="1294347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IBM Plex Sans" panose="020B0503050203000203" pitchFamily="34" charset="0"/>
              </a:rPr>
              <a:t>Eksempler</a:t>
            </a:r>
            <a:r>
              <a:rPr lang="en-US" b="1" dirty="0">
                <a:latin typeface="IBM Plex Sans" panose="020B0503050203000203" pitchFamily="34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D37FC-D928-BA30-1C66-D58EFB0B04CE}"/>
              </a:ext>
            </a:extLst>
          </p:cNvPr>
          <p:cNvSpPr txBox="1"/>
          <p:nvPr/>
        </p:nvSpPr>
        <p:spPr>
          <a:xfrm>
            <a:off x="6734116" y="596329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Dirty Frag (CVE-2026-43284)</a:t>
            </a:r>
          </a:p>
        </p:txBody>
      </p:sp>
    </p:spTree>
    <p:extLst>
      <p:ext uri="{BB962C8B-B14F-4D97-AF65-F5344CB8AC3E}">
        <p14:creationId xmlns:p14="http://schemas.microsoft.com/office/powerpoint/2010/main" val="4025171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BA8A-5D6D-8197-61D7-F713A848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4164-089C-A823-DBEE-CD468F914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07.05.2026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9BA68-BBDE-AB44-3B62-858EADE1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C9864-2FB7-7C06-7F13-F5A3FEE8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28</a:t>
            </a:fld>
            <a:endParaRPr lang="da-DK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47EF57-7AEA-ACAD-DD1A-FED03AD1B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382" y="2117789"/>
            <a:ext cx="7772400" cy="26474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A7835C-4073-60FB-B05F-F6130B39F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032" y="941752"/>
            <a:ext cx="5753100" cy="355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662D81B-6939-3734-61F1-943D9953A4A4}"/>
              </a:ext>
            </a:extLst>
          </p:cNvPr>
          <p:cNvSpPr txBox="1"/>
          <p:nvPr/>
        </p:nvSpPr>
        <p:spPr>
          <a:xfrm>
            <a:off x="9945251" y="6296072"/>
            <a:ext cx="2499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IBM Plex Mono" panose="020B0509050203000203" pitchFamily="49" charset="77"/>
              </a:rPr>
              <a:t>https://</a:t>
            </a:r>
            <a:r>
              <a:rPr lang="en-US" sz="1100" dirty="0" err="1">
                <a:latin typeface="IBM Plex Mono" panose="020B0509050203000203" pitchFamily="49" charset="77"/>
              </a:rPr>
              <a:t>xkcd.com</a:t>
            </a:r>
            <a:r>
              <a:rPr lang="en-US" sz="1100" dirty="0">
                <a:latin typeface="IBM Plex Mono" panose="020B0509050203000203" pitchFamily="49" charset="77"/>
              </a:rPr>
              <a:t>/1354/</a:t>
            </a:r>
          </a:p>
        </p:txBody>
      </p:sp>
    </p:spTree>
    <p:extLst>
      <p:ext uri="{BB962C8B-B14F-4D97-AF65-F5344CB8AC3E}">
        <p14:creationId xmlns:p14="http://schemas.microsoft.com/office/powerpoint/2010/main" val="1855928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73ED9-DEE3-E5E1-107F-A2B2CFF3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4B398-1516-8549-0616-2C653AACA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08.05.2026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70EB7-7687-E5B0-1F0C-9CE9177A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373E-2531-3A36-9E04-E72A8544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29</a:t>
            </a:fld>
            <a:endParaRPr lang="da-D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713FC4-742A-50BE-6DD1-7E69817C2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32" y="941752"/>
            <a:ext cx="5753100" cy="355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8DE34E-3F29-A0C1-9EAA-EA296A5A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382" y="2123480"/>
            <a:ext cx="7772400" cy="2611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221130-02A8-CE9F-33E7-82DD12DD6861}"/>
              </a:ext>
            </a:extLst>
          </p:cNvPr>
          <p:cNvSpPr txBox="1"/>
          <p:nvPr/>
        </p:nvSpPr>
        <p:spPr>
          <a:xfrm>
            <a:off x="9945251" y="6296072"/>
            <a:ext cx="2499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IBM Plex Mono" panose="020B0509050203000203" pitchFamily="49" charset="77"/>
              </a:rPr>
              <a:t>https://</a:t>
            </a:r>
            <a:r>
              <a:rPr lang="en-US" sz="1100" dirty="0" err="1">
                <a:latin typeface="IBM Plex Mono" panose="020B0509050203000203" pitchFamily="49" charset="77"/>
              </a:rPr>
              <a:t>xkcd.com</a:t>
            </a:r>
            <a:r>
              <a:rPr lang="en-US" sz="1100" dirty="0">
                <a:latin typeface="IBM Plex Mono" panose="020B0509050203000203" pitchFamily="49" charset="77"/>
              </a:rPr>
              <a:t>/1354/</a:t>
            </a:r>
          </a:p>
        </p:txBody>
      </p:sp>
    </p:spTree>
    <p:extLst>
      <p:ext uri="{BB962C8B-B14F-4D97-AF65-F5344CB8AC3E}">
        <p14:creationId xmlns:p14="http://schemas.microsoft.com/office/powerpoint/2010/main" val="793146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98D4C-FFB9-24E4-0A2C-D34187D7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5618F-BCE4-6602-ED60-9A58B92CF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08.05.2026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2FC38-731E-5B62-F0EE-F72EE218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74057-1A54-2602-CB3F-306CA19A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30</a:t>
            </a:fld>
            <a:endParaRPr lang="da-D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BA6833-82D8-7788-C2E7-E3329C1B5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32" y="941752"/>
            <a:ext cx="5753100" cy="35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0FB549-F588-A731-6B70-118B4A26D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382" y="2105263"/>
            <a:ext cx="7772400" cy="26474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73BF5D-E63A-0227-F436-38126A0966F8}"/>
              </a:ext>
            </a:extLst>
          </p:cNvPr>
          <p:cNvSpPr txBox="1"/>
          <p:nvPr/>
        </p:nvSpPr>
        <p:spPr>
          <a:xfrm>
            <a:off x="9945251" y="6296072"/>
            <a:ext cx="2499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IBM Plex Mono" panose="020B0509050203000203" pitchFamily="49" charset="77"/>
              </a:rPr>
              <a:t>https://</a:t>
            </a:r>
            <a:r>
              <a:rPr lang="en-US" sz="1100" dirty="0" err="1">
                <a:latin typeface="IBM Plex Mono" panose="020B0509050203000203" pitchFamily="49" charset="77"/>
              </a:rPr>
              <a:t>xkcd.com</a:t>
            </a:r>
            <a:r>
              <a:rPr lang="en-US" sz="1100" dirty="0">
                <a:latin typeface="IBM Plex Mono" panose="020B0509050203000203" pitchFamily="49" charset="77"/>
              </a:rPr>
              <a:t>/1354/</a:t>
            </a:r>
          </a:p>
        </p:txBody>
      </p:sp>
    </p:spTree>
    <p:extLst>
      <p:ext uri="{BB962C8B-B14F-4D97-AF65-F5344CB8AC3E}">
        <p14:creationId xmlns:p14="http://schemas.microsoft.com/office/powerpoint/2010/main" val="674024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1E5F-1106-2428-44DE-AD2EEB23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1FCB3-E61C-4B5C-CE6A-D6374B91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08.05.2026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6633-E6B8-05A2-8685-418DF3730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44949-1FA9-0647-93E2-8E4A18CF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31</a:t>
            </a:fld>
            <a:endParaRPr lang="da-D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1D52A6-32C2-FEC7-331C-F17BB119B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32" y="941752"/>
            <a:ext cx="5753100" cy="355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7E72D5-749B-9DF9-7E52-35FE2D173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856" y="2079325"/>
            <a:ext cx="7735451" cy="2699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A71A3D-6F20-6F9E-7417-423BC3C92CA4}"/>
              </a:ext>
            </a:extLst>
          </p:cNvPr>
          <p:cNvSpPr txBox="1"/>
          <p:nvPr/>
        </p:nvSpPr>
        <p:spPr>
          <a:xfrm>
            <a:off x="9945251" y="6296072"/>
            <a:ext cx="2499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IBM Plex Mono" panose="020B0509050203000203" pitchFamily="49" charset="77"/>
              </a:rPr>
              <a:t>https://</a:t>
            </a:r>
            <a:r>
              <a:rPr lang="en-US" sz="1100" dirty="0" err="1">
                <a:latin typeface="IBM Plex Mono" panose="020B0509050203000203" pitchFamily="49" charset="77"/>
              </a:rPr>
              <a:t>xkcd.com</a:t>
            </a:r>
            <a:r>
              <a:rPr lang="en-US" sz="1100" dirty="0">
                <a:latin typeface="IBM Plex Mono" panose="020B0509050203000203" pitchFamily="49" charset="77"/>
              </a:rPr>
              <a:t>/1354/</a:t>
            </a:r>
          </a:p>
        </p:txBody>
      </p:sp>
    </p:spTree>
    <p:extLst>
      <p:ext uri="{BB962C8B-B14F-4D97-AF65-F5344CB8AC3E}">
        <p14:creationId xmlns:p14="http://schemas.microsoft.com/office/powerpoint/2010/main" val="2536258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BB75-F448-2F69-B404-2CF232DE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9815-1C94-3370-A456-4C248942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08.05.2026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7C0A4-C1BC-9435-F8B7-7DB3A95A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2C9D-886C-E186-409D-DA95F983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32</a:t>
            </a:fld>
            <a:endParaRPr lang="da-D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6EA396-6496-C0DA-D89A-1384ACD47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32" y="941752"/>
            <a:ext cx="5753100" cy="355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BADE12-3EBA-379F-7FFE-F2A204574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382" y="2111335"/>
            <a:ext cx="7772400" cy="2635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355A2D-6787-69CE-BC89-AF12A9B3613C}"/>
              </a:ext>
            </a:extLst>
          </p:cNvPr>
          <p:cNvSpPr txBox="1"/>
          <p:nvPr/>
        </p:nvSpPr>
        <p:spPr>
          <a:xfrm>
            <a:off x="9945251" y="6296072"/>
            <a:ext cx="2499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IBM Plex Mono" panose="020B0509050203000203" pitchFamily="49" charset="77"/>
              </a:rPr>
              <a:t>https://</a:t>
            </a:r>
            <a:r>
              <a:rPr lang="en-US" sz="1100" dirty="0" err="1">
                <a:latin typeface="IBM Plex Mono" panose="020B0509050203000203" pitchFamily="49" charset="77"/>
              </a:rPr>
              <a:t>xkcd.com</a:t>
            </a:r>
            <a:r>
              <a:rPr lang="en-US" sz="1100" dirty="0">
                <a:latin typeface="IBM Plex Mono" panose="020B0509050203000203" pitchFamily="49" charset="77"/>
              </a:rPr>
              <a:t>/1354/</a:t>
            </a:r>
          </a:p>
        </p:txBody>
      </p:sp>
    </p:spTree>
    <p:extLst>
      <p:ext uri="{BB962C8B-B14F-4D97-AF65-F5344CB8AC3E}">
        <p14:creationId xmlns:p14="http://schemas.microsoft.com/office/powerpoint/2010/main" val="3198906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EF87-74EB-04FB-8B08-F9FFB994F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AC242-4611-93C1-5F07-B19DE26B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08.05.2026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457F2-056F-C769-A283-A6ECD780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1341E-4B04-D34F-CBE4-0EF1C98C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33</a:t>
            </a:fld>
            <a:endParaRPr lang="da-D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7ACD00-0BFE-6041-9D92-3FD4D9112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32" y="941752"/>
            <a:ext cx="5753100" cy="355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EAE90C-9EBB-B444-50AC-58C2A705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46918" y="6301951"/>
            <a:ext cx="7735451" cy="26993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C0287D-BF69-43D6-B93E-9B805878A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295793" y="445655"/>
            <a:ext cx="7772400" cy="2611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6F6441-A0BC-F085-9092-523920320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93188" y="3312123"/>
            <a:ext cx="7772400" cy="26474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5CE138-6295-1400-8102-C73109B461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483867" y="9343656"/>
            <a:ext cx="7772400" cy="26353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B869A5-7F69-F821-8951-A8F40CC49D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1382" y="2123480"/>
            <a:ext cx="7772400" cy="26110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BBA443-82A4-0C33-CCA6-6CAD651AA4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295793" y="-2377055"/>
            <a:ext cx="7772400" cy="26474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934617-FE16-D380-E811-2BD1CDDBB404}"/>
              </a:ext>
            </a:extLst>
          </p:cNvPr>
          <p:cNvSpPr txBox="1"/>
          <p:nvPr/>
        </p:nvSpPr>
        <p:spPr>
          <a:xfrm>
            <a:off x="9945251" y="6296072"/>
            <a:ext cx="24992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IBM Plex Mono" panose="020B0509050203000203" pitchFamily="49" charset="77"/>
              </a:rPr>
              <a:t>https://</a:t>
            </a:r>
            <a:r>
              <a:rPr lang="en-US" sz="1100" dirty="0" err="1">
                <a:latin typeface="IBM Plex Mono" panose="020B0509050203000203" pitchFamily="49" charset="77"/>
              </a:rPr>
              <a:t>xkcd.com</a:t>
            </a:r>
            <a:r>
              <a:rPr lang="en-US" sz="1100" dirty="0">
                <a:latin typeface="IBM Plex Mono" panose="020B0509050203000203" pitchFamily="49" charset="77"/>
              </a:rPr>
              <a:t>/1354/</a:t>
            </a:r>
          </a:p>
        </p:txBody>
      </p:sp>
    </p:spTree>
    <p:extLst>
      <p:ext uri="{BB962C8B-B14F-4D97-AF65-F5344CB8AC3E}">
        <p14:creationId xmlns:p14="http://schemas.microsoft.com/office/powerpoint/2010/main" val="878290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6C09-49C4-0B46-A229-8BE553DC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EC50C-A3F0-9E9A-2CE4-94141701F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CVE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73962-06A5-5D41-9924-C0B5C8E827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07.05.2026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A4F8-F8A1-9D31-D0E1-D00C7A5250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251A9-89BB-21A6-CA5A-570DBF6D885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34</a:t>
            </a:fld>
            <a:endParaRPr lang="da-DK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60A1D6A-92F0-FC71-A288-C05BAF113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135" y="1823330"/>
            <a:ext cx="2914619" cy="3483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C0229-6BED-1020-29C2-943593908F91}"/>
              </a:ext>
            </a:extLst>
          </p:cNvPr>
          <p:cNvSpPr txBox="1"/>
          <p:nvPr/>
        </p:nvSpPr>
        <p:spPr>
          <a:xfrm>
            <a:off x="445459" y="1453998"/>
            <a:ext cx="327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BM Plex Sans" panose="020B0503050203000203" pitchFamily="34" charset="0"/>
              </a:rPr>
              <a:t>HeartBleed</a:t>
            </a:r>
            <a:r>
              <a:rPr lang="en-US" dirty="0">
                <a:latin typeface="IBM Plex Sans" panose="020B0503050203000203" pitchFamily="34" charset="0"/>
              </a:rPr>
              <a:t> (CVE-2014-0160)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687BAD-6AE7-5E4D-0D9C-D58AC9C6BF21}"/>
              </a:ext>
            </a:extLst>
          </p:cNvPr>
          <p:cNvSpPr txBox="1"/>
          <p:nvPr/>
        </p:nvSpPr>
        <p:spPr>
          <a:xfrm>
            <a:off x="5067300" y="4533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18FF8-0768-C2A6-3062-285E7C3F95E9}"/>
              </a:ext>
            </a:extLst>
          </p:cNvPr>
          <p:cNvSpPr txBox="1"/>
          <p:nvPr/>
        </p:nvSpPr>
        <p:spPr>
          <a:xfrm>
            <a:off x="540000" y="2100593"/>
            <a:ext cx="60988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OpenSSL 1.0.1 through 1.0.1f (inclusive) are vulnerable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OpenSSL 1.0.1g is NOT vulnerable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OpenSSL 1.0.0 branch is NOT vulnerable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OpenSSL 0.9.8 branch is NOT vulnerable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C73738-80CE-3E67-FA9B-EDF21303BD24}"/>
              </a:ext>
            </a:extLst>
          </p:cNvPr>
          <p:cNvSpPr txBox="1"/>
          <p:nvPr/>
        </p:nvSpPr>
        <p:spPr>
          <a:xfrm>
            <a:off x="540000" y="4084434"/>
            <a:ext cx="60988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IBM Plex Mono" panose="020B0509050203000203" pitchFamily="49" charset="77"/>
              </a:rPr>
              <a:t>Debian Wheezy (stable), OpenSSL 1.0.1e-2+deb7u4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Ubuntu 12.04.4 LTS, OpenSSL 1.0.1-4ubuntu5.11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CentOS 6.5, OpenSSL 1.0.1e-15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Fedora 18, OpenSSL 1.0.1e-4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OpenBSD 5.3 (OpenSSL 1.0.1c 10 May 2012) and 5.4 (OpenSSL 1.0.1c 10 May 2012)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FreeBSD 10.0 - OpenSSL 1.0.1e 11 Feb 2013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NetBSD 5.0.2 (OpenSSL 1.0.1e)</a:t>
            </a:r>
          </a:p>
          <a:p>
            <a:r>
              <a:rPr lang="en-US" sz="1400" dirty="0">
                <a:latin typeface="IBM Plex Mono" panose="020B0509050203000203" pitchFamily="49" charset="77"/>
              </a:rPr>
              <a:t>OpenSUSE 12.2 (OpenSSL 1.0.1c)</a:t>
            </a:r>
          </a:p>
        </p:txBody>
      </p:sp>
    </p:spTree>
    <p:extLst>
      <p:ext uri="{BB962C8B-B14F-4D97-AF65-F5344CB8AC3E}">
        <p14:creationId xmlns:p14="http://schemas.microsoft.com/office/powerpoint/2010/main" val="1508745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CDCAE-31AF-E249-6604-B200EFB0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OpenVAS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19673-DE7C-559A-9963-E85E7B18E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IBM Plex Sans" panose="020B0503050203000203" pitchFamily="34" charset="0"/>
              </a:rPr>
              <a:t>Kobling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mellem</a:t>
            </a:r>
            <a:r>
              <a:rPr lang="en-US" dirty="0">
                <a:latin typeface="IBM Plex Sans" panose="020B0503050203000203" pitchFamily="34" charset="0"/>
              </a:rPr>
              <a:t> endpoints </a:t>
            </a:r>
            <a:r>
              <a:rPr lang="en-US" dirty="0" err="1">
                <a:latin typeface="IBM Plex Sans" panose="020B0503050203000203" pitchFamily="34" charset="0"/>
              </a:rPr>
              <a:t>og</a:t>
            </a:r>
            <a:r>
              <a:rPr lang="en-US" dirty="0">
                <a:latin typeface="IBM Plex Sans" panose="020B0503050203000203" pitchFamily="34" charset="0"/>
              </a:rPr>
              <a:t> </a:t>
            </a:r>
            <a:r>
              <a:rPr lang="en-US" dirty="0" err="1">
                <a:latin typeface="IBM Plex Sans" panose="020B0503050203000203" pitchFamily="34" charset="0"/>
              </a:rPr>
              <a:t>CVE’er</a:t>
            </a:r>
            <a:endParaRPr lang="en-US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endParaRPr lang="en-US" dirty="0">
              <a:latin typeface="IBM Plex Sans" panose="020B050305020300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F7363-0546-E614-E9D0-363980BFB64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6EEBF-CA91-26B1-1D0F-7767C9E73C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9BF5-2A4F-D110-7404-BBBC66B5F6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35</a:t>
            </a:fld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9932D-F978-F0A3-A2F8-1FFBC8F68340}"/>
              </a:ext>
            </a:extLst>
          </p:cNvPr>
          <p:cNvSpPr txBox="1"/>
          <p:nvPr/>
        </p:nvSpPr>
        <p:spPr>
          <a:xfrm>
            <a:off x="540000" y="2228671"/>
            <a:ext cx="1694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IBM Plex Sans" panose="020B0503050203000203" pitchFamily="34" charset="0"/>
              </a:rPr>
              <a:t>Open</a:t>
            </a:r>
          </a:p>
          <a:p>
            <a:r>
              <a:rPr lang="en-US" dirty="0">
                <a:latin typeface="IBM Plex Sans" panose="020B0503050203000203" pitchFamily="34" charset="0"/>
              </a:rPr>
              <a:t>Vulnerability </a:t>
            </a:r>
          </a:p>
          <a:p>
            <a:r>
              <a:rPr lang="en-US" dirty="0">
                <a:latin typeface="IBM Plex Sans" panose="020B0503050203000203" pitchFamily="34" charset="0"/>
              </a:rPr>
              <a:t>Assessment </a:t>
            </a:r>
          </a:p>
          <a:p>
            <a:r>
              <a:rPr lang="en-US" dirty="0">
                <a:latin typeface="IBM Plex Sans" panose="020B0503050203000203" pitchFamily="34" charset="0"/>
              </a:rPr>
              <a:t>Scanner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B56A06-8AB0-AB8F-94FA-47751F5C341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17983" y="2007996"/>
            <a:ext cx="52324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19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33F6-4F91-D77F-5DA0-C55D4EF3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9531-D65F-CC23-BDE8-9FCFA3FA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Øvelse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>
                <a:latin typeface="IBM Plex Sans" panose="020B0503050203000203" pitchFamily="34" charset="0"/>
              </a:rPr>
              <a:t>Network security (scanning)</a:t>
            </a:r>
          </a:p>
        </p:txBody>
      </p:sp>
    </p:spTree>
    <p:extLst>
      <p:ext uri="{BB962C8B-B14F-4D97-AF65-F5344CB8AC3E}">
        <p14:creationId xmlns:p14="http://schemas.microsoft.com/office/powerpoint/2010/main" val="919891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64F4C-7248-99BD-5932-B1F304AC9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11.05.2026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F78C45-165E-2941-92AE-86D0DF93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3B5B0-0644-4AB5-A8E7-433398F6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37</a:t>
            </a:fld>
            <a:endParaRPr lang="da-DK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454FA5-FE66-6AE2-9DBF-23C00737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207" y="1014010"/>
            <a:ext cx="3412811" cy="553998"/>
          </a:xfrm>
        </p:spPr>
        <p:txBody>
          <a:bodyPr/>
          <a:lstStyle/>
          <a:p>
            <a:r>
              <a:rPr lang="en-US" dirty="0">
                <a:latin typeface="IBM Plex Sans" panose="020B0503050203000203" pitchFamily="34" charset="0"/>
              </a:rPr>
              <a:t>Bonus </a:t>
            </a:r>
            <a:r>
              <a:rPr lang="en-US" dirty="0" err="1">
                <a:latin typeface="IBM Plex Sans" panose="020B0503050203000203" pitchFamily="34" charset="0"/>
              </a:rPr>
              <a:t>Opgave</a:t>
            </a:r>
            <a:endParaRPr lang="en-US" dirty="0">
              <a:latin typeface="IBM Plex Sans" panose="020B050305020300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B5D2A-C66C-0E12-F1AF-9885D5DF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784" y="556810"/>
            <a:ext cx="7772400" cy="6709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C7CD0F-D54F-0C3F-A0E1-8120C2882362}"/>
              </a:ext>
            </a:extLst>
          </p:cNvPr>
          <p:cNvSpPr txBox="1"/>
          <p:nvPr/>
        </p:nvSpPr>
        <p:spPr>
          <a:xfrm>
            <a:off x="355959" y="5340712"/>
            <a:ext cx="3520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IBM Plex Mono" panose="020B0509050203000203" pitchFamily="49" charset="77"/>
              </a:rPr>
              <a:t>https://</a:t>
            </a:r>
            <a:r>
              <a:rPr lang="en-US" dirty="0" err="1">
                <a:latin typeface="IBM Plex Mono" panose="020B0509050203000203" pitchFamily="49" charset="77"/>
              </a:rPr>
              <a:t>github.com</a:t>
            </a:r>
            <a:r>
              <a:rPr lang="en-US" dirty="0">
                <a:latin typeface="IBM Plex Mono" panose="020B0509050203000203" pitchFamily="49" charset="77"/>
              </a:rPr>
              <a:t>/0xdeadbeefnetwork/Copy_Fail2-Electric_Boogaloo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1D74F39F-2BFC-28EF-AFDE-5587C21E1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2400501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856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CBEC-75B2-F079-D058-E433659E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BM Plex Sans" panose="020B0503050203000203" pitchFamily="34" charset="0"/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3220790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Loganalyse for </a:t>
            </a:r>
            <a:r>
              <a:rPr lang="da-DK" dirty="0" err="1">
                <a:latin typeface="IBM Plex Sans" panose="020B0503050203000203" pitchFamily="34" charset="0"/>
              </a:rPr>
              <a:t>Endpoints</a:t>
            </a:r>
            <a:endParaRPr lang="da-DK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086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56F9-5858-4E87-FCBE-8695DB3708A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FFB4E-3AA9-90B0-E1E0-B1A84F8319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74BC-D310-4687-FC85-CA1971CAC7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40</a:t>
            </a:fld>
            <a:endParaRPr lang="da-DK"/>
          </a:p>
        </p:txBody>
      </p:sp>
      <p:pic>
        <p:nvPicPr>
          <p:cNvPr id="2050" name="Picture 2" descr="Wazuh Security Platform">
            <a:extLst>
              <a:ext uri="{FF2B5EF4-FFF2-40B4-BE49-F238E27FC236}">
                <a16:creationId xmlns:a16="http://schemas.microsoft.com/office/drawing/2014/main" id="{A1B404EA-26A5-B327-5A8B-E18B03615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882" y="2659295"/>
            <a:ext cx="8580235" cy="334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95703D-0994-900B-CA18-4F72C540B72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43180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940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1655-9119-3A53-2CFD-70FF6CD4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02311-2625-51A7-D41B-E1A2C71203A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97BF-7195-8361-FDA1-B0E380053A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F77C4-3E7D-EA74-0418-95C72E922C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41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F1D08-672D-0D55-5D6A-0D4EA221F88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4318000" cy="2425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9F2287-DFE1-EC03-C068-774F271C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90578"/>
            <a:ext cx="4495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907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A809A-2641-4907-CE9F-0D5B13E7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AD831-44FD-89F2-1A59-B2AEDD6276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7EE10-9379-F671-55F3-F53E9CCD4F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41DC-8F14-4A38-7E1C-D2ECDCB91E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42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C1EB5-D7A5-9DFB-2FB7-CA2CD1DABD6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4318000" cy="2425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F27DBD-4936-722A-B79B-C4CC9328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255" y="728356"/>
            <a:ext cx="7772400" cy="540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52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F902E-4DA7-75CD-1F3D-ED161797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4B5F2-7938-E2E7-94F5-3E940ADFF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IBM Plex Sans" panose="020B0503050203000203" pitchFamily="34" charset="0"/>
              </a:rPr>
              <a:t>OpenSearch Dashboard Query Language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E52D-DC15-4AD0-DE41-6E4C93DDAC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FE3B5-F598-C667-CFFC-E7A70E1D92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41B5-8F42-FB50-D35E-CEB8B0EFA0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43</a:t>
            </a:fld>
            <a:endParaRPr lang="da-DK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914C1D-0CA1-314C-4739-78FEA73E0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547029"/>
              </p:ext>
            </p:extLst>
          </p:nvPr>
        </p:nvGraphicFramePr>
        <p:xfrm>
          <a:off x="1313162" y="2967853"/>
          <a:ext cx="9783392" cy="303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4725">
                  <a:extLst>
                    <a:ext uri="{9D8B030D-6E8A-4147-A177-3AD203B41FA5}">
                      <a16:colId xmlns:a16="http://schemas.microsoft.com/office/drawing/2014/main" val="1542853304"/>
                    </a:ext>
                  </a:extLst>
                </a:gridCol>
                <a:gridCol w="6508667">
                  <a:extLst>
                    <a:ext uri="{9D8B030D-6E8A-4147-A177-3AD203B41FA5}">
                      <a16:colId xmlns:a16="http://schemas.microsoft.com/office/drawing/2014/main" val="1988233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Matcher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7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Mono" panose="020B0509050203000203" pitchFamily="49" charset="77"/>
                        </a:rPr>
                        <a:t>rises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Steder med “rises”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eller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“wind”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249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92D050"/>
                          </a:solidFill>
                          <a:latin typeface="IBM Plex Mono" panose="020B0509050203000203" pitchFamily="49" charset="77"/>
                        </a:rPr>
                        <a:t>“wind rises”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Steder med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eksakt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“wind rises”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12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Mono" panose="020B0509050203000203" pitchFamily="49" charset="77"/>
                        </a:rPr>
                        <a:t>title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  <a:lumOff val="50000"/>
                            </a:schemeClr>
                          </a:solidFill>
                          <a:latin typeface="IBM Plex Mono" panose="020B0509050203000203" pitchFamily="49" charset="77"/>
                        </a:rPr>
                        <a:t>: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BM Plex Sans" panose="020B0503050203000203" pitchFamily="34" charset="0"/>
                        </a:rPr>
                        <a:t>Søg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i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feltet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“title”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efter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“wind”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28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IBM Plex Mono" panose="020B0509050203000203" pitchFamily="49" charset="77"/>
                        </a:rPr>
                        <a:t>page_views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</a:t>
                      </a:r>
                      <a:r>
                        <a:rPr lang="en-US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IBM Plex Mono" panose="020B0509050203000203" pitchFamily="49" charset="77"/>
                        </a:rPr>
                        <a:t>&gt;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</a:t>
                      </a:r>
                      <a:r>
                        <a:rPr lang="en-US" dirty="0">
                          <a:solidFill>
                            <a:srgbClr val="92D050"/>
                          </a:solidFill>
                          <a:latin typeface="IBM Plex Mono" panose="020B0509050203000203" pitchFamily="49" charset="77"/>
                        </a:rPr>
                        <a:t>100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and </a:t>
                      </a:r>
                      <a:r>
                        <a:rPr lang="en-US" dirty="0" err="1">
                          <a:latin typeface="IBM Plex Mono" panose="020B0509050203000203" pitchFamily="49" charset="77"/>
                        </a:rPr>
                        <a:t>page_views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</a:t>
                      </a:r>
                      <a:r>
                        <a:rPr lang="en-US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IBM Plex Mono" panose="020B0509050203000203" pitchFamily="49" charset="77"/>
                        </a:rPr>
                        <a:t>&lt;=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</a:t>
                      </a:r>
                      <a:r>
                        <a:rPr lang="en-US" dirty="0">
                          <a:solidFill>
                            <a:srgbClr val="92D050"/>
                          </a:solidFill>
                          <a:latin typeface="IBM Plex Mono" panose="020B0509050203000203" pitchFamily="49" charset="77"/>
                        </a:rPr>
                        <a:t>300</a:t>
                      </a:r>
                    </a:p>
                    <a:p>
                      <a:endParaRPr lang="en-US" dirty="0">
                        <a:latin typeface="IBM Plex Mono" panose="020B0509050203000203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Sider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fra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101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til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og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med 300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visninger</a:t>
                      </a:r>
                      <a:endParaRPr lang="en-US" dirty="0">
                        <a:latin typeface="IBM Plex Sans" panose="020B050305020300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981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Mono" panose="020B0509050203000203" pitchFamily="49" charset="77"/>
                        </a:rPr>
                        <a:t>date </a:t>
                      </a:r>
                      <a:r>
                        <a:rPr lang="en-US" dirty="0">
                          <a:solidFill>
                            <a:schemeClr val="accent1">
                              <a:lumMod val="50000"/>
                              <a:lumOff val="50000"/>
                            </a:schemeClr>
                          </a:solidFill>
                          <a:latin typeface="IBM Plex Mono" panose="020B0509050203000203" pitchFamily="49" charset="77"/>
                        </a:rPr>
                        <a:t>&gt;=</a:t>
                      </a:r>
                      <a:r>
                        <a:rPr lang="en-US" dirty="0">
                          <a:latin typeface="IBM Plex Mono" panose="020B0509050203000203" pitchFamily="49" charset="77"/>
                        </a:rPr>
                        <a:t> </a:t>
                      </a:r>
                      <a:r>
                        <a:rPr lang="en-US" dirty="0">
                          <a:solidFill>
                            <a:srgbClr val="92D050"/>
                          </a:solidFill>
                          <a:latin typeface="IBM Plex Mono" panose="020B0509050203000203" pitchFamily="49" charset="77"/>
                        </a:rPr>
                        <a:t>"2013-01-01" </a:t>
                      </a:r>
                    </a:p>
                    <a:p>
                      <a:endParaRPr lang="en-US" dirty="0">
                        <a:latin typeface="IBM Plex Mono" panose="020B0509050203000203" pitchFamily="49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IBM Plex Sans" panose="020B0503050203000203" pitchFamily="34" charset="0"/>
                        </a:rPr>
                        <a:t>I 2013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og</a:t>
                      </a:r>
                      <a:r>
                        <a:rPr lang="en-US" dirty="0">
                          <a:latin typeface="IBM Plex Sans" panose="020B0503050203000203" pitchFamily="34" charset="0"/>
                        </a:rPr>
                        <a:t> </a:t>
                      </a:r>
                      <a:r>
                        <a:rPr lang="en-US" dirty="0" err="1">
                          <a:latin typeface="IBM Plex Sans" panose="020B0503050203000203" pitchFamily="34" charset="0"/>
                        </a:rPr>
                        <a:t>efter</a:t>
                      </a:r>
                      <a:endParaRPr lang="en-US" dirty="0">
                        <a:latin typeface="IBM Plex Sans" panose="020B050305020300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04242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5BFF63D-BD47-255E-6206-C6823220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43180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264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26EC-D0EE-44C2-D6DA-C851A8D0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54C2E-A7A3-DBD7-0325-3376B1B03A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24463" y="900000"/>
            <a:ext cx="8140358" cy="520537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IBM Plex Sans" panose="020B0503050203000203" pitchFamily="34" charset="0"/>
              </a:rPr>
              <a:t>OpenSearch Dashboard Query Language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</a:rPr>
              <a:t>title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windy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or</a:t>
            </a:r>
            <a:r>
              <a:rPr lang="en-US" dirty="0">
                <a:latin typeface="IBM Plex Mono" panose="020B0509050203000203" pitchFamily="49" charset="77"/>
              </a:rPr>
              <a:t> historical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</a:rPr>
              <a:t>title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wind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and</a:t>
            </a:r>
            <a:r>
              <a:rPr lang="en-US" dirty="0">
                <a:latin typeface="IBM Plex Mono" panose="020B0509050203000203" pitchFamily="49" charset="77"/>
              </a:rPr>
              <a:t> description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epic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(</a:t>
            </a:r>
            <a:r>
              <a:rPr lang="en-US" dirty="0" err="1">
                <a:latin typeface="IBM Plex Mono" panose="020B0509050203000203" pitchFamily="49" charset="77"/>
              </a:rPr>
              <a:t>media_type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article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or</a:t>
            </a:r>
            <a:r>
              <a:rPr lang="en-US" dirty="0">
                <a:latin typeface="IBM Plex Mono" panose="020B0509050203000203" pitchFamily="49" charset="77"/>
              </a:rPr>
              <a:t> title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wind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</a:rPr>
              <a:t>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and</a:t>
            </a:r>
            <a:r>
              <a:rPr lang="en-US" dirty="0">
                <a:latin typeface="IBM Plex Mono" panose="020B0509050203000203" pitchFamily="49" charset="77"/>
              </a:rPr>
              <a:t> description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epic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r>
              <a:rPr lang="en-US" dirty="0" err="1">
                <a:latin typeface="IBM Plex Mono" panose="020B0509050203000203" pitchFamily="49" charset="77"/>
              </a:rPr>
              <a:t>patient</a:t>
            </a:r>
            <a:r>
              <a:rPr lang="en-US" dirty="0" err="1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.</a:t>
            </a:r>
            <a:r>
              <a:rPr lang="en-US" dirty="0" err="1">
                <a:latin typeface="IBM Plex Mono" panose="020B0509050203000203" pitchFamily="49" charset="77"/>
              </a:rPr>
              <a:t>name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john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224CF-96D9-3F92-DEC1-0129D8B6A2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06.05.2026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89C3D-4E63-ED66-BF7C-BD335861FA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89FF-5BCF-DB34-0ADA-F09A82A4E5C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44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8E42D-C019-3F32-4B75-BD2F04996E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553" y="-173359"/>
            <a:ext cx="2596522" cy="14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76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5BEE-EFAC-6C0F-ACBE-DC2AC058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DC470-4F30-950E-AF1D-92045B088B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24463" y="900000"/>
            <a:ext cx="8140358" cy="520537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IBM Plex Sans" panose="020B0503050203000203" pitchFamily="34" charset="0"/>
              </a:rPr>
              <a:t>OpenSearch Dashboard Query Language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</a:rPr>
              <a:t>title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windy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or</a:t>
            </a:r>
            <a:r>
              <a:rPr lang="en-US" dirty="0">
                <a:latin typeface="IBM Plex Mono" panose="020B0509050203000203" pitchFamily="49" charset="77"/>
              </a:rPr>
              <a:t> historical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</a:rPr>
              <a:t>title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wind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and</a:t>
            </a:r>
            <a:r>
              <a:rPr lang="en-US" dirty="0">
                <a:latin typeface="IBM Plex Mono" panose="020B0509050203000203" pitchFamily="49" charset="77"/>
              </a:rPr>
              <a:t> description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epic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(</a:t>
            </a:r>
            <a:r>
              <a:rPr lang="en-US" dirty="0" err="1">
                <a:latin typeface="IBM Plex Mono" panose="020B0509050203000203" pitchFamily="49" charset="77"/>
              </a:rPr>
              <a:t>media_type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article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or</a:t>
            </a:r>
            <a:r>
              <a:rPr lang="en-US" dirty="0">
                <a:latin typeface="IBM Plex Mono" panose="020B0509050203000203" pitchFamily="49" charset="77"/>
              </a:rPr>
              <a:t> title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wind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IBM Plex Mono" panose="020B0509050203000203" pitchFamily="49" charset="77"/>
              </a:rPr>
              <a:t> 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and</a:t>
            </a:r>
            <a:r>
              <a:rPr lang="en-US" dirty="0">
                <a:latin typeface="IBM Plex Mono" panose="020B0509050203000203" pitchFamily="49" charset="77"/>
              </a:rPr>
              <a:t> description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epic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r>
              <a:rPr lang="en-US" dirty="0" err="1">
                <a:latin typeface="IBM Plex Mono" panose="020B0509050203000203" pitchFamily="49" charset="77"/>
              </a:rPr>
              <a:t>patient</a:t>
            </a:r>
            <a:r>
              <a:rPr lang="en-US" dirty="0" err="1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.</a:t>
            </a:r>
            <a:r>
              <a:rPr lang="en-US" dirty="0" err="1">
                <a:latin typeface="IBM Plex Mono" panose="020B0509050203000203" pitchFamily="49" charset="77"/>
              </a:rPr>
              <a:t>name</a:t>
            </a:r>
            <a:r>
              <a:rPr lang="en-US" dirty="0">
                <a:solidFill>
                  <a:schemeClr val="accent1">
                    <a:lumMod val="50000"/>
                    <a:lumOff val="50000"/>
                  </a:schemeClr>
                </a:solidFill>
                <a:latin typeface="IBM Plex Mono" panose="020B0509050203000203" pitchFamily="49" charset="77"/>
              </a:rPr>
              <a:t>:</a:t>
            </a:r>
            <a:r>
              <a:rPr lang="en-US" dirty="0">
                <a:latin typeface="IBM Plex Mono" panose="020B0509050203000203" pitchFamily="49" charset="77"/>
              </a:rPr>
              <a:t> john</a:t>
            </a: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  <a:p>
            <a:pPr marL="0" indent="0">
              <a:buNone/>
            </a:pPr>
            <a:endParaRPr lang="en-US" dirty="0">
              <a:latin typeface="IBM Plex Mono" panose="020B0509050203000203" pitchFamily="49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93DF-25E4-B8C8-8B4B-98FBD52CFF4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07.05.2026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8684-07CD-10BA-FAD1-6D4AA8024B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AC4AB-95BD-F256-EC05-0A67FE4E81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45</a:t>
            </a:fld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1DF15-2D0F-65BC-4FCE-D5D5031833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553" y="-173359"/>
            <a:ext cx="2596522" cy="145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89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9C8F-6685-E301-6FD3-283D4154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5C26-B06A-2CC3-4EA1-49E5A24A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Øvelse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 err="1">
                <a:latin typeface="IBM Plex Sans" panose="020B0503050203000203" pitchFamily="34" charset="0"/>
              </a:rPr>
              <a:t>Endpoint</a:t>
            </a:r>
            <a:r>
              <a:rPr lang="da-DK" dirty="0">
                <a:latin typeface="IBM Plex Sans" panose="020B0503050203000203" pitchFamily="34" charset="0"/>
              </a:rPr>
              <a:t> security (logs analyse)</a:t>
            </a:r>
          </a:p>
        </p:txBody>
      </p:sp>
    </p:spTree>
    <p:extLst>
      <p:ext uri="{BB962C8B-B14F-4D97-AF65-F5344CB8AC3E}">
        <p14:creationId xmlns:p14="http://schemas.microsoft.com/office/powerpoint/2010/main" val="4037047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3412-52E7-822D-AA02-55BB28F2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2817-14FB-1CB0-9889-660F9F4A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BM Plex Sans" panose="020B0503050203000203" pitchFamily="34" charset="0"/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39037653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D2BF6-0252-B69F-0533-20164F46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428A-557B-08AF-FA34-D7F055C11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321005"/>
            <a:ext cx="9594585" cy="2215991"/>
          </a:xfrm>
        </p:spPr>
        <p:txBody>
          <a:bodyPr/>
          <a:lstStyle/>
          <a:p>
            <a:r>
              <a:rPr lang="da-DK" b="1" dirty="0">
                <a:latin typeface="IBM Plex Sans" panose="020B0503050203000203" pitchFamily="34" charset="0"/>
              </a:rPr>
              <a:t>Fortsæt med tidligere opgaver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 err="1">
                <a:latin typeface="IBM Plex Sans" panose="020B0503050203000203" pitchFamily="34" charset="0"/>
              </a:rPr>
              <a:t>Detect</a:t>
            </a:r>
            <a:r>
              <a:rPr lang="da-DK" dirty="0">
                <a:latin typeface="IBM Plex Sans" panose="020B0503050203000203" pitchFamily="34" charset="0"/>
              </a:rPr>
              <a:t> and </a:t>
            </a:r>
            <a:r>
              <a:rPr lang="da-DK" dirty="0" err="1">
                <a:latin typeface="IBM Plex Sans" panose="020B0503050203000203" pitchFamily="34" charset="0"/>
              </a:rPr>
              <a:t>respond</a:t>
            </a:r>
            <a:r>
              <a:rPr lang="da-DK" dirty="0">
                <a:latin typeface="IBM Plex Sans" panose="020B0503050203000203" pitchFamily="34" charset="0"/>
              </a:rPr>
              <a:t> (</a:t>
            </a:r>
            <a:r>
              <a:rPr lang="da-DK" dirty="0" err="1">
                <a:latin typeface="IBM Plex Sans" panose="020B0503050203000203" pitchFamily="34" charset="0"/>
              </a:rPr>
              <a:t>wireshark</a:t>
            </a:r>
            <a:r>
              <a:rPr lang="da-DK" dirty="0">
                <a:latin typeface="IBM Plex Sans" panose="020B0503050203000203" pitchFamily="34" charset="0"/>
              </a:rPr>
              <a:t>)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>
                <a:latin typeface="IBM Plex Sans" panose="020B0503050203000203" pitchFamily="34" charset="0"/>
              </a:rPr>
              <a:t>Network security (scanning)</a:t>
            </a:r>
            <a:br>
              <a:rPr lang="da-DK" dirty="0">
                <a:latin typeface="IBM Plex Sans" panose="020B0503050203000203" pitchFamily="34" charset="0"/>
              </a:rPr>
            </a:br>
            <a:r>
              <a:rPr lang="da-DK" dirty="0" err="1">
                <a:latin typeface="IBM Plex Sans" panose="020B0503050203000203" pitchFamily="34" charset="0"/>
              </a:rPr>
              <a:t>Endpoint</a:t>
            </a:r>
            <a:r>
              <a:rPr lang="da-DK" dirty="0">
                <a:latin typeface="IBM Plex Sans" panose="020B0503050203000203" pitchFamily="34" charset="0"/>
              </a:rPr>
              <a:t> security (logs analyse)</a:t>
            </a:r>
          </a:p>
        </p:txBody>
      </p:sp>
    </p:spTree>
    <p:extLst>
      <p:ext uri="{BB962C8B-B14F-4D97-AF65-F5344CB8AC3E}">
        <p14:creationId xmlns:p14="http://schemas.microsoft.com/office/powerpoint/2010/main" val="3428441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7BE0-87DA-A332-5BEE-249D55A8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009E-2B47-70A4-2D1E-EEE07A7B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dirty="0">
                <a:latin typeface="IBM Plex Sans" panose="020B0503050203000203" pitchFamily="34" charset="0"/>
              </a:rPr>
              <a:t>Tak for i dag</a:t>
            </a:r>
          </a:p>
        </p:txBody>
      </p:sp>
    </p:spTree>
    <p:extLst>
      <p:ext uri="{BB962C8B-B14F-4D97-AF65-F5344CB8AC3E}">
        <p14:creationId xmlns:p14="http://schemas.microsoft.com/office/powerpoint/2010/main" val="255811909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5654dc2dce5cea82e1ab13b5f3604516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feedf58334a1fa6c1b64214aa0d99011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Props1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DDB0D7-670D-4386-98F8-723229A402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92297d5-60a3-4378-8fa0-0f27dec9bc09"/>
    <ds:schemaRef ds:uri="b7a1e643-70f8-4e3c-953a-3408b8617d0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89B6C1-278B-4679-8048-46DF9121B232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b7a1e643-70f8-4e3c-953a-3408b8617d0b"/>
    <ds:schemaRef ds:uri="http://www.w3.org/XML/1998/namespace"/>
    <ds:schemaRef ds:uri="992297d5-60a3-4378-8fa0-0f27dec9bc09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TotalTime>8900</TotalTime>
  <Words>1404</Words>
  <Application>Microsoft Macintosh PowerPoint</Application>
  <PresentationFormat>Widescreen</PresentationFormat>
  <Paragraphs>357</Paragraphs>
  <Slides>49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Courier New</vt:lpstr>
      <vt:lpstr>IBM Plex Mono</vt:lpstr>
      <vt:lpstr>IBM Plex Sans</vt:lpstr>
      <vt:lpstr>Montserrat</vt:lpstr>
      <vt:lpstr>Wingdings</vt:lpstr>
      <vt:lpstr>Masterside</vt:lpstr>
      <vt:lpstr>Agenda: Dag 1</vt:lpstr>
      <vt:lpstr>PowerPoint Presentation</vt:lpstr>
      <vt:lpstr>Detect and Response m. Wireshark</vt:lpstr>
      <vt:lpstr>IP Packets</vt:lpstr>
      <vt:lpstr>PowerPoint Presentation</vt:lpstr>
      <vt:lpstr>Packet capture</vt:lpstr>
      <vt:lpstr>PowerPoint Presentation</vt:lpstr>
      <vt:lpstr>PowerPoint Presentation</vt:lpstr>
      <vt:lpstr>PowerPoint Presentation</vt:lpstr>
      <vt:lpstr>Display Filter</vt:lpstr>
      <vt:lpstr>TLS</vt:lpstr>
      <vt:lpstr>MitM Proxy</vt:lpstr>
      <vt:lpstr>Øvelse Detect and respond (wireshark)</vt:lpstr>
      <vt:lpstr>Pause</vt:lpstr>
      <vt:lpstr>Netværkssikkerhed m. Nmap og OpenVAS</vt:lpstr>
      <vt:lpstr>Nmap</vt:lpstr>
      <vt:lpstr>Nmap</vt:lpstr>
      <vt:lpstr>Kortlægning af netværk</vt:lpstr>
      <vt:lpstr>Kortlægning af netværk</vt:lpstr>
      <vt:lpstr>Discovery</vt:lpstr>
      <vt:lpstr>Portskanning</vt:lpstr>
      <vt:lpstr>Hvad er en port?</vt:lpstr>
      <vt:lpstr>Port</vt:lpstr>
      <vt:lpstr>PowerPoint Presentation</vt:lpstr>
      <vt:lpstr>PowerPoint Presentation</vt:lpstr>
      <vt:lpstr>PowerPoint Presentation</vt:lpstr>
      <vt:lpstr>CVEs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CVE</vt:lpstr>
      <vt:lpstr>OpenVAS</vt:lpstr>
      <vt:lpstr>Øvelse Network security (scanning)</vt:lpstr>
      <vt:lpstr>Bonus Opgave</vt:lpstr>
      <vt:lpstr>Pause</vt:lpstr>
      <vt:lpstr>Loganalyse for Endpoints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Øvelse Endpoint security (logs analyse)</vt:lpstr>
      <vt:lpstr>Pause</vt:lpstr>
      <vt:lpstr>Fortsæt med tidligere opgaver Detect and respond (wireshark) Network security (scanning) Endpoint security (logs analyse)</vt:lpstr>
      <vt:lpstr>Tak for i dag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CyPro kursus</dc:title>
  <dc:creator>Frederik Mølgaard Thayssen</dc:creator>
  <cp:lastModifiedBy>Mikkel Wienberg Madsen</cp:lastModifiedBy>
  <cp:revision>312</cp:revision>
  <cp:lastPrinted>2025-02-12T10:34:21Z</cp:lastPrinted>
  <dcterms:created xsi:type="dcterms:W3CDTF">2023-11-20T12:59:19Z</dcterms:created>
  <dcterms:modified xsi:type="dcterms:W3CDTF">2026-05-11T10:49:00Z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