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4"/>
  </p:sldMasterIdLst>
  <p:notesMasterIdLst>
    <p:notesMasterId r:id="rId73"/>
  </p:notesMasterIdLst>
  <p:sldIdLst>
    <p:sldId id="2134806313" r:id="rId5"/>
    <p:sldId id="1892" r:id="rId6"/>
    <p:sldId id="2134806319" r:id="rId7"/>
    <p:sldId id="2134806320" r:id="rId8"/>
    <p:sldId id="2134806323" r:id="rId9"/>
    <p:sldId id="2134806329" r:id="rId10"/>
    <p:sldId id="2134806410" r:id="rId11"/>
    <p:sldId id="2134806341" r:id="rId12"/>
    <p:sldId id="2134806326" r:id="rId13"/>
    <p:sldId id="2134806412" r:id="rId14"/>
    <p:sldId id="2134806327" r:id="rId15"/>
    <p:sldId id="2134806413" r:id="rId16"/>
    <p:sldId id="2134806414" r:id="rId17"/>
    <p:sldId id="2134806328" r:id="rId18"/>
    <p:sldId id="2134806325" r:id="rId19"/>
    <p:sldId id="2134806415" r:id="rId20"/>
    <p:sldId id="2134806411" r:id="rId21"/>
    <p:sldId id="2134806408" r:id="rId22"/>
    <p:sldId id="2134806416" r:id="rId23"/>
    <p:sldId id="2134806306" r:id="rId24"/>
    <p:sldId id="2134806331" r:id="rId25"/>
    <p:sldId id="2134806409" r:id="rId26"/>
    <p:sldId id="2134806417" r:id="rId27"/>
    <p:sldId id="2134806418" r:id="rId28"/>
    <p:sldId id="2134806455" r:id="rId29"/>
    <p:sldId id="2134806449" r:id="rId30"/>
    <p:sldId id="2134806451" r:id="rId31"/>
    <p:sldId id="2134806448" r:id="rId32"/>
    <p:sldId id="2134806452" r:id="rId33"/>
    <p:sldId id="2134806453" r:id="rId34"/>
    <p:sldId id="2134806456" r:id="rId35"/>
    <p:sldId id="2134806460" r:id="rId36"/>
    <p:sldId id="2134806461" r:id="rId37"/>
    <p:sldId id="2134806437" r:id="rId38"/>
    <p:sldId id="2134806454" r:id="rId39"/>
    <p:sldId id="2134806458" r:id="rId40"/>
    <p:sldId id="2134806462" r:id="rId41"/>
    <p:sldId id="2134806450" r:id="rId42"/>
    <p:sldId id="2134806459" r:id="rId43"/>
    <p:sldId id="2134806463" r:id="rId44"/>
    <p:sldId id="2134806457" r:id="rId45"/>
    <p:sldId id="2134806422" r:id="rId46"/>
    <p:sldId id="2134806421" r:id="rId47"/>
    <p:sldId id="2134806419" r:id="rId48"/>
    <p:sldId id="2134806420" r:id="rId49"/>
    <p:sldId id="2134806423" r:id="rId50"/>
    <p:sldId id="2134806424" r:id="rId51"/>
    <p:sldId id="2134806426" r:id="rId52"/>
    <p:sldId id="2134806427" r:id="rId53"/>
    <p:sldId id="2134806389" r:id="rId54"/>
    <p:sldId id="2134806429" r:id="rId55"/>
    <p:sldId id="2134806428" r:id="rId56"/>
    <p:sldId id="2134806432" r:id="rId57"/>
    <p:sldId id="2134806430" r:id="rId58"/>
    <p:sldId id="2134806433" r:id="rId59"/>
    <p:sldId id="2134806435" r:id="rId60"/>
    <p:sldId id="2134806438" r:id="rId61"/>
    <p:sldId id="2134806439" r:id="rId62"/>
    <p:sldId id="2134806436" r:id="rId63"/>
    <p:sldId id="2134806434" r:id="rId64"/>
    <p:sldId id="2134806440" r:id="rId65"/>
    <p:sldId id="2134806441" r:id="rId66"/>
    <p:sldId id="2134806442" r:id="rId67"/>
    <p:sldId id="2134806443" r:id="rId68"/>
    <p:sldId id="2134806445" r:id="rId69"/>
    <p:sldId id="2134806444" r:id="rId70"/>
    <p:sldId id="2134806447" r:id="rId71"/>
    <p:sldId id="2134806446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D9B63F-778D-4D9D-DB16-17A170F388A9}" name="Michael Bladt Stausholm" initials="MS" userId="S::michael.stausholm@alexandra.dk::aa5f8758-c00f-4915-8c94-9445905eb5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371"/>
    <a:srgbClr val="D4B000"/>
    <a:srgbClr val="003843"/>
    <a:srgbClr val="798690"/>
    <a:srgbClr val="D7D8D7"/>
    <a:srgbClr val="F6C821"/>
    <a:srgbClr val="C5A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4F51DC-CA6C-66BC-227F-005A715A0FAE}" v="155" dt="2025-11-25T02:07:29.261"/>
    <p1510:client id="{A325DE96-BAEE-185A-22DC-FE1CBC165086}" v="875" dt="2025-11-25T08:24:56.863"/>
    <p1510:client id="{F334FA6F-152A-40A4-86E3-CCC33805DCF8}" v="5" dt="2025-11-25T09:58:28.4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notesMaster" Target="notesMasters/notesMaster1.xml"/><Relationship Id="rId78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Salling Hvass" userId="S::benjamin.hvass@alexandra.dk::7f701290-7113-44e4-8483-3cbeee116501" providerId="AD" clId="Web-{A325DE96-BAEE-185A-22DC-FE1CBC165086}"/>
    <pc:docChg chg="addSld modSld">
      <pc:chgData name="Benjamin Salling Hvass" userId="S::benjamin.hvass@alexandra.dk::7f701290-7113-44e4-8483-3cbeee116501" providerId="AD" clId="Web-{A325DE96-BAEE-185A-22DC-FE1CBC165086}" dt="2025-11-25T08:24:56.863" v="776" actId="20577"/>
      <pc:docMkLst>
        <pc:docMk/>
      </pc:docMkLst>
      <pc:sldChg chg="modSp">
        <pc:chgData name="Benjamin Salling Hvass" userId="S::benjamin.hvass@alexandra.dk::7f701290-7113-44e4-8483-3cbeee116501" providerId="AD" clId="Web-{A325DE96-BAEE-185A-22DC-FE1CBC165086}" dt="2025-11-25T03:46:55.720" v="451"/>
        <pc:sldMkLst>
          <pc:docMk/>
          <pc:sldMk cId="2268625030" sldId="1892"/>
        </pc:sldMkLst>
        <pc:graphicFrameChg chg="mod modGraphic">
          <ac:chgData name="Benjamin Salling Hvass" userId="S::benjamin.hvass@alexandra.dk::7f701290-7113-44e4-8483-3cbeee116501" providerId="AD" clId="Web-{A325DE96-BAEE-185A-22DC-FE1CBC165086}" dt="2025-11-25T03:46:55.720" v="451"/>
          <ac:graphicFrameMkLst>
            <pc:docMk/>
            <pc:sldMk cId="2268625030" sldId="1892"/>
            <ac:graphicFrameMk id="12" creationId="{FD0F3D2A-80BC-E81B-5707-D4038016C2C3}"/>
          </ac:graphicFrameMkLst>
        </pc:graphicFrameChg>
      </pc:sldChg>
      <pc:sldChg chg="addSp delSp modSp">
        <pc:chgData name="Benjamin Salling Hvass" userId="S::benjamin.hvass@alexandra.dk::7f701290-7113-44e4-8483-3cbeee116501" providerId="AD" clId="Web-{A325DE96-BAEE-185A-22DC-FE1CBC165086}" dt="2025-11-24T23:40:55.081" v="383" actId="20577"/>
        <pc:sldMkLst>
          <pc:docMk/>
          <pc:sldMk cId="3342761365" sldId="2134806448"/>
        </pc:sldMkLst>
        <pc:spChg chg="mod">
          <ac:chgData name="Benjamin Salling Hvass" userId="S::benjamin.hvass@alexandra.dk::7f701290-7113-44e4-8483-3cbeee116501" providerId="AD" clId="Web-{A325DE96-BAEE-185A-22DC-FE1CBC165086}" dt="2025-11-24T23:40:55.081" v="383" actId="20577"/>
          <ac:spMkLst>
            <pc:docMk/>
            <pc:sldMk cId="3342761365" sldId="2134806448"/>
            <ac:spMk id="2" creationId="{70A1685D-64E0-C729-C1BF-FF75C6AFE609}"/>
          </ac:spMkLst>
        </pc:spChg>
        <pc:spChg chg="mod">
          <ac:chgData name="Benjamin Salling Hvass" userId="S::benjamin.hvass@alexandra.dk::7f701290-7113-44e4-8483-3cbeee116501" providerId="AD" clId="Web-{A325DE96-BAEE-185A-22DC-FE1CBC165086}" dt="2025-11-24T23:29:55.307" v="329" actId="20577"/>
          <ac:spMkLst>
            <pc:docMk/>
            <pc:sldMk cId="3342761365" sldId="2134806448"/>
            <ac:spMk id="3" creationId="{DD7D0F91-5DCE-2E21-9D45-CCA7B4877E5D}"/>
          </ac:spMkLst>
        </pc:spChg>
        <pc:spChg chg="add del mod">
          <ac:chgData name="Benjamin Salling Hvass" userId="S::benjamin.hvass@alexandra.dk::7f701290-7113-44e4-8483-3cbeee116501" providerId="AD" clId="Web-{A325DE96-BAEE-185A-22DC-FE1CBC165086}" dt="2025-11-24T23:19:32.311" v="227"/>
          <ac:spMkLst>
            <pc:docMk/>
            <pc:sldMk cId="3342761365" sldId="2134806448"/>
            <ac:spMk id="7" creationId="{4BE6D1CE-A352-A444-51D9-6EA58928E47C}"/>
          </ac:spMkLst>
        </pc:spChg>
      </pc:sldChg>
      <pc:sldChg chg="modSp">
        <pc:chgData name="Benjamin Salling Hvass" userId="S::benjamin.hvass@alexandra.dk::7f701290-7113-44e4-8483-3cbeee116501" providerId="AD" clId="Web-{A325DE96-BAEE-185A-22DC-FE1CBC165086}" dt="2025-11-25T08:24:56.863" v="776" actId="20577"/>
        <pc:sldMkLst>
          <pc:docMk/>
          <pc:sldMk cId="506634942" sldId="2134806450"/>
        </pc:sldMkLst>
        <pc:spChg chg="mod">
          <ac:chgData name="Benjamin Salling Hvass" userId="S::benjamin.hvass@alexandra.dk::7f701290-7113-44e4-8483-3cbeee116501" providerId="AD" clId="Web-{A325DE96-BAEE-185A-22DC-FE1CBC165086}" dt="2025-11-25T08:24:56.863" v="776" actId="20577"/>
          <ac:spMkLst>
            <pc:docMk/>
            <pc:sldMk cId="506634942" sldId="2134806450"/>
            <ac:spMk id="3" creationId="{67F63FB3-3D12-9697-D967-D355511EE665}"/>
          </ac:spMkLst>
        </pc:spChg>
      </pc:sldChg>
      <pc:sldChg chg="modSp">
        <pc:chgData name="Benjamin Salling Hvass" userId="S::benjamin.hvass@alexandra.dk::7f701290-7113-44e4-8483-3cbeee116501" providerId="AD" clId="Web-{A325DE96-BAEE-185A-22DC-FE1CBC165086}" dt="2025-11-25T06:47:27.660" v="535" actId="20577"/>
        <pc:sldMkLst>
          <pc:docMk/>
          <pc:sldMk cId="2282528060" sldId="2134806451"/>
        </pc:sldMkLst>
        <pc:spChg chg="mod">
          <ac:chgData name="Benjamin Salling Hvass" userId="S::benjamin.hvass@alexandra.dk::7f701290-7113-44e4-8483-3cbeee116501" providerId="AD" clId="Web-{A325DE96-BAEE-185A-22DC-FE1CBC165086}" dt="2025-11-25T06:47:27.660" v="535" actId="20577"/>
          <ac:spMkLst>
            <pc:docMk/>
            <pc:sldMk cId="2282528060" sldId="2134806451"/>
            <ac:spMk id="3" creationId="{020EBC4A-843B-3189-E609-DFA2A72B5D6A}"/>
          </ac:spMkLst>
        </pc:spChg>
      </pc:sldChg>
      <pc:sldChg chg="modSp add replId">
        <pc:chgData name="Benjamin Salling Hvass" userId="S::benjamin.hvass@alexandra.dk::7f701290-7113-44e4-8483-3cbeee116501" providerId="AD" clId="Web-{A325DE96-BAEE-185A-22DC-FE1CBC165086}" dt="2025-11-24T23:41:02.347" v="386" actId="20577"/>
        <pc:sldMkLst>
          <pc:docMk/>
          <pc:sldMk cId="1275720165" sldId="2134806452"/>
        </pc:sldMkLst>
        <pc:spChg chg="mod">
          <ac:chgData name="Benjamin Salling Hvass" userId="S::benjamin.hvass@alexandra.dk::7f701290-7113-44e4-8483-3cbeee116501" providerId="AD" clId="Web-{A325DE96-BAEE-185A-22DC-FE1CBC165086}" dt="2025-11-24T23:41:02.347" v="386" actId="20577"/>
          <ac:spMkLst>
            <pc:docMk/>
            <pc:sldMk cId="1275720165" sldId="2134806452"/>
            <ac:spMk id="2" creationId="{4CDB537D-F6EC-52CE-36C1-352976DF6319}"/>
          </ac:spMkLst>
        </pc:spChg>
        <pc:spChg chg="mod">
          <ac:chgData name="Benjamin Salling Hvass" userId="S::benjamin.hvass@alexandra.dk::7f701290-7113-44e4-8483-3cbeee116501" providerId="AD" clId="Web-{A325DE96-BAEE-185A-22DC-FE1CBC165086}" dt="2025-11-24T23:40:44.861" v="379" actId="20577"/>
          <ac:spMkLst>
            <pc:docMk/>
            <pc:sldMk cId="1275720165" sldId="2134806452"/>
            <ac:spMk id="3" creationId="{772EA862-372A-3BC0-8BA0-A27AD35C1B10}"/>
          </ac:spMkLst>
        </pc:spChg>
      </pc:sldChg>
      <pc:sldChg chg="addSp delSp modSp new">
        <pc:chgData name="Benjamin Salling Hvass" userId="S::benjamin.hvass@alexandra.dk::7f701290-7113-44e4-8483-3cbeee116501" providerId="AD" clId="Web-{A325DE96-BAEE-185A-22DC-FE1CBC165086}" dt="2025-11-25T06:57:05.289" v="571" actId="14100"/>
        <pc:sldMkLst>
          <pc:docMk/>
          <pc:sldMk cId="971197689" sldId="2134806454"/>
        </pc:sldMkLst>
        <pc:spChg chg="del">
          <ac:chgData name="Benjamin Salling Hvass" userId="S::benjamin.hvass@alexandra.dk::7f701290-7113-44e4-8483-3cbeee116501" providerId="AD" clId="Web-{A325DE96-BAEE-185A-22DC-FE1CBC165086}" dt="2025-11-25T06:56:38.460" v="564"/>
          <ac:spMkLst>
            <pc:docMk/>
            <pc:sldMk cId="971197689" sldId="2134806454"/>
            <ac:spMk id="3" creationId="{C1B2F762-3CC6-4FA2-4281-B70E757801AD}"/>
          </ac:spMkLst>
        </pc:spChg>
        <pc:picChg chg="add mod ord">
          <ac:chgData name="Benjamin Salling Hvass" userId="S::benjamin.hvass@alexandra.dk::7f701290-7113-44e4-8483-3cbeee116501" providerId="AD" clId="Web-{A325DE96-BAEE-185A-22DC-FE1CBC165086}" dt="2025-11-25T06:57:05.289" v="571" actId="14100"/>
          <ac:picMkLst>
            <pc:docMk/>
            <pc:sldMk cId="971197689" sldId="2134806454"/>
            <ac:picMk id="7" creationId="{9E42F940-CC85-9691-8CD2-E56F03CF8FAF}"/>
          </ac:picMkLst>
        </pc:picChg>
      </pc:sldChg>
      <pc:sldChg chg="modSp new">
        <pc:chgData name="Benjamin Salling Hvass" userId="S::benjamin.hvass@alexandra.dk::7f701290-7113-44e4-8483-3cbeee116501" providerId="AD" clId="Web-{A325DE96-BAEE-185A-22DC-FE1CBC165086}" dt="2025-11-25T06:48:25.398" v="543" actId="20577"/>
        <pc:sldMkLst>
          <pc:docMk/>
          <pc:sldMk cId="3975688502" sldId="2134806455"/>
        </pc:sldMkLst>
        <pc:spChg chg="mod">
          <ac:chgData name="Benjamin Salling Hvass" userId="S::benjamin.hvass@alexandra.dk::7f701290-7113-44e4-8483-3cbeee116501" providerId="AD" clId="Web-{A325DE96-BAEE-185A-22DC-FE1CBC165086}" dt="2025-11-25T06:46:22.424" v="462" actId="20577"/>
          <ac:spMkLst>
            <pc:docMk/>
            <pc:sldMk cId="3975688502" sldId="2134806455"/>
            <ac:spMk id="2" creationId="{57CE3763-8CB9-D7AD-4AF7-A3610E660BA4}"/>
          </ac:spMkLst>
        </pc:spChg>
        <pc:spChg chg="mod">
          <ac:chgData name="Benjamin Salling Hvass" userId="S::benjamin.hvass@alexandra.dk::7f701290-7113-44e4-8483-3cbeee116501" providerId="AD" clId="Web-{A325DE96-BAEE-185A-22DC-FE1CBC165086}" dt="2025-11-25T06:48:25.398" v="543" actId="20577"/>
          <ac:spMkLst>
            <pc:docMk/>
            <pc:sldMk cId="3975688502" sldId="2134806455"/>
            <ac:spMk id="3" creationId="{4A80A19C-7004-13E2-4397-26E2B9F9471C}"/>
          </ac:spMkLst>
        </pc:spChg>
      </pc:sldChg>
      <pc:sldChg chg="addSp delSp modSp new">
        <pc:chgData name="Benjamin Salling Hvass" userId="S::benjamin.hvass@alexandra.dk::7f701290-7113-44e4-8483-3cbeee116501" providerId="AD" clId="Web-{A325DE96-BAEE-185A-22DC-FE1CBC165086}" dt="2025-11-25T07:51:20.160" v="698" actId="1076"/>
        <pc:sldMkLst>
          <pc:docMk/>
          <pc:sldMk cId="3159701862" sldId="2134806456"/>
        </pc:sldMkLst>
        <pc:spChg chg="del">
          <ac:chgData name="Benjamin Salling Hvass" userId="S::benjamin.hvass@alexandra.dk::7f701290-7113-44e4-8483-3cbeee116501" providerId="AD" clId="Web-{A325DE96-BAEE-185A-22DC-FE1CBC165086}" dt="2025-11-25T06:52:12.173" v="551"/>
          <ac:spMkLst>
            <pc:docMk/>
            <pc:sldMk cId="3159701862" sldId="2134806456"/>
            <ac:spMk id="3" creationId="{024EEB91-73A5-6B5F-EC79-AB50DFEE0C42}"/>
          </ac:spMkLst>
        </pc:spChg>
        <pc:spChg chg="ord">
          <ac:chgData name="Benjamin Salling Hvass" userId="S::benjamin.hvass@alexandra.dk::7f701290-7113-44e4-8483-3cbeee116501" providerId="AD" clId="Web-{A325DE96-BAEE-185A-22DC-FE1CBC165086}" dt="2025-11-25T07:05:00.387" v="661"/>
          <ac:spMkLst>
            <pc:docMk/>
            <pc:sldMk cId="3159701862" sldId="2134806456"/>
            <ac:spMk id="5" creationId="{4F4BD27E-8701-5054-0B13-3F0DDE643B1E}"/>
          </ac:spMkLst>
        </pc:spChg>
        <pc:picChg chg="add del mod">
          <ac:chgData name="Benjamin Salling Hvass" userId="S::benjamin.hvass@alexandra.dk::7f701290-7113-44e4-8483-3cbeee116501" providerId="AD" clId="Web-{A325DE96-BAEE-185A-22DC-FE1CBC165086}" dt="2025-11-25T07:49:05.818" v="676"/>
          <ac:picMkLst>
            <pc:docMk/>
            <pc:sldMk cId="3159701862" sldId="2134806456"/>
            <ac:picMk id="3" creationId="{0CB50323-925C-AA75-5DFE-75F37F95177E}"/>
          </ac:picMkLst>
        </pc:picChg>
        <pc:picChg chg="add mod ord">
          <ac:chgData name="Benjamin Salling Hvass" userId="S::benjamin.hvass@alexandra.dk::7f701290-7113-44e4-8483-3cbeee116501" providerId="AD" clId="Web-{A325DE96-BAEE-185A-22DC-FE1CBC165086}" dt="2025-11-25T07:51:20.160" v="698" actId="1076"/>
          <ac:picMkLst>
            <pc:docMk/>
            <pc:sldMk cId="3159701862" sldId="2134806456"/>
            <ac:picMk id="7" creationId="{B0C9CCA0-F3E4-B7E1-2989-7EE5A5A4E168}"/>
          </ac:picMkLst>
        </pc:picChg>
        <pc:picChg chg="add mod">
          <ac:chgData name="Benjamin Salling Hvass" userId="S::benjamin.hvass@alexandra.dk::7f701290-7113-44e4-8483-3cbeee116501" providerId="AD" clId="Web-{A325DE96-BAEE-185A-22DC-FE1CBC165086}" dt="2025-11-25T07:51:17.659" v="696" actId="1076"/>
          <ac:picMkLst>
            <pc:docMk/>
            <pc:sldMk cId="3159701862" sldId="2134806456"/>
            <ac:picMk id="8" creationId="{765E4347-B140-25AC-F7D7-324C0DBD480E}"/>
          </ac:picMkLst>
        </pc:picChg>
      </pc:sldChg>
      <pc:sldChg chg="delSp modSp new">
        <pc:chgData name="Benjamin Salling Hvass" userId="S::benjamin.hvass@alexandra.dk::7f701290-7113-44e4-8483-3cbeee116501" providerId="AD" clId="Web-{A325DE96-BAEE-185A-22DC-FE1CBC165086}" dt="2025-11-25T07:04:43.778" v="656" actId="20577"/>
        <pc:sldMkLst>
          <pc:docMk/>
          <pc:sldMk cId="2950715487" sldId="2134806457"/>
        </pc:sldMkLst>
        <pc:spChg chg="mod">
          <ac:chgData name="Benjamin Salling Hvass" userId="S::benjamin.hvass@alexandra.dk::7f701290-7113-44e4-8483-3cbeee116501" providerId="AD" clId="Web-{A325DE96-BAEE-185A-22DC-FE1CBC165086}" dt="2025-11-25T07:04:43.778" v="656" actId="20577"/>
          <ac:spMkLst>
            <pc:docMk/>
            <pc:sldMk cId="2950715487" sldId="2134806457"/>
            <ac:spMk id="2" creationId="{981F4984-7F35-6A3E-4AC1-6D51830D5265}"/>
          </ac:spMkLst>
        </pc:spChg>
        <pc:spChg chg="del">
          <ac:chgData name="Benjamin Salling Hvass" userId="S::benjamin.hvass@alexandra.dk::7f701290-7113-44e4-8483-3cbeee116501" providerId="AD" clId="Web-{A325DE96-BAEE-185A-22DC-FE1CBC165086}" dt="2025-11-25T07:04:25.340" v="639"/>
          <ac:spMkLst>
            <pc:docMk/>
            <pc:sldMk cId="2950715487" sldId="2134806457"/>
            <ac:spMk id="3" creationId="{51C9E1FC-2C4C-C7D2-8BB9-749ED470CD51}"/>
          </ac:spMkLst>
        </pc:spChg>
      </pc:sldChg>
      <pc:sldChg chg="addSp delSp modSp new">
        <pc:chgData name="Benjamin Salling Hvass" userId="S::benjamin.hvass@alexandra.dk::7f701290-7113-44e4-8483-3cbeee116501" providerId="AD" clId="Web-{A325DE96-BAEE-185A-22DC-FE1CBC165086}" dt="2025-11-25T06:58:35.572" v="575" actId="14100"/>
        <pc:sldMkLst>
          <pc:docMk/>
          <pc:sldMk cId="4289015537" sldId="2134806458"/>
        </pc:sldMkLst>
        <pc:spChg chg="del">
          <ac:chgData name="Benjamin Salling Hvass" userId="S::benjamin.hvass@alexandra.dk::7f701290-7113-44e4-8483-3cbeee116501" providerId="AD" clId="Web-{A325DE96-BAEE-185A-22DC-FE1CBC165086}" dt="2025-11-25T06:58:30.463" v="573"/>
          <ac:spMkLst>
            <pc:docMk/>
            <pc:sldMk cId="4289015537" sldId="2134806458"/>
            <ac:spMk id="3" creationId="{5897BE26-DBCE-A14F-423E-05311A2B1A29}"/>
          </ac:spMkLst>
        </pc:spChg>
        <pc:picChg chg="add mod ord">
          <ac:chgData name="Benjamin Salling Hvass" userId="S::benjamin.hvass@alexandra.dk::7f701290-7113-44e4-8483-3cbeee116501" providerId="AD" clId="Web-{A325DE96-BAEE-185A-22DC-FE1CBC165086}" dt="2025-11-25T06:58:35.572" v="575" actId="14100"/>
          <ac:picMkLst>
            <pc:docMk/>
            <pc:sldMk cId="4289015537" sldId="2134806458"/>
            <ac:picMk id="7" creationId="{7B38DCBC-69B9-9314-688C-F4929E322264}"/>
          </ac:picMkLst>
        </pc:picChg>
      </pc:sldChg>
      <pc:sldChg chg="addSp delSp modSp new">
        <pc:chgData name="Benjamin Salling Hvass" userId="S::benjamin.hvass@alexandra.dk::7f701290-7113-44e4-8483-3cbeee116501" providerId="AD" clId="Web-{A325DE96-BAEE-185A-22DC-FE1CBC165086}" dt="2025-11-25T08:16:56.755" v="721" actId="1076"/>
        <pc:sldMkLst>
          <pc:docMk/>
          <pc:sldMk cId="3323372293" sldId="2134806459"/>
        </pc:sldMkLst>
        <pc:spChg chg="mod">
          <ac:chgData name="Benjamin Salling Hvass" userId="S::benjamin.hvass@alexandra.dk::7f701290-7113-44e4-8483-3cbeee116501" providerId="AD" clId="Web-{A325DE96-BAEE-185A-22DC-FE1CBC165086}" dt="2025-11-25T07:02:49.699" v="632" actId="20577"/>
          <ac:spMkLst>
            <pc:docMk/>
            <pc:sldMk cId="3323372293" sldId="2134806459"/>
            <ac:spMk id="2" creationId="{DD9EDE28-CCC9-A8BA-8E0E-85A854AD3CBF}"/>
          </ac:spMkLst>
        </pc:spChg>
        <pc:spChg chg="del">
          <ac:chgData name="Benjamin Salling Hvass" userId="S::benjamin.hvass@alexandra.dk::7f701290-7113-44e4-8483-3cbeee116501" providerId="AD" clId="Web-{A325DE96-BAEE-185A-22DC-FE1CBC165086}" dt="2025-11-25T07:02:38.324" v="624"/>
          <ac:spMkLst>
            <pc:docMk/>
            <pc:sldMk cId="3323372293" sldId="2134806459"/>
            <ac:spMk id="3" creationId="{2FC4233B-6A9D-4DC5-5E50-B166F9B1EF89}"/>
          </ac:spMkLst>
        </pc:spChg>
        <pc:picChg chg="add mod ord">
          <ac:chgData name="Benjamin Salling Hvass" userId="S::benjamin.hvass@alexandra.dk::7f701290-7113-44e4-8483-3cbeee116501" providerId="AD" clId="Web-{A325DE96-BAEE-185A-22DC-FE1CBC165086}" dt="2025-11-25T08:16:56.755" v="721" actId="1076"/>
          <ac:picMkLst>
            <pc:docMk/>
            <pc:sldMk cId="3323372293" sldId="2134806459"/>
            <ac:picMk id="7" creationId="{B1A4794A-ADF4-31BE-DFCD-68AA3EEAA901}"/>
          </ac:picMkLst>
        </pc:picChg>
      </pc:sldChg>
      <pc:sldChg chg="addSp delSp modSp new">
        <pc:chgData name="Benjamin Salling Hvass" userId="S::benjamin.hvass@alexandra.dk::7f701290-7113-44e4-8483-3cbeee116501" providerId="AD" clId="Web-{A325DE96-BAEE-185A-22DC-FE1CBC165086}" dt="2025-11-25T07:51:13.378" v="695"/>
        <pc:sldMkLst>
          <pc:docMk/>
          <pc:sldMk cId="3321712123" sldId="2134806460"/>
        </pc:sldMkLst>
        <pc:spChg chg="del">
          <ac:chgData name="Benjamin Salling Hvass" userId="S::benjamin.hvass@alexandra.dk::7f701290-7113-44e4-8483-3cbeee116501" providerId="AD" clId="Web-{A325DE96-BAEE-185A-22DC-FE1CBC165086}" dt="2025-11-25T07:49:13.053" v="679"/>
          <ac:spMkLst>
            <pc:docMk/>
            <pc:sldMk cId="3321712123" sldId="2134806460"/>
            <ac:spMk id="2" creationId="{9051A55B-2639-9835-2951-7CEA487AD3EE}"/>
          </ac:spMkLst>
        </pc:spChg>
        <pc:spChg chg="del">
          <ac:chgData name="Benjamin Salling Hvass" userId="S::benjamin.hvass@alexandra.dk::7f701290-7113-44e4-8483-3cbeee116501" providerId="AD" clId="Web-{A325DE96-BAEE-185A-22DC-FE1CBC165086}" dt="2025-11-25T07:49:08.054" v="677"/>
          <ac:spMkLst>
            <pc:docMk/>
            <pc:sldMk cId="3321712123" sldId="2134806460"/>
            <ac:spMk id="3" creationId="{E65EC4AA-3DA2-BDE7-C1B4-FC72E7511E48}"/>
          </ac:spMkLst>
        </pc:spChg>
        <pc:spChg chg="add del mod">
          <ac:chgData name="Benjamin Salling Hvass" userId="S::benjamin.hvass@alexandra.dk::7f701290-7113-44e4-8483-3cbeee116501" providerId="AD" clId="Web-{A325DE96-BAEE-185A-22DC-FE1CBC165086}" dt="2025-11-25T07:51:13.378" v="695"/>
          <ac:spMkLst>
            <pc:docMk/>
            <pc:sldMk cId="3321712123" sldId="2134806460"/>
            <ac:spMk id="10" creationId="{07FA199F-D0E0-BC05-AE1D-59FE79495E93}"/>
          </ac:spMkLst>
        </pc:spChg>
        <pc:picChg chg="add del mod ord">
          <ac:chgData name="Benjamin Salling Hvass" userId="S::benjamin.hvass@alexandra.dk::7f701290-7113-44e4-8483-3cbeee116501" providerId="AD" clId="Web-{A325DE96-BAEE-185A-22DC-FE1CBC165086}" dt="2025-11-25T07:50:20.342" v="685"/>
          <ac:picMkLst>
            <pc:docMk/>
            <pc:sldMk cId="3321712123" sldId="2134806460"/>
            <ac:picMk id="7" creationId="{B28F4924-E097-A888-9ACD-6C08F97E24B4}"/>
          </ac:picMkLst>
        </pc:picChg>
        <pc:picChg chg="add mod">
          <ac:chgData name="Benjamin Salling Hvass" userId="S::benjamin.hvass@alexandra.dk::7f701290-7113-44e4-8483-3cbeee116501" providerId="AD" clId="Web-{A325DE96-BAEE-185A-22DC-FE1CBC165086}" dt="2025-11-25T07:51:10.331" v="694" actId="1076"/>
          <ac:picMkLst>
            <pc:docMk/>
            <pc:sldMk cId="3321712123" sldId="2134806460"/>
            <ac:picMk id="8" creationId="{49EB2F0D-6FA9-9F62-61F4-0096991C9C53}"/>
          </ac:picMkLst>
        </pc:picChg>
      </pc:sldChg>
      <pc:sldChg chg="addSp delSp modSp new">
        <pc:chgData name="Benjamin Salling Hvass" userId="S::benjamin.hvass@alexandra.dk::7f701290-7113-44e4-8483-3cbeee116501" providerId="AD" clId="Web-{A325DE96-BAEE-185A-22DC-FE1CBC165086}" dt="2025-11-25T07:50:59.580" v="692" actId="14100"/>
        <pc:sldMkLst>
          <pc:docMk/>
          <pc:sldMk cId="2855774713" sldId="2134806461"/>
        </pc:sldMkLst>
        <pc:spChg chg="del">
          <ac:chgData name="Benjamin Salling Hvass" userId="S::benjamin.hvass@alexandra.dk::7f701290-7113-44e4-8483-3cbeee116501" providerId="AD" clId="Web-{A325DE96-BAEE-185A-22DC-FE1CBC165086}" dt="2025-11-25T07:50:23.733" v="686"/>
          <ac:spMkLst>
            <pc:docMk/>
            <pc:sldMk cId="2855774713" sldId="2134806461"/>
            <ac:spMk id="3" creationId="{73DDAEC8-FE80-8B14-12A2-C00D19C3CE84}"/>
          </ac:spMkLst>
        </pc:spChg>
        <pc:picChg chg="add mod ord">
          <ac:chgData name="Benjamin Salling Hvass" userId="S::benjamin.hvass@alexandra.dk::7f701290-7113-44e4-8483-3cbeee116501" providerId="AD" clId="Web-{A325DE96-BAEE-185A-22DC-FE1CBC165086}" dt="2025-11-25T07:50:59.580" v="692" actId="14100"/>
          <ac:picMkLst>
            <pc:docMk/>
            <pc:sldMk cId="2855774713" sldId="2134806461"/>
            <ac:picMk id="7" creationId="{5DE44270-6BA2-B4C7-76C7-ACD08C187F18}"/>
          </ac:picMkLst>
        </pc:picChg>
      </pc:sldChg>
      <pc:sldChg chg="addSp delSp modSp new">
        <pc:chgData name="Benjamin Salling Hvass" userId="S::benjamin.hvass@alexandra.dk::7f701290-7113-44e4-8483-3cbeee116501" providerId="AD" clId="Web-{A325DE96-BAEE-185A-22DC-FE1CBC165086}" dt="2025-11-25T08:00:59.894" v="709" actId="1076"/>
        <pc:sldMkLst>
          <pc:docMk/>
          <pc:sldMk cId="1826798604" sldId="2134806462"/>
        </pc:sldMkLst>
        <pc:spChg chg="del">
          <ac:chgData name="Benjamin Salling Hvass" userId="S::benjamin.hvass@alexandra.dk::7f701290-7113-44e4-8483-3cbeee116501" providerId="AD" clId="Web-{A325DE96-BAEE-185A-22DC-FE1CBC165086}" dt="2025-11-25T08:00:55.137" v="708"/>
          <ac:spMkLst>
            <pc:docMk/>
            <pc:sldMk cId="1826798604" sldId="2134806462"/>
            <ac:spMk id="2" creationId="{F88BA6BB-6E58-C4B4-6BE8-5082B1A7F2D2}"/>
          </ac:spMkLst>
        </pc:spChg>
        <pc:spChg chg="del">
          <ac:chgData name="Benjamin Salling Hvass" userId="S::benjamin.hvass@alexandra.dk::7f701290-7113-44e4-8483-3cbeee116501" providerId="AD" clId="Web-{A325DE96-BAEE-185A-22DC-FE1CBC165086}" dt="2025-11-25T08:00:53.403" v="707"/>
          <ac:spMkLst>
            <pc:docMk/>
            <pc:sldMk cId="1826798604" sldId="2134806462"/>
            <ac:spMk id="3" creationId="{DF37F22D-6848-257F-BC90-3339A1046C30}"/>
          </ac:spMkLst>
        </pc:spChg>
        <pc:spChg chg="add mod">
          <ac:chgData name="Benjamin Salling Hvass" userId="S::benjamin.hvass@alexandra.dk::7f701290-7113-44e4-8483-3cbeee116501" providerId="AD" clId="Web-{A325DE96-BAEE-185A-22DC-FE1CBC165086}" dt="2025-11-25T08:00:59.894" v="709" actId="1076"/>
          <ac:spMkLst>
            <pc:docMk/>
            <pc:sldMk cId="1826798604" sldId="2134806462"/>
            <ac:spMk id="7" creationId="{15A26425-6441-5C45-6712-28F35FD8EC53}"/>
          </ac:spMkLst>
        </pc:spChg>
      </pc:sldChg>
      <pc:sldChg chg="addSp delSp modSp new">
        <pc:chgData name="Benjamin Salling Hvass" userId="S::benjamin.hvass@alexandra.dk::7f701290-7113-44e4-8483-3cbeee116501" providerId="AD" clId="Web-{A325DE96-BAEE-185A-22DC-FE1CBC165086}" dt="2025-11-25T08:18:31.381" v="742" actId="20577"/>
        <pc:sldMkLst>
          <pc:docMk/>
          <pc:sldMk cId="540276184" sldId="2134806463"/>
        </pc:sldMkLst>
        <pc:spChg chg="mod">
          <ac:chgData name="Benjamin Salling Hvass" userId="S::benjamin.hvass@alexandra.dk::7f701290-7113-44e4-8483-3cbeee116501" providerId="AD" clId="Web-{A325DE96-BAEE-185A-22DC-FE1CBC165086}" dt="2025-11-25T08:18:31.381" v="742" actId="20577"/>
          <ac:spMkLst>
            <pc:docMk/>
            <pc:sldMk cId="540276184" sldId="2134806463"/>
            <ac:spMk id="2" creationId="{F9C90C48-0828-D377-F3E8-662D980DBD4A}"/>
          </ac:spMkLst>
        </pc:spChg>
        <pc:spChg chg="del mod">
          <ac:chgData name="Benjamin Salling Hvass" userId="S::benjamin.hvass@alexandra.dk::7f701290-7113-44e4-8483-3cbeee116501" providerId="AD" clId="Web-{A325DE96-BAEE-185A-22DC-FE1CBC165086}" dt="2025-11-25T08:17:47.771" v="723"/>
          <ac:spMkLst>
            <pc:docMk/>
            <pc:sldMk cId="540276184" sldId="2134806463"/>
            <ac:spMk id="3" creationId="{D4DD908A-2E0F-BE64-FD01-4770987C2FF4}"/>
          </ac:spMkLst>
        </pc:spChg>
        <pc:picChg chg="add mod">
          <ac:chgData name="Benjamin Salling Hvass" userId="S::benjamin.hvass@alexandra.dk::7f701290-7113-44e4-8483-3cbeee116501" providerId="AD" clId="Web-{A325DE96-BAEE-185A-22DC-FE1CBC165086}" dt="2025-11-25T08:18:22.709" v="726" actId="1076"/>
          <ac:picMkLst>
            <pc:docMk/>
            <pc:sldMk cId="540276184" sldId="2134806463"/>
            <ac:picMk id="7" creationId="{9D15157D-1C82-1607-824C-7CC9C1687050}"/>
          </ac:picMkLst>
        </pc:picChg>
      </pc:sldChg>
    </pc:docChg>
  </pc:docChgLst>
  <pc:docChgLst>
    <pc:chgData name="Michael Bladt Stausholm" userId="aa5f8758-c00f-4915-8c94-9445905eb56e" providerId="ADAL" clId="{1F620B07-AEC0-4EB3-8BDA-EC04C980511D}"/>
    <pc:docChg chg="undo custSel addSld delSld modSld sldOrd">
      <pc:chgData name="Michael Bladt Stausholm" userId="aa5f8758-c00f-4915-8c94-9445905eb56e" providerId="ADAL" clId="{1F620B07-AEC0-4EB3-8BDA-EC04C980511D}" dt="2025-11-25T09:58:28.455" v="8085" actId="20577"/>
      <pc:docMkLst>
        <pc:docMk/>
      </pc:docMkLst>
      <pc:sldChg chg="modSp mod">
        <pc:chgData name="Michael Bladt Stausholm" userId="aa5f8758-c00f-4915-8c94-9445905eb56e" providerId="ADAL" clId="{1F620B07-AEC0-4EB3-8BDA-EC04C980511D}" dt="2025-11-17T11:39:03.036" v="3898" actId="20577"/>
        <pc:sldMkLst>
          <pc:docMk/>
          <pc:sldMk cId="2268625030" sldId="1892"/>
        </pc:sldMkLst>
        <pc:graphicFrameChg chg="modGraphic">
          <ac:chgData name="Michael Bladt Stausholm" userId="aa5f8758-c00f-4915-8c94-9445905eb56e" providerId="ADAL" clId="{1F620B07-AEC0-4EB3-8BDA-EC04C980511D}" dt="2025-11-17T11:39:03.036" v="3898" actId="20577"/>
          <ac:graphicFrameMkLst>
            <pc:docMk/>
            <pc:sldMk cId="2268625030" sldId="1892"/>
            <ac:graphicFrameMk id="12" creationId="{FD0F3D2A-80BC-E81B-5707-D4038016C2C3}"/>
          </ac:graphicFrameMkLst>
        </pc:graphicFrameChg>
      </pc:sldChg>
      <pc:sldChg chg="modNotesTx">
        <pc:chgData name="Michael Bladt Stausholm" userId="aa5f8758-c00f-4915-8c94-9445905eb56e" providerId="ADAL" clId="{1F620B07-AEC0-4EB3-8BDA-EC04C980511D}" dt="2025-11-07T14:00:14.541" v="1012" actId="20577"/>
        <pc:sldMkLst>
          <pc:docMk/>
          <pc:sldMk cId="3361298717" sldId="2134806319"/>
        </pc:sldMkLst>
      </pc:sldChg>
      <pc:sldChg chg="modSp mod">
        <pc:chgData name="Michael Bladt Stausholm" userId="aa5f8758-c00f-4915-8c94-9445905eb56e" providerId="ADAL" clId="{1F620B07-AEC0-4EB3-8BDA-EC04C980511D}" dt="2025-11-10T08:59:15.751" v="1015" actId="20577"/>
        <pc:sldMkLst>
          <pc:docMk/>
          <pc:sldMk cId="3475983600" sldId="2134806320"/>
        </pc:sldMkLst>
        <pc:spChg chg="mod">
          <ac:chgData name="Michael Bladt Stausholm" userId="aa5f8758-c00f-4915-8c94-9445905eb56e" providerId="ADAL" clId="{1F620B07-AEC0-4EB3-8BDA-EC04C980511D}" dt="2025-11-10T08:59:15.751" v="1015" actId="20577"/>
          <ac:spMkLst>
            <pc:docMk/>
            <pc:sldMk cId="3475983600" sldId="2134806320"/>
            <ac:spMk id="2" creationId="{4656D7C5-CBFD-C265-650F-52940EC4BD88}"/>
          </ac:spMkLst>
        </pc:spChg>
      </pc:sldChg>
      <pc:sldChg chg="modSp mod">
        <pc:chgData name="Michael Bladt Stausholm" userId="aa5f8758-c00f-4915-8c94-9445905eb56e" providerId="ADAL" clId="{1F620B07-AEC0-4EB3-8BDA-EC04C980511D}" dt="2025-11-06T08:57:11.891" v="638" actId="12"/>
        <pc:sldMkLst>
          <pc:docMk/>
          <pc:sldMk cId="3051502345" sldId="2134806325"/>
        </pc:sldMkLst>
        <pc:spChg chg="mod">
          <ac:chgData name="Michael Bladt Stausholm" userId="aa5f8758-c00f-4915-8c94-9445905eb56e" providerId="ADAL" clId="{1F620B07-AEC0-4EB3-8BDA-EC04C980511D}" dt="2025-11-06T08:54:40.086" v="554" actId="6549"/>
          <ac:spMkLst>
            <pc:docMk/>
            <pc:sldMk cId="3051502345" sldId="2134806325"/>
            <ac:spMk id="2" creationId="{6D51DAC1-B322-F60B-1D99-428B1027ADE8}"/>
          </ac:spMkLst>
        </pc:spChg>
        <pc:spChg chg="mod">
          <ac:chgData name="Michael Bladt Stausholm" userId="aa5f8758-c00f-4915-8c94-9445905eb56e" providerId="ADAL" clId="{1F620B07-AEC0-4EB3-8BDA-EC04C980511D}" dt="2025-11-06T08:57:11.891" v="638" actId="12"/>
          <ac:spMkLst>
            <pc:docMk/>
            <pc:sldMk cId="3051502345" sldId="2134806325"/>
            <ac:spMk id="3" creationId="{8A05D02E-F6A2-B4ED-4191-D3D767896F83}"/>
          </ac:spMkLst>
        </pc:spChg>
        <pc:picChg chg="mod">
          <ac:chgData name="Michael Bladt Stausholm" userId="aa5f8758-c00f-4915-8c94-9445905eb56e" providerId="ADAL" clId="{1F620B07-AEC0-4EB3-8BDA-EC04C980511D}" dt="2025-11-06T08:57:00.145" v="636" actId="1076"/>
          <ac:picMkLst>
            <pc:docMk/>
            <pc:sldMk cId="3051502345" sldId="2134806325"/>
            <ac:picMk id="10" creationId="{045BB740-2C8C-CDAA-A2DE-0AABB05D76F7}"/>
          </ac:picMkLst>
        </pc:picChg>
      </pc:sldChg>
      <pc:sldChg chg="modSp mod">
        <pc:chgData name="Michael Bladt Stausholm" userId="aa5f8758-c00f-4915-8c94-9445905eb56e" providerId="ADAL" clId="{1F620B07-AEC0-4EB3-8BDA-EC04C980511D}" dt="2025-11-06T08:17:17.353" v="70" actId="20577"/>
        <pc:sldMkLst>
          <pc:docMk/>
          <pc:sldMk cId="1878718517" sldId="2134806326"/>
        </pc:sldMkLst>
        <pc:spChg chg="mod">
          <ac:chgData name="Michael Bladt Stausholm" userId="aa5f8758-c00f-4915-8c94-9445905eb56e" providerId="ADAL" clId="{1F620B07-AEC0-4EB3-8BDA-EC04C980511D}" dt="2025-11-06T08:17:05.568" v="53" actId="20577"/>
          <ac:spMkLst>
            <pc:docMk/>
            <pc:sldMk cId="1878718517" sldId="2134806326"/>
            <ac:spMk id="2" creationId="{D678D414-BDDC-E275-EFD4-A2497B9C8D61}"/>
          </ac:spMkLst>
        </pc:spChg>
        <pc:spChg chg="mod">
          <ac:chgData name="Michael Bladt Stausholm" userId="aa5f8758-c00f-4915-8c94-9445905eb56e" providerId="ADAL" clId="{1F620B07-AEC0-4EB3-8BDA-EC04C980511D}" dt="2025-11-06T08:17:17.353" v="70" actId="20577"/>
          <ac:spMkLst>
            <pc:docMk/>
            <pc:sldMk cId="1878718517" sldId="2134806326"/>
            <ac:spMk id="3" creationId="{CDAC7AB8-5A08-4C38-F7F5-680F54009D2F}"/>
          </ac:spMkLst>
        </pc:spChg>
      </pc:sldChg>
      <pc:sldChg chg="addSp delSp modSp mod delAnim modAnim">
        <pc:chgData name="Michael Bladt Stausholm" userId="aa5f8758-c00f-4915-8c94-9445905eb56e" providerId="ADAL" clId="{1F620B07-AEC0-4EB3-8BDA-EC04C980511D}" dt="2025-11-06T08:53:15.016" v="536" actId="1076"/>
        <pc:sldMkLst>
          <pc:docMk/>
          <pc:sldMk cId="2495902829" sldId="2134806327"/>
        </pc:sldMkLst>
        <pc:spChg chg="mod">
          <ac:chgData name="Michael Bladt Stausholm" userId="aa5f8758-c00f-4915-8c94-9445905eb56e" providerId="ADAL" clId="{1F620B07-AEC0-4EB3-8BDA-EC04C980511D}" dt="2025-11-06T08:23:23.361" v="362"/>
          <ac:spMkLst>
            <pc:docMk/>
            <pc:sldMk cId="2495902829" sldId="2134806327"/>
            <ac:spMk id="2" creationId="{3EF0D256-F800-0F4C-8B87-5B20FE8516E0}"/>
          </ac:spMkLst>
        </pc:spChg>
        <pc:spChg chg="mod">
          <ac:chgData name="Michael Bladt Stausholm" userId="aa5f8758-c00f-4915-8c94-9445905eb56e" providerId="ADAL" clId="{1F620B07-AEC0-4EB3-8BDA-EC04C980511D}" dt="2025-11-06T08:53:11.264" v="534" actId="6549"/>
          <ac:spMkLst>
            <pc:docMk/>
            <pc:sldMk cId="2495902829" sldId="2134806327"/>
            <ac:spMk id="3" creationId="{997E5764-C10D-5C5A-1869-78A2739C1ED9}"/>
          </ac:spMkLst>
        </pc:spChg>
        <pc:spChg chg="add mod">
          <ac:chgData name="Michael Bladt Stausholm" userId="aa5f8758-c00f-4915-8c94-9445905eb56e" providerId="ADAL" clId="{1F620B07-AEC0-4EB3-8BDA-EC04C980511D}" dt="2025-11-06T08:26:06.224" v="428" actId="14100"/>
          <ac:spMkLst>
            <pc:docMk/>
            <pc:sldMk cId="2495902829" sldId="2134806327"/>
            <ac:spMk id="9" creationId="{019C204B-034C-D651-4236-1BF4FCA97A36}"/>
          </ac:spMkLst>
        </pc:spChg>
        <pc:picChg chg="add mod">
          <ac:chgData name="Michael Bladt Stausholm" userId="aa5f8758-c00f-4915-8c94-9445905eb56e" providerId="ADAL" clId="{1F620B07-AEC0-4EB3-8BDA-EC04C980511D}" dt="2025-11-06T08:53:15.016" v="536" actId="1076"/>
          <ac:picMkLst>
            <pc:docMk/>
            <pc:sldMk cId="2495902829" sldId="2134806327"/>
            <ac:picMk id="8" creationId="{5F416444-B515-D43F-4F17-456ED31D8569}"/>
          </ac:picMkLst>
        </pc:picChg>
        <pc:picChg chg="add mod">
          <ac:chgData name="Michael Bladt Stausholm" userId="aa5f8758-c00f-4915-8c94-9445905eb56e" providerId="ADAL" clId="{1F620B07-AEC0-4EB3-8BDA-EC04C980511D}" dt="2025-11-06T08:53:13.192" v="535" actId="1076"/>
          <ac:picMkLst>
            <pc:docMk/>
            <pc:sldMk cId="2495902829" sldId="2134806327"/>
            <ac:picMk id="11" creationId="{ED28F37A-437C-88E3-A1F0-7D79281F1046}"/>
          </ac:picMkLst>
        </pc:picChg>
      </pc:sldChg>
      <pc:sldChg chg="modSp mod">
        <pc:chgData name="Michael Bladt Stausholm" userId="aa5f8758-c00f-4915-8c94-9445905eb56e" providerId="ADAL" clId="{1F620B07-AEC0-4EB3-8BDA-EC04C980511D}" dt="2025-11-06T08:53:39.742" v="537" actId="6549"/>
        <pc:sldMkLst>
          <pc:docMk/>
          <pc:sldMk cId="1706529443" sldId="2134806328"/>
        </pc:sldMkLst>
        <pc:spChg chg="mod">
          <ac:chgData name="Michael Bladt Stausholm" userId="aa5f8758-c00f-4915-8c94-9445905eb56e" providerId="ADAL" clId="{1F620B07-AEC0-4EB3-8BDA-EC04C980511D}" dt="2025-11-06T08:53:39.742" v="537" actId="6549"/>
          <ac:spMkLst>
            <pc:docMk/>
            <pc:sldMk cId="1706529443" sldId="2134806328"/>
            <ac:spMk id="3" creationId="{E59B6A8C-688B-39CA-55E7-E049F0EB3F1F}"/>
          </ac:spMkLst>
        </pc:spChg>
      </pc:sldChg>
      <pc:sldChg chg="modSp mod">
        <pc:chgData name="Michael Bladt Stausholm" userId="aa5f8758-c00f-4915-8c94-9445905eb56e" providerId="ADAL" clId="{1F620B07-AEC0-4EB3-8BDA-EC04C980511D}" dt="2025-11-06T08:17:47.688" v="102" actId="20577"/>
        <pc:sldMkLst>
          <pc:docMk/>
          <pc:sldMk cId="2199203141" sldId="2134806329"/>
        </pc:sldMkLst>
        <pc:spChg chg="mod">
          <ac:chgData name="Michael Bladt Stausholm" userId="aa5f8758-c00f-4915-8c94-9445905eb56e" providerId="ADAL" clId="{1F620B07-AEC0-4EB3-8BDA-EC04C980511D}" dt="2025-11-06T08:17:47.688" v="102" actId="20577"/>
          <ac:spMkLst>
            <pc:docMk/>
            <pc:sldMk cId="2199203141" sldId="2134806329"/>
            <ac:spMk id="3" creationId="{BC01F7F2-DA63-AB61-A9C9-C240EF6B4D6E}"/>
          </ac:spMkLst>
        </pc:spChg>
      </pc:sldChg>
      <pc:sldChg chg="modSp mod">
        <pc:chgData name="Michael Bladt Stausholm" userId="aa5f8758-c00f-4915-8c94-9445905eb56e" providerId="ADAL" clId="{1F620B07-AEC0-4EB3-8BDA-EC04C980511D}" dt="2025-11-06T09:05:05.152" v="838" actId="20577"/>
        <pc:sldMkLst>
          <pc:docMk/>
          <pc:sldMk cId="2672343304" sldId="2134806331"/>
        </pc:sldMkLst>
        <pc:spChg chg="mod">
          <ac:chgData name="Michael Bladt Stausholm" userId="aa5f8758-c00f-4915-8c94-9445905eb56e" providerId="ADAL" clId="{1F620B07-AEC0-4EB3-8BDA-EC04C980511D}" dt="2025-11-06T09:05:05.152" v="838" actId="20577"/>
          <ac:spMkLst>
            <pc:docMk/>
            <pc:sldMk cId="2672343304" sldId="2134806331"/>
            <ac:spMk id="2" creationId="{9C11BE24-AAC7-FAFE-8380-83F64F854B05}"/>
          </ac:spMkLst>
        </pc:spChg>
        <pc:spChg chg="mod">
          <ac:chgData name="Michael Bladt Stausholm" userId="aa5f8758-c00f-4915-8c94-9445905eb56e" providerId="ADAL" clId="{1F620B07-AEC0-4EB3-8BDA-EC04C980511D}" dt="2025-11-06T09:04:53.416" v="804" actId="6549"/>
          <ac:spMkLst>
            <pc:docMk/>
            <pc:sldMk cId="2672343304" sldId="2134806331"/>
            <ac:spMk id="3" creationId="{E5081C3E-0F08-7DB6-C83E-9B200587181A}"/>
          </ac:spMkLst>
        </pc:spChg>
      </pc:sldChg>
      <pc:sldChg chg="modSp mod">
        <pc:chgData name="Michael Bladt Stausholm" userId="aa5f8758-c00f-4915-8c94-9445905eb56e" providerId="ADAL" clId="{1F620B07-AEC0-4EB3-8BDA-EC04C980511D}" dt="2025-11-07T13:10:45.837" v="1007" actId="20577"/>
        <pc:sldMkLst>
          <pc:docMk/>
          <pc:sldMk cId="298446376" sldId="2134806389"/>
        </pc:sldMkLst>
        <pc:spChg chg="mod">
          <ac:chgData name="Michael Bladt Stausholm" userId="aa5f8758-c00f-4915-8c94-9445905eb56e" providerId="ADAL" clId="{1F620B07-AEC0-4EB3-8BDA-EC04C980511D}" dt="2025-11-07T13:10:45.837" v="1007" actId="20577"/>
          <ac:spMkLst>
            <pc:docMk/>
            <pc:sldMk cId="298446376" sldId="2134806389"/>
            <ac:spMk id="2" creationId="{B0D78A58-FBAB-AC55-79D6-001E14D58F79}"/>
          </ac:spMkLst>
        </pc:spChg>
      </pc:sldChg>
      <pc:sldChg chg="addSp modSp mod">
        <pc:chgData name="Michael Bladt Stausholm" userId="aa5f8758-c00f-4915-8c94-9445905eb56e" providerId="ADAL" clId="{1F620B07-AEC0-4EB3-8BDA-EC04C980511D}" dt="2025-11-06T09:00:22.686" v="643" actId="1076"/>
        <pc:sldMkLst>
          <pc:docMk/>
          <pc:sldMk cId="455602370" sldId="2134806408"/>
        </pc:sldMkLst>
        <pc:spChg chg="mod">
          <ac:chgData name="Michael Bladt Stausholm" userId="aa5f8758-c00f-4915-8c94-9445905eb56e" providerId="ADAL" clId="{1F620B07-AEC0-4EB3-8BDA-EC04C980511D}" dt="2025-11-06T08:55:35.118" v="606" actId="6549"/>
          <ac:spMkLst>
            <pc:docMk/>
            <pc:sldMk cId="455602370" sldId="2134806408"/>
            <ac:spMk id="2" creationId="{0DE03458-C4B7-1693-E967-14F0F9BB9DB7}"/>
          </ac:spMkLst>
        </pc:spChg>
        <pc:picChg chg="add mod">
          <ac:chgData name="Michael Bladt Stausholm" userId="aa5f8758-c00f-4915-8c94-9445905eb56e" providerId="ADAL" clId="{1F620B07-AEC0-4EB3-8BDA-EC04C980511D}" dt="2025-11-06T09:00:22.686" v="643" actId="1076"/>
          <ac:picMkLst>
            <pc:docMk/>
            <pc:sldMk cId="455602370" sldId="2134806408"/>
            <ac:picMk id="8" creationId="{CD168C91-1FEB-0974-288A-784332C59A1E}"/>
          </ac:picMkLst>
        </pc:picChg>
      </pc:sldChg>
      <pc:sldChg chg="modSp mod">
        <pc:chgData name="Michael Bladt Stausholm" userId="aa5f8758-c00f-4915-8c94-9445905eb56e" providerId="ADAL" clId="{1F620B07-AEC0-4EB3-8BDA-EC04C980511D}" dt="2025-11-25T08:28:00.830" v="8083" actId="20577"/>
        <pc:sldMkLst>
          <pc:docMk/>
          <pc:sldMk cId="96123562" sldId="2134806409"/>
        </pc:sldMkLst>
        <pc:spChg chg="mod">
          <ac:chgData name="Michael Bladt Stausholm" userId="aa5f8758-c00f-4915-8c94-9445905eb56e" providerId="ADAL" clId="{1F620B07-AEC0-4EB3-8BDA-EC04C980511D}" dt="2025-11-25T08:28:00.830" v="8083" actId="20577"/>
          <ac:spMkLst>
            <pc:docMk/>
            <pc:sldMk cId="96123562" sldId="2134806409"/>
            <ac:spMk id="5" creationId="{C3DBDEAA-F5B8-3771-B1C0-F33A10213A1A}"/>
          </ac:spMkLst>
        </pc:spChg>
      </pc:sldChg>
      <pc:sldChg chg="modSp mod">
        <pc:chgData name="Michael Bladt Stausholm" userId="aa5f8758-c00f-4915-8c94-9445905eb56e" providerId="ADAL" clId="{1F620B07-AEC0-4EB3-8BDA-EC04C980511D}" dt="2025-11-06T08:55:20.141" v="598" actId="20577"/>
        <pc:sldMkLst>
          <pc:docMk/>
          <pc:sldMk cId="3866559780" sldId="2134806411"/>
        </pc:sldMkLst>
        <pc:spChg chg="mod">
          <ac:chgData name="Michael Bladt Stausholm" userId="aa5f8758-c00f-4915-8c94-9445905eb56e" providerId="ADAL" clId="{1F620B07-AEC0-4EB3-8BDA-EC04C980511D}" dt="2025-11-06T08:55:20.141" v="598" actId="20577"/>
          <ac:spMkLst>
            <pc:docMk/>
            <pc:sldMk cId="3866559780" sldId="2134806411"/>
            <ac:spMk id="3" creationId="{7C173A44-8320-4639-DE6E-1D0F599A7D08}"/>
          </ac:spMkLst>
        </pc:spChg>
      </pc:sldChg>
      <pc:sldChg chg="addSp delSp modSp add mod modClrScheme chgLayout">
        <pc:chgData name="Michael Bladt Stausholm" userId="aa5f8758-c00f-4915-8c94-9445905eb56e" providerId="ADAL" clId="{1F620B07-AEC0-4EB3-8BDA-EC04C980511D}" dt="2025-11-06T08:22:47.251" v="353" actId="14100"/>
        <pc:sldMkLst>
          <pc:docMk/>
          <pc:sldMk cId="2818756774" sldId="2134806412"/>
        </pc:sldMkLst>
        <pc:spChg chg="mod">
          <ac:chgData name="Michael Bladt Stausholm" userId="aa5f8758-c00f-4915-8c94-9445905eb56e" providerId="ADAL" clId="{1F620B07-AEC0-4EB3-8BDA-EC04C980511D}" dt="2025-11-06T08:20:47.978" v="346" actId="26606"/>
          <ac:spMkLst>
            <pc:docMk/>
            <pc:sldMk cId="2818756774" sldId="2134806412"/>
            <ac:spMk id="2" creationId="{B52253D5-7BEC-D22C-4A0C-F43A1F3F0E5A}"/>
          </ac:spMkLst>
        </pc:spChg>
        <pc:spChg chg="mod">
          <ac:chgData name="Michael Bladt Stausholm" userId="aa5f8758-c00f-4915-8c94-9445905eb56e" providerId="ADAL" clId="{1F620B07-AEC0-4EB3-8BDA-EC04C980511D}" dt="2025-11-06T08:20:47.978" v="346" actId="26606"/>
          <ac:spMkLst>
            <pc:docMk/>
            <pc:sldMk cId="2818756774" sldId="2134806412"/>
            <ac:spMk id="4" creationId="{2149AB25-71FA-98E8-EE03-5A0837C8B7D5}"/>
          </ac:spMkLst>
        </pc:spChg>
        <pc:spChg chg="mod">
          <ac:chgData name="Michael Bladt Stausholm" userId="aa5f8758-c00f-4915-8c94-9445905eb56e" providerId="ADAL" clId="{1F620B07-AEC0-4EB3-8BDA-EC04C980511D}" dt="2025-11-06T08:20:47.978" v="346" actId="26606"/>
          <ac:spMkLst>
            <pc:docMk/>
            <pc:sldMk cId="2818756774" sldId="2134806412"/>
            <ac:spMk id="5" creationId="{195F7298-9A5E-7BEB-DBC8-40BFFF28B80C}"/>
          </ac:spMkLst>
        </pc:spChg>
        <pc:spChg chg="mod">
          <ac:chgData name="Michael Bladt Stausholm" userId="aa5f8758-c00f-4915-8c94-9445905eb56e" providerId="ADAL" clId="{1F620B07-AEC0-4EB3-8BDA-EC04C980511D}" dt="2025-11-06T08:20:47.978" v="346" actId="26606"/>
          <ac:spMkLst>
            <pc:docMk/>
            <pc:sldMk cId="2818756774" sldId="2134806412"/>
            <ac:spMk id="6" creationId="{193A4D4A-3C8C-AECB-2FDB-E7B39782DB54}"/>
          </ac:spMkLst>
        </pc:spChg>
        <pc:graphicFrameChg chg="add mod">
          <ac:chgData name="Michael Bladt Stausholm" userId="aa5f8758-c00f-4915-8c94-9445905eb56e" providerId="ADAL" clId="{1F620B07-AEC0-4EB3-8BDA-EC04C980511D}" dt="2025-11-06T08:20:56.995" v="348" actId="14100"/>
          <ac:graphicFrameMkLst>
            <pc:docMk/>
            <pc:sldMk cId="2818756774" sldId="2134806412"/>
            <ac:graphicFrameMk id="8" creationId="{C594DF85-E7CD-DAAD-C3DD-F7D32F6C20C8}"/>
          </ac:graphicFrameMkLst>
        </pc:graphicFrameChg>
        <pc:picChg chg="add mod">
          <ac:chgData name="Michael Bladt Stausholm" userId="aa5f8758-c00f-4915-8c94-9445905eb56e" providerId="ADAL" clId="{1F620B07-AEC0-4EB3-8BDA-EC04C980511D}" dt="2025-11-06T08:22:47.251" v="353" actId="14100"/>
          <ac:picMkLst>
            <pc:docMk/>
            <pc:sldMk cId="2818756774" sldId="2134806412"/>
            <ac:picMk id="9" creationId="{D2DE5FFD-033B-96F7-71FE-8A9E9913CBF9}"/>
          </ac:picMkLst>
        </pc:picChg>
      </pc:sldChg>
      <pc:sldChg chg="addSp delSp modSp add mod delAnim modAnim">
        <pc:chgData name="Michael Bladt Stausholm" userId="aa5f8758-c00f-4915-8c94-9445905eb56e" providerId="ADAL" clId="{1F620B07-AEC0-4EB3-8BDA-EC04C980511D}" dt="2025-11-06T08:53:03.525" v="527" actId="1076"/>
        <pc:sldMkLst>
          <pc:docMk/>
          <pc:sldMk cId="4036593559" sldId="2134806413"/>
        </pc:sldMkLst>
        <pc:spChg chg="mod">
          <ac:chgData name="Michael Bladt Stausholm" userId="aa5f8758-c00f-4915-8c94-9445905eb56e" providerId="ADAL" clId="{1F620B07-AEC0-4EB3-8BDA-EC04C980511D}" dt="2025-11-06T08:53:00.869" v="525" actId="20577"/>
          <ac:spMkLst>
            <pc:docMk/>
            <pc:sldMk cId="4036593559" sldId="2134806413"/>
            <ac:spMk id="3" creationId="{F2A118AE-E38A-D42F-854D-37B483EA18F8}"/>
          </ac:spMkLst>
        </pc:spChg>
        <pc:picChg chg="add mod">
          <ac:chgData name="Michael Bladt Stausholm" userId="aa5f8758-c00f-4915-8c94-9445905eb56e" providerId="ADAL" clId="{1F620B07-AEC0-4EB3-8BDA-EC04C980511D}" dt="2025-11-06T08:53:02.663" v="526" actId="1076"/>
          <ac:picMkLst>
            <pc:docMk/>
            <pc:sldMk cId="4036593559" sldId="2134806413"/>
            <ac:picMk id="7" creationId="{013EFA78-BB3C-42C1-5974-BFCD604CEDCD}"/>
          </ac:picMkLst>
        </pc:picChg>
        <pc:picChg chg="mod">
          <ac:chgData name="Michael Bladt Stausholm" userId="aa5f8758-c00f-4915-8c94-9445905eb56e" providerId="ADAL" clId="{1F620B07-AEC0-4EB3-8BDA-EC04C980511D}" dt="2025-11-06T08:53:03.525" v="527" actId="1076"/>
          <ac:picMkLst>
            <pc:docMk/>
            <pc:sldMk cId="4036593559" sldId="2134806413"/>
            <ac:picMk id="13" creationId="{2AB5460C-1192-E2A5-A455-93B7673A52FC}"/>
          </ac:picMkLst>
        </pc:picChg>
      </pc:sldChg>
      <pc:sldChg chg="delSp modSp add mod delAnim modAnim">
        <pc:chgData name="Michael Bladt Stausholm" userId="aa5f8758-c00f-4915-8c94-9445905eb56e" providerId="ADAL" clId="{1F620B07-AEC0-4EB3-8BDA-EC04C980511D}" dt="2025-11-06T08:52:18.619" v="491" actId="1076"/>
        <pc:sldMkLst>
          <pc:docMk/>
          <pc:sldMk cId="3546041880" sldId="2134806414"/>
        </pc:sldMkLst>
        <pc:spChg chg="mod">
          <ac:chgData name="Michael Bladt Stausholm" userId="aa5f8758-c00f-4915-8c94-9445905eb56e" providerId="ADAL" clId="{1F620B07-AEC0-4EB3-8BDA-EC04C980511D}" dt="2025-11-06T08:52:15.316" v="489" actId="6549"/>
          <ac:spMkLst>
            <pc:docMk/>
            <pc:sldMk cId="3546041880" sldId="2134806414"/>
            <ac:spMk id="3" creationId="{217EC903-2DBE-0549-D9FF-FF323AB38A3C}"/>
          </ac:spMkLst>
        </pc:spChg>
        <pc:picChg chg="mod">
          <ac:chgData name="Michael Bladt Stausholm" userId="aa5f8758-c00f-4915-8c94-9445905eb56e" providerId="ADAL" clId="{1F620B07-AEC0-4EB3-8BDA-EC04C980511D}" dt="2025-11-06T08:52:17.190" v="490" actId="1076"/>
          <ac:picMkLst>
            <pc:docMk/>
            <pc:sldMk cId="3546041880" sldId="2134806414"/>
            <ac:picMk id="15" creationId="{E6935FC4-5410-DA3F-98DD-250327336F93}"/>
          </ac:picMkLst>
        </pc:picChg>
        <pc:picChg chg="mod">
          <ac:chgData name="Michael Bladt Stausholm" userId="aa5f8758-c00f-4915-8c94-9445905eb56e" providerId="ADAL" clId="{1F620B07-AEC0-4EB3-8BDA-EC04C980511D}" dt="2025-11-06T08:52:18.619" v="491" actId="1076"/>
          <ac:picMkLst>
            <pc:docMk/>
            <pc:sldMk cId="3546041880" sldId="2134806414"/>
            <ac:picMk id="18" creationId="{BBB370CB-7BD5-F34C-804D-AA2157AA836D}"/>
          </ac:picMkLst>
        </pc:picChg>
      </pc:sldChg>
      <pc:sldChg chg="modSp add mod">
        <pc:chgData name="Michael Bladt Stausholm" userId="aa5f8758-c00f-4915-8c94-9445905eb56e" providerId="ADAL" clId="{1F620B07-AEC0-4EB3-8BDA-EC04C980511D}" dt="2025-11-07T13:13:39.174" v="1011" actId="313"/>
        <pc:sldMkLst>
          <pc:docMk/>
          <pc:sldMk cId="3489507920" sldId="2134806415"/>
        </pc:sldMkLst>
        <pc:spChg chg="mod">
          <ac:chgData name="Michael Bladt Stausholm" userId="aa5f8758-c00f-4915-8c94-9445905eb56e" providerId="ADAL" clId="{1F620B07-AEC0-4EB3-8BDA-EC04C980511D}" dt="2025-11-07T13:13:39.174" v="1011" actId="313"/>
          <ac:spMkLst>
            <pc:docMk/>
            <pc:sldMk cId="3489507920" sldId="2134806415"/>
            <ac:spMk id="5" creationId="{A117F90A-2E97-FC8F-00F6-63071B64B974}"/>
          </ac:spMkLst>
        </pc:spChg>
      </pc:sldChg>
      <pc:sldChg chg="add">
        <pc:chgData name="Michael Bladt Stausholm" userId="aa5f8758-c00f-4915-8c94-9445905eb56e" providerId="ADAL" clId="{1F620B07-AEC0-4EB3-8BDA-EC04C980511D}" dt="2025-11-06T08:57:26.672" v="639"/>
        <pc:sldMkLst>
          <pc:docMk/>
          <pc:sldMk cId="764125881" sldId="2134806416"/>
        </pc:sldMkLst>
      </pc:sldChg>
      <pc:sldChg chg="modSp add mod">
        <pc:chgData name="Michael Bladt Stausholm" userId="aa5f8758-c00f-4915-8c94-9445905eb56e" providerId="ADAL" clId="{1F620B07-AEC0-4EB3-8BDA-EC04C980511D}" dt="2025-11-07T13:06:54.481" v="910" actId="20577"/>
        <pc:sldMkLst>
          <pc:docMk/>
          <pc:sldMk cId="1806701728" sldId="2134806417"/>
        </pc:sldMkLst>
        <pc:spChg chg="mod">
          <ac:chgData name="Michael Bladt Stausholm" userId="aa5f8758-c00f-4915-8c94-9445905eb56e" providerId="ADAL" clId="{1F620B07-AEC0-4EB3-8BDA-EC04C980511D}" dt="2025-11-07T13:06:31.767" v="873" actId="20577"/>
          <ac:spMkLst>
            <pc:docMk/>
            <pc:sldMk cId="1806701728" sldId="2134806417"/>
            <ac:spMk id="2" creationId="{100FA174-651E-FFE7-4262-845B5649674E}"/>
          </ac:spMkLst>
        </pc:spChg>
        <pc:spChg chg="mod">
          <ac:chgData name="Michael Bladt Stausholm" userId="aa5f8758-c00f-4915-8c94-9445905eb56e" providerId="ADAL" clId="{1F620B07-AEC0-4EB3-8BDA-EC04C980511D}" dt="2025-11-07T13:06:54.481" v="910" actId="20577"/>
          <ac:spMkLst>
            <pc:docMk/>
            <pc:sldMk cId="1806701728" sldId="2134806417"/>
            <ac:spMk id="3" creationId="{7E861C6D-0885-0DA0-983C-CF75DFBF397F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0T08:59:28.103" v="1016" actId="20577"/>
        <pc:sldMkLst>
          <pc:docMk/>
          <pc:sldMk cId="1979415063" sldId="2134806418"/>
        </pc:sldMkLst>
        <pc:spChg chg="mod">
          <ac:chgData name="Michael Bladt Stausholm" userId="aa5f8758-c00f-4915-8c94-9445905eb56e" providerId="ADAL" clId="{1F620B07-AEC0-4EB3-8BDA-EC04C980511D}" dt="2025-11-10T08:59:28.103" v="1016" actId="20577"/>
          <ac:spMkLst>
            <pc:docMk/>
            <pc:sldMk cId="1979415063" sldId="2134806418"/>
            <ac:spMk id="2" creationId="{C8EE2B0B-0F37-8421-7819-77171F67174A}"/>
          </ac:spMkLst>
        </pc:spChg>
        <pc:spChg chg="mod">
          <ac:chgData name="Michael Bladt Stausholm" userId="aa5f8758-c00f-4915-8c94-9445905eb56e" providerId="ADAL" clId="{1F620B07-AEC0-4EB3-8BDA-EC04C980511D}" dt="2025-11-07T13:08:11.088" v="932" actId="6549"/>
          <ac:spMkLst>
            <pc:docMk/>
            <pc:sldMk cId="1979415063" sldId="2134806418"/>
            <ac:spMk id="3" creationId="{857AFB38-DBF4-F870-7D62-35ECBC1C2934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4T11:45:40.978" v="1448" actId="20577"/>
        <pc:sldMkLst>
          <pc:docMk/>
          <pc:sldMk cId="1465303135" sldId="2134806419"/>
        </pc:sldMkLst>
        <pc:spChg chg="mod">
          <ac:chgData name="Michael Bladt Stausholm" userId="aa5f8758-c00f-4915-8c94-9445905eb56e" providerId="ADAL" clId="{1F620B07-AEC0-4EB3-8BDA-EC04C980511D}" dt="2025-11-14T11:45:40.978" v="1448" actId="20577"/>
          <ac:spMkLst>
            <pc:docMk/>
            <pc:sldMk cId="1465303135" sldId="2134806419"/>
            <ac:spMk id="2" creationId="{596DF0F1-E45B-8A92-0C90-B20FFBD1BA84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0T08:59:34.691" v="1017" actId="20577"/>
        <pc:sldMkLst>
          <pc:docMk/>
          <pc:sldMk cId="2734698285" sldId="2134806420"/>
        </pc:sldMkLst>
        <pc:spChg chg="mod">
          <ac:chgData name="Michael Bladt Stausholm" userId="aa5f8758-c00f-4915-8c94-9445905eb56e" providerId="ADAL" clId="{1F620B07-AEC0-4EB3-8BDA-EC04C980511D}" dt="2025-11-10T08:59:34.691" v="1017" actId="20577"/>
          <ac:spMkLst>
            <pc:docMk/>
            <pc:sldMk cId="2734698285" sldId="2134806420"/>
            <ac:spMk id="2" creationId="{F63DA656-C9AF-90AC-95AE-4AE06890CC34}"/>
          </ac:spMkLst>
        </pc:spChg>
        <pc:spChg chg="mod">
          <ac:chgData name="Michael Bladt Stausholm" userId="aa5f8758-c00f-4915-8c94-9445905eb56e" providerId="ADAL" clId="{1F620B07-AEC0-4EB3-8BDA-EC04C980511D}" dt="2025-11-07T13:09:16.829" v="950" actId="20577"/>
          <ac:spMkLst>
            <pc:docMk/>
            <pc:sldMk cId="2734698285" sldId="2134806420"/>
            <ac:spMk id="3" creationId="{696248F9-A8CA-C4F5-66B8-ACD944B4CA3B}"/>
          </ac:spMkLst>
        </pc:spChg>
      </pc:sldChg>
      <pc:sldChg chg="modSp add mod">
        <pc:chgData name="Michael Bladt Stausholm" userId="aa5f8758-c00f-4915-8c94-9445905eb56e" providerId="ADAL" clId="{1F620B07-AEC0-4EB3-8BDA-EC04C980511D}" dt="2025-11-25T09:58:28.455" v="8085" actId="20577"/>
        <pc:sldMkLst>
          <pc:docMk/>
          <pc:sldMk cId="3691410504" sldId="2134806421"/>
        </pc:sldMkLst>
        <pc:spChg chg="mod">
          <ac:chgData name="Michael Bladt Stausholm" userId="aa5f8758-c00f-4915-8c94-9445905eb56e" providerId="ADAL" clId="{1F620B07-AEC0-4EB3-8BDA-EC04C980511D}" dt="2025-11-25T09:58:28.455" v="8085" actId="20577"/>
          <ac:spMkLst>
            <pc:docMk/>
            <pc:sldMk cId="3691410504" sldId="2134806421"/>
            <ac:spMk id="5" creationId="{1FC25D7B-06F6-1B9E-69C1-DF8996B93399}"/>
          </ac:spMkLst>
        </pc:spChg>
      </pc:sldChg>
      <pc:sldChg chg="add">
        <pc:chgData name="Michael Bladt Stausholm" userId="aa5f8758-c00f-4915-8c94-9445905eb56e" providerId="ADAL" clId="{1F620B07-AEC0-4EB3-8BDA-EC04C980511D}" dt="2025-11-07T13:10:04.045" v="955"/>
        <pc:sldMkLst>
          <pc:docMk/>
          <pc:sldMk cId="2864896542" sldId="2134806422"/>
        </pc:sldMkLst>
      </pc:sldChg>
      <pc:sldChg chg="modSp add mod">
        <pc:chgData name="Michael Bladt Stausholm" userId="aa5f8758-c00f-4915-8c94-9445905eb56e" providerId="ADAL" clId="{1F620B07-AEC0-4EB3-8BDA-EC04C980511D}" dt="2025-11-20T10:32:46.699" v="8080" actId="114"/>
        <pc:sldMkLst>
          <pc:docMk/>
          <pc:sldMk cId="3189076031" sldId="2134806423"/>
        </pc:sldMkLst>
        <pc:spChg chg="mod">
          <ac:chgData name="Michael Bladt Stausholm" userId="aa5f8758-c00f-4915-8c94-9445905eb56e" providerId="ADAL" clId="{1F620B07-AEC0-4EB3-8BDA-EC04C980511D}" dt="2025-11-14T11:45:28.266" v="1435" actId="20577"/>
          <ac:spMkLst>
            <pc:docMk/>
            <pc:sldMk cId="3189076031" sldId="2134806423"/>
            <ac:spMk id="2" creationId="{ABF39B5A-5DDF-E263-99BD-CB9238143BB4}"/>
          </ac:spMkLst>
        </pc:spChg>
        <pc:spChg chg="mod">
          <ac:chgData name="Michael Bladt Stausholm" userId="aa5f8758-c00f-4915-8c94-9445905eb56e" providerId="ADAL" clId="{1F620B07-AEC0-4EB3-8BDA-EC04C980511D}" dt="2025-11-20T10:32:46.699" v="8080" actId="114"/>
          <ac:spMkLst>
            <pc:docMk/>
            <pc:sldMk cId="3189076031" sldId="2134806423"/>
            <ac:spMk id="3" creationId="{374A7E68-0DAF-CCE2-FF46-2BDDB4B98C69}"/>
          </ac:spMkLst>
        </pc:spChg>
      </pc:sldChg>
      <pc:sldChg chg="modSp add mod">
        <pc:chgData name="Michael Bladt Stausholm" userId="aa5f8758-c00f-4915-8c94-9445905eb56e" providerId="ADAL" clId="{1F620B07-AEC0-4EB3-8BDA-EC04C980511D}" dt="2025-11-20T10:32:41.265" v="8079" actId="114"/>
        <pc:sldMkLst>
          <pc:docMk/>
          <pc:sldMk cId="2307930015" sldId="2134806424"/>
        </pc:sldMkLst>
        <pc:spChg chg="mod">
          <ac:chgData name="Michael Bladt Stausholm" userId="aa5f8758-c00f-4915-8c94-9445905eb56e" providerId="ADAL" clId="{1F620B07-AEC0-4EB3-8BDA-EC04C980511D}" dt="2025-11-14T11:47:21.748" v="1668" actId="20577"/>
          <ac:spMkLst>
            <pc:docMk/>
            <pc:sldMk cId="2307930015" sldId="2134806424"/>
            <ac:spMk id="2" creationId="{6524E667-4672-8A8A-19C3-D51593AB4FA7}"/>
          </ac:spMkLst>
        </pc:spChg>
        <pc:spChg chg="mod">
          <ac:chgData name="Michael Bladt Stausholm" userId="aa5f8758-c00f-4915-8c94-9445905eb56e" providerId="ADAL" clId="{1F620B07-AEC0-4EB3-8BDA-EC04C980511D}" dt="2025-11-20T10:32:41.265" v="8079" actId="114"/>
          <ac:spMkLst>
            <pc:docMk/>
            <pc:sldMk cId="2307930015" sldId="2134806424"/>
            <ac:spMk id="3" creationId="{236FD5F1-54E5-E27D-992A-39522CC5D8BA}"/>
          </ac:spMkLst>
        </pc:spChg>
      </pc:sldChg>
      <pc:sldChg chg="modSp add mod">
        <pc:chgData name="Michael Bladt Stausholm" userId="aa5f8758-c00f-4915-8c94-9445905eb56e" providerId="ADAL" clId="{1F620B07-AEC0-4EB3-8BDA-EC04C980511D}" dt="2025-11-20T10:32:37.752" v="8078" actId="114"/>
        <pc:sldMkLst>
          <pc:docMk/>
          <pc:sldMk cId="3228965300" sldId="2134806426"/>
        </pc:sldMkLst>
        <pc:spChg chg="mod">
          <ac:chgData name="Michael Bladt Stausholm" userId="aa5f8758-c00f-4915-8c94-9445905eb56e" providerId="ADAL" clId="{1F620B07-AEC0-4EB3-8BDA-EC04C980511D}" dt="2025-11-17T09:52:16.442" v="2846" actId="20577"/>
          <ac:spMkLst>
            <pc:docMk/>
            <pc:sldMk cId="3228965300" sldId="2134806426"/>
            <ac:spMk id="2" creationId="{BF9ED52D-694A-6943-4AF7-29F56DBED40A}"/>
          </ac:spMkLst>
        </pc:spChg>
        <pc:spChg chg="mod">
          <ac:chgData name="Michael Bladt Stausholm" userId="aa5f8758-c00f-4915-8c94-9445905eb56e" providerId="ADAL" clId="{1F620B07-AEC0-4EB3-8BDA-EC04C980511D}" dt="2025-11-20T10:32:37.752" v="8078" actId="114"/>
          <ac:spMkLst>
            <pc:docMk/>
            <pc:sldMk cId="3228965300" sldId="2134806426"/>
            <ac:spMk id="3" creationId="{93AB7673-8601-38D2-A324-20BD626BED55}"/>
          </ac:spMkLst>
        </pc:spChg>
      </pc:sldChg>
      <pc:sldChg chg="modSp add mod">
        <pc:chgData name="Michael Bladt Stausholm" userId="aa5f8758-c00f-4915-8c94-9445905eb56e" providerId="ADAL" clId="{1F620B07-AEC0-4EB3-8BDA-EC04C980511D}" dt="2025-11-20T10:32:32.963" v="8077" actId="114"/>
        <pc:sldMkLst>
          <pc:docMk/>
          <pc:sldMk cId="3321670217" sldId="2134806427"/>
        </pc:sldMkLst>
        <pc:spChg chg="mod">
          <ac:chgData name="Michael Bladt Stausholm" userId="aa5f8758-c00f-4915-8c94-9445905eb56e" providerId="ADAL" clId="{1F620B07-AEC0-4EB3-8BDA-EC04C980511D}" dt="2025-11-17T09:55:41.373" v="3279" actId="20577"/>
          <ac:spMkLst>
            <pc:docMk/>
            <pc:sldMk cId="3321670217" sldId="2134806427"/>
            <ac:spMk id="2" creationId="{692B7808-40C3-D16C-DCCE-1554B86F63E8}"/>
          </ac:spMkLst>
        </pc:spChg>
        <pc:spChg chg="mod">
          <ac:chgData name="Michael Bladt Stausholm" userId="aa5f8758-c00f-4915-8c94-9445905eb56e" providerId="ADAL" clId="{1F620B07-AEC0-4EB3-8BDA-EC04C980511D}" dt="2025-11-20T10:32:32.963" v="8077" actId="114"/>
          <ac:spMkLst>
            <pc:docMk/>
            <pc:sldMk cId="3321670217" sldId="2134806427"/>
            <ac:spMk id="3" creationId="{A1DD18A5-6BA2-C3DE-91F3-DF12C0D47689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7T12:50:22.906" v="4649" actId="20577"/>
        <pc:sldMkLst>
          <pc:docMk/>
          <pc:sldMk cId="2671542527" sldId="2134806428"/>
        </pc:sldMkLst>
        <pc:spChg chg="mod">
          <ac:chgData name="Michael Bladt Stausholm" userId="aa5f8758-c00f-4915-8c94-9445905eb56e" providerId="ADAL" clId="{1F620B07-AEC0-4EB3-8BDA-EC04C980511D}" dt="2025-11-17T12:20:09.389" v="3920" actId="20577"/>
          <ac:spMkLst>
            <pc:docMk/>
            <pc:sldMk cId="2671542527" sldId="2134806428"/>
            <ac:spMk id="2" creationId="{0E7C1F2D-415E-68B9-C404-C8FB18EA356E}"/>
          </ac:spMkLst>
        </pc:spChg>
        <pc:spChg chg="mod">
          <ac:chgData name="Michael Bladt Stausholm" userId="aa5f8758-c00f-4915-8c94-9445905eb56e" providerId="ADAL" clId="{1F620B07-AEC0-4EB3-8BDA-EC04C980511D}" dt="2025-11-17T12:50:22.906" v="4649" actId="20577"/>
          <ac:spMkLst>
            <pc:docMk/>
            <pc:sldMk cId="2671542527" sldId="2134806428"/>
            <ac:spMk id="3" creationId="{BD02579E-1248-98FF-A507-05C5BA4438D6}"/>
          </ac:spMkLst>
        </pc:spChg>
      </pc:sldChg>
      <pc:sldChg chg="modSp add mod ord">
        <pc:chgData name="Michael Bladt Stausholm" userId="aa5f8758-c00f-4915-8c94-9445905eb56e" providerId="ADAL" clId="{1F620B07-AEC0-4EB3-8BDA-EC04C980511D}" dt="2025-11-17T12:42:47.067" v="4409" actId="20577"/>
        <pc:sldMkLst>
          <pc:docMk/>
          <pc:sldMk cId="164897544" sldId="2134806429"/>
        </pc:sldMkLst>
        <pc:spChg chg="mod">
          <ac:chgData name="Michael Bladt Stausholm" userId="aa5f8758-c00f-4915-8c94-9445905eb56e" providerId="ADAL" clId="{1F620B07-AEC0-4EB3-8BDA-EC04C980511D}" dt="2025-11-17T12:39:59.277" v="4088" actId="20577"/>
          <ac:spMkLst>
            <pc:docMk/>
            <pc:sldMk cId="164897544" sldId="2134806429"/>
            <ac:spMk id="2" creationId="{6CF77501-2D3D-CF3D-40F3-47E0C12DAD20}"/>
          </ac:spMkLst>
        </pc:spChg>
        <pc:spChg chg="mod">
          <ac:chgData name="Michael Bladt Stausholm" userId="aa5f8758-c00f-4915-8c94-9445905eb56e" providerId="ADAL" clId="{1F620B07-AEC0-4EB3-8BDA-EC04C980511D}" dt="2025-11-17T12:42:47.067" v="4409" actId="20577"/>
          <ac:spMkLst>
            <pc:docMk/>
            <pc:sldMk cId="164897544" sldId="2134806429"/>
            <ac:spMk id="3" creationId="{10A1EC68-9F16-BCF0-767A-9B7C7F68AD43}"/>
          </ac:spMkLst>
        </pc:spChg>
      </pc:sldChg>
      <pc:sldChg chg="addSp modSp add mod">
        <pc:chgData name="Michael Bladt Stausholm" userId="aa5f8758-c00f-4915-8c94-9445905eb56e" providerId="ADAL" clId="{1F620B07-AEC0-4EB3-8BDA-EC04C980511D}" dt="2025-11-17T12:46:44.696" v="4493" actId="1076"/>
        <pc:sldMkLst>
          <pc:docMk/>
          <pc:sldMk cId="2317574124" sldId="2134806430"/>
        </pc:sldMkLst>
        <pc:spChg chg="mod">
          <ac:chgData name="Michael Bladt Stausholm" userId="aa5f8758-c00f-4915-8c94-9445905eb56e" providerId="ADAL" clId="{1F620B07-AEC0-4EB3-8BDA-EC04C980511D}" dt="2025-11-17T12:46:22.037" v="4490" actId="1076"/>
          <ac:spMkLst>
            <pc:docMk/>
            <pc:sldMk cId="2317574124" sldId="2134806430"/>
            <ac:spMk id="2" creationId="{9FBB8795-588E-6609-DC34-358688D29A12}"/>
          </ac:spMkLst>
        </pc:spChg>
        <pc:spChg chg="mod">
          <ac:chgData name="Michael Bladt Stausholm" userId="aa5f8758-c00f-4915-8c94-9445905eb56e" providerId="ADAL" clId="{1F620B07-AEC0-4EB3-8BDA-EC04C980511D}" dt="2025-11-17T12:46:17.148" v="4488" actId="6549"/>
          <ac:spMkLst>
            <pc:docMk/>
            <pc:sldMk cId="2317574124" sldId="2134806430"/>
            <ac:spMk id="3" creationId="{2755F871-61FF-C43D-ABAF-0C3B6F264D69}"/>
          </ac:spMkLst>
        </pc:spChg>
        <pc:picChg chg="add mod">
          <ac:chgData name="Michael Bladt Stausholm" userId="aa5f8758-c00f-4915-8c94-9445905eb56e" providerId="ADAL" clId="{1F620B07-AEC0-4EB3-8BDA-EC04C980511D}" dt="2025-11-17T12:46:23.742" v="4491" actId="1076"/>
          <ac:picMkLst>
            <pc:docMk/>
            <pc:sldMk cId="2317574124" sldId="2134806430"/>
            <ac:picMk id="8" creationId="{8D9F6A33-876B-117D-0327-497F9DEB9CB1}"/>
          </ac:picMkLst>
        </pc:picChg>
        <pc:picChg chg="add mod">
          <ac:chgData name="Michael Bladt Stausholm" userId="aa5f8758-c00f-4915-8c94-9445905eb56e" providerId="ADAL" clId="{1F620B07-AEC0-4EB3-8BDA-EC04C980511D}" dt="2025-11-17T12:46:44.696" v="4493" actId="1076"/>
          <ac:picMkLst>
            <pc:docMk/>
            <pc:sldMk cId="2317574124" sldId="2134806430"/>
            <ac:picMk id="10" creationId="{973667AD-73BA-068C-BB8E-4A763A93A6B6}"/>
          </ac:picMkLst>
        </pc:picChg>
      </pc:sldChg>
      <pc:sldChg chg="addSp modSp add mod">
        <pc:chgData name="Michael Bladt Stausholm" userId="aa5f8758-c00f-4915-8c94-9445905eb56e" providerId="ADAL" clId="{1F620B07-AEC0-4EB3-8BDA-EC04C980511D}" dt="2025-11-17T12:51:09.812" v="4655" actId="1076"/>
        <pc:sldMkLst>
          <pc:docMk/>
          <pc:sldMk cId="2570114697" sldId="2134806432"/>
        </pc:sldMkLst>
        <pc:spChg chg="mod">
          <ac:chgData name="Michael Bladt Stausholm" userId="aa5f8758-c00f-4915-8c94-9445905eb56e" providerId="ADAL" clId="{1F620B07-AEC0-4EB3-8BDA-EC04C980511D}" dt="2025-11-17T12:51:04.321" v="4652" actId="6549"/>
          <ac:spMkLst>
            <pc:docMk/>
            <pc:sldMk cId="2570114697" sldId="2134806432"/>
            <ac:spMk id="3" creationId="{2788FBA5-8684-CA54-9AB8-BB79AE8F9261}"/>
          </ac:spMkLst>
        </pc:spChg>
        <pc:picChg chg="add mod">
          <ac:chgData name="Michael Bladt Stausholm" userId="aa5f8758-c00f-4915-8c94-9445905eb56e" providerId="ADAL" clId="{1F620B07-AEC0-4EB3-8BDA-EC04C980511D}" dt="2025-11-17T12:51:09.812" v="4655" actId="1076"/>
          <ac:picMkLst>
            <pc:docMk/>
            <pc:sldMk cId="2570114697" sldId="2134806432"/>
            <ac:picMk id="8" creationId="{2B285DDA-5545-2DFC-699E-C9AA29FADDAF}"/>
          </ac:picMkLst>
        </pc:picChg>
      </pc:sldChg>
      <pc:sldChg chg="modSp add mod">
        <pc:chgData name="Michael Bladt Stausholm" userId="aa5f8758-c00f-4915-8c94-9445905eb56e" providerId="ADAL" clId="{1F620B07-AEC0-4EB3-8BDA-EC04C980511D}" dt="2025-11-17T12:57:14.301" v="4960" actId="6549"/>
        <pc:sldMkLst>
          <pc:docMk/>
          <pc:sldMk cId="2975626291" sldId="2134806433"/>
        </pc:sldMkLst>
        <pc:spChg chg="mod">
          <ac:chgData name="Michael Bladt Stausholm" userId="aa5f8758-c00f-4915-8c94-9445905eb56e" providerId="ADAL" clId="{1F620B07-AEC0-4EB3-8BDA-EC04C980511D}" dt="2025-11-17T12:57:14.301" v="4960" actId="6549"/>
          <ac:spMkLst>
            <pc:docMk/>
            <pc:sldMk cId="2975626291" sldId="2134806433"/>
            <ac:spMk id="3" creationId="{AAE5ECC9-06BC-1971-3267-C40927F23ED2}"/>
          </ac:spMkLst>
        </pc:spChg>
      </pc:sldChg>
      <pc:sldChg chg="addSp modSp new mod">
        <pc:chgData name="Michael Bladt Stausholm" userId="aa5f8758-c00f-4915-8c94-9445905eb56e" providerId="ADAL" clId="{1F620B07-AEC0-4EB3-8BDA-EC04C980511D}" dt="2025-11-18T10:13:47.316" v="6490" actId="15"/>
        <pc:sldMkLst>
          <pc:docMk/>
          <pc:sldMk cId="4236420528" sldId="2134806434"/>
        </pc:sldMkLst>
        <pc:spChg chg="mod">
          <ac:chgData name="Michael Bladt Stausholm" userId="aa5f8758-c00f-4915-8c94-9445905eb56e" providerId="ADAL" clId="{1F620B07-AEC0-4EB3-8BDA-EC04C980511D}" dt="2025-11-18T10:09:34.349" v="6245" actId="20577"/>
          <ac:spMkLst>
            <pc:docMk/>
            <pc:sldMk cId="4236420528" sldId="2134806434"/>
            <ac:spMk id="2" creationId="{235E8445-F16E-48B3-9E1D-EBE4B75CF3CE}"/>
          </ac:spMkLst>
        </pc:spChg>
        <pc:spChg chg="mod">
          <ac:chgData name="Michael Bladt Stausholm" userId="aa5f8758-c00f-4915-8c94-9445905eb56e" providerId="ADAL" clId="{1F620B07-AEC0-4EB3-8BDA-EC04C980511D}" dt="2025-11-18T10:13:47.316" v="6490" actId="15"/>
          <ac:spMkLst>
            <pc:docMk/>
            <pc:sldMk cId="4236420528" sldId="2134806434"/>
            <ac:spMk id="3" creationId="{C60F9043-12FF-9AF3-6AD6-5484F1B29DDD}"/>
          </ac:spMkLst>
        </pc:spChg>
        <pc:picChg chg="add mod">
          <ac:chgData name="Michael Bladt Stausholm" userId="aa5f8758-c00f-4915-8c94-9445905eb56e" providerId="ADAL" clId="{1F620B07-AEC0-4EB3-8BDA-EC04C980511D}" dt="2025-11-18T10:08:49.710" v="6181" actId="1076"/>
          <ac:picMkLst>
            <pc:docMk/>
            <pc:sldMk cId="4236420528" sldId="2134806434"/>
            <ac:picMk id="8" creationId="{FBA71CEC-007D-0D13-5C16-41820577BAA3}"/>
          </ac:picMkLst>
        </pc:picChg>
      </pc:sldChg>
      <pc:sldChg chg="addSp delSp modSp add mod">
        <pc:chgData name="Michael Bladt Stausholm" userId="aa5f8758-c00f-4915-8c94-9445905eb56e" providerId="ADAL" clId="{1F620B07-AEC0-4EB3-8BDA-EC04C980511D}" dt="2025-11-18T09:33:18.229" v="6009" actId="21"/>
        <pc:sldMkLst>
          <pc:docMk/>
          <pc:sldMk cId="239632222" sldId="2134806435"/>
        </pc:sldMkLst>
        <pc:spChg chg="mod">
          <ac:chgData name="Michael Bladt Stausholm" userId="aa5f8758-c00f-4915-8c94-9445905eb56e" providerId="ADAL" clId="{1F620B07-AEC0-4EB3-8BDA-EC04C980511D}" dt="2025-11-17T12:57:48.935" v="4972" actId="20577"/>
          <ac:spMkLst>
            <pc:docMk/>
            <pc:sldMk cId="239632222" sldId="2134806435"/>
            <ac:spMk id="2" creationId="{4022FE02-6685-9F40-00A4-4982B37B601B}"/>
          </ac:spMkLst>
        </pc:spChg>
        <pc:spChg chg="mod">
          <ac:chgData name="Michael Bladt Stausholm" userId="aa5f8758-c00f-4915-8c94-9445905eb56e" providerId="ADAL" clId="{1F620B07-AEC0-4EB3-8BDA-EC04C980511D}" dt="2025-11-18T09:15:57.717" v="5490" actId="20577"/>
          <ac:spMkLst>
            <pc:docMk/>
            <pc:sldMk cId="239632222" sldId="2134806435"/>
            <ac:spMk id="3" creationId="{4D954BCA-4820-83D5-7E48-6D26A600AA59}"/>
          </ac:spMkLst>
        </pc:spChg>
        <pc:picChg chg="add mod">
          <ac:chgData name="Michael Bladt Stausholm" userId="aa5f8758-c00f-4915-8c94-9445905eb56e" providerId="ADAL" clId="{1F620B07-AEC0-4EB3-8BDA-EC04C980511D}" dt="2025-11-17T12:58:54.678" v="4980" actId="1076"/>
          <ac:picMkLst>
            <pc:docMk/>
            <pc:sldMk cId="239632222" sldId="2134806435"/>
            <ac:picMk id="8" creationId="{60B35398-8F9B-714F-4241-2435799AB528}"/>
          </ac:picMkLst>
        </pc:picChg>
      </pc:sldChg>
      <pc:sldChg chg="addSp delSp modSp add mod">
        <pc:chgData name="Michael Bladt Stausholm" userId="aa5f8758-c00f-4915-8c94-9445905eb56e" providerId="ADAL" clId="{1F620B07-AEC0-4EB3-8BDA-EC04C980511D}" dt="2025-11-18T10:08:03.691" v="6160" actId="20577"/>
        <pc:sldMkLst>
          <pc:docMk/>
          <pc:sldMk cId="3380873129" sldId="2134806436"/>
        </pc:sldMkLst>
        <pc:spChg chg="mod">
          <ac:chgData name="Michael Bladt Stausholm" userId="aa5f8758-c00f-4915-8c94-9445905eb56e" providerId="ADAL" clId="{1F620B07-AEC0-4EB3-8BDA-EC04C980511D}" dt="2025-11-18T10:08:03.691" v="6160" actId="20577"/>
          <ac:spMkLst>
            <pc:docMk/>
            <pc:sldMk cId="3380873129" sldId="2134806436"/>
            <ac:spMk id="3" creationId="{547B8976-C375-EBB4-905E-76E0B8C0C458}"/>
          </ac:spMkLst>
        </pc:spChg>
        <pc:picChg chg="add mod">
          <ac:chgData name="Michael Bladt Stausholm" userId="aa5f8758-c00f-4915-8c94-9445905eb56e" providerId="ADAL" clId="{1F620B07-AEC0-4EB3-8BDA-EC04C980511D}" dt="2025-11-18T09:17:26.689" v="5524" actId="1076"/>
          <ac:picMkLst>
            <pc:docMk/>
            <pc:sldMk cId="3380873129" sldId="2134806436"/>
            <ac:picMk id="9" creationId="{51BF8CFF-D00E-CAF6-1F4F-40B0DDE738FD}"/>
          </ac:picMkLst>
        </pc:picChg>
        <pc:picChg chg="add mod">
          <ac:chgData name="Michael Bladt Stausholm" userId="aa5f8758-c00f-4915-8c94-9445905eb56e" providerId="ADAL" clId="{1F620B07-AEC0-4EB3-8BDA-EC04C980511D}" dt="2025-11-18T09:17:32.947" v="5526" actId="14100"/>
          <ac:picMkLst>
            <pc:docMk/>
            <pc:sldMk cId="3380873129" sldId="2134806436"/>
            <ac:picMk id="11" creationId="{A70BD6FE-2DB9-7E12-9110-668AE40E7C84}"/>
          </ac:picMkLst>
        </pc:picChg>
      </pc:sldChg>
      <pc:sldChg chg="addSp modSp add mod">
        <pc:chgData name="Michael Bladt Stausholm" userId="aa5f8758-c00f-4915-8c94-9445905eb56e" providerId="ADAL" clId="{1F620B07-AEC0-4EB3-8BDA-EC04C980511D}" dt="2025-11-18T09:33:27.461" v="6013" actId="1076"/>
        <pc:sldMkLst>
          <pc:docMk/>
          <pc:sldMk cId="3214162236" sldId="2134806438"/>
        </pc:sldMkLst>
        <pc:spChg chg="mod">
          <ac:chgData name="Michael Bladt Stausholm" userId="aa5f8758-c00f-4915-8c94-9445905eb56e" providerId="ADAL" clId="{1F620B07-AEC0-4EB3-8BDA-EC04C980511D}" dt="2025-11-18T09:33:21.732" v="6011" actId="20577"/>
          <ac:spMkLst>
            <pc:docMk/>
            <pc:sldMk cId="3214162236" sldId="2134806438"/>
            <ac:spMk id="3" creationId="{F15D3244-BEE0-7FD4-79A1-47AD33B71AA2}"/>
          </ac:spMkLst>
        </pc:spChg>
        <pc:picChg chg="add mod">
          <ac:chgData name="Michael Bladt Stausholm" userId="aa5f8758-c00f-4915-8c94-9445905eb56e" providerId="ADAL" clId="{1F620B07-AEC0-4EB3-8BDA-EC04C980511D}" dt="2025-11-18T09:33:27.461" v="6013" actId="1076"/>
          <ac:picMkLst>
            <pc:docMk/>
            <pc:sldMk cId="3214162236" sldId="2134806438"/>
            <ac:picMk id="9" creationId="{4DA5C423-0B48-739E-80E0-AE8DD6BA9486}"/>
          </ac:picMkLst>
        </pc:picChg>
      </pc:sldChg>
      <pc:sldChg chg="addSp modSp add mod">
        <pc:chgData name="Michael Bladt Stausholm" userId="aa5f8758-c00f-4915-8c94-9445905eb56e" providerId="ADAL" clId="{1F620B07-AEC0-4EB3-8BDA-EC04C980511D}" dt="2025-11-18T09:36:35.068" v="6042" actId="1076"/>
        <pc:sldMkLst>
          <pc:docMk/>
          <pc:sldMk cId="1242645471" sldId="2134806439"/>
        </pc:sldMkLst>
        <pc:spChg chg="mod">
          <ac:chgData name="Michael Bladt Stausholm" userId="aa5f8758-c00f-4915-8c94-9445905eb56e" providerId="ADAL" clId="{1F620B07-AEC0-4EB3-8BDA-EC04C980511D}" dt="2025-11-18T09:36:27.780" v="6038" actId="6549"/>
          <ac:spMkLst>
            <pc:docMk/>
            <pc:sldMk cId="1242645471" sldId="2134806439"/>
            <ac:spMk id="3" creationId="{8906593D-797E-C382-94A6-EC3FA913D3EC}"/>
          </ac:spMkLst>
        </pc:spChg>
        <pc:picChg chg="add mod">
          <ac:chgData name="Michael Bladt Stausholm" userId="aa5f8758-c00f-4915-8c94-9445905eb56e" providerId="ADAL" clId="{1F620B07-AEC0-4EB3-8BDA-EC04C980511D}" dt="2025-11-18T09:31:59.512" v="6006" actId="1076"/>
          <ac:picMkLst>
            <pc:docMk/>
            <pc:sldMk cId="1242645471" sldId="2134806439"/>
            <ac:picMk id="9" creationId="{284E93F8-20CF-16BD-8754-DB644D6C6EAC}"/>
          </ac:picMkLst>
        </pc:picChg>
        <pc:picChg chg="add mod">
          <ac:chgData name="Michael Bladt Stausholm" userId="aa5f8758-c00f-4915-8c94-9445905eb56e" providerId="ADAL" clId="{1F620B07-AEC0-4EB3-8BDA-EC04C980511D}" dt="2025-11-18T09:31:51.008" v="6004" actId="1076"/>
          <ac:picMkLst>
            <pc:docMk/>
            <pc:sldMk cId="1242645471" sldId="2134806439"/>
            <ac:picMk id="11" creationId="{AB53B166-A4A7-322B-EF28-7C15C5E16D19}"/>
          </ac:picMkLst>
        </pc:picChg>
        <pc:picChg chg="add mod">
          <ac:chgData name="Michael Bladt Stausholm" userId="aa5f8758-c00f-4915-8c94-9445905eb56e" providerId="ADAL" clId="{1F620B07-AEC0-4EB3-8BDA-EC04C980511D}" dt="2025-11-18T09:36:35.068" v="6042" actId="1076"/>
          <ac:picMkLst>
            <pc:docMk/>
            <pc:sldMk cId="1242645471" sldId="2134806439"/>
            <ac:picMk id="13" creationId="{D92978E6-61C4-2CA8-BC11-358F47FB128B}"/>
          </ac:picMkLst>
        </pc:picChg>
      </pc:sldChg>
      <pc:sldChg chg="modSp add mod">
        <pc:chgData name="Michael Bladt Stausholm" userId="aa5f8758-c00f-4915-8c94-9445905eb56e" providerId="ADAL" clId="{1F620B07-AEC0-4EB3-8BDA-EC04C980511D}" dt="2025-11-18T10:16:19.886" v="6588" actId="20577"/>
        <pc:sldMkLst>
          <pc:docMk/>
          <pc:sldMk cId="833323723" sldId="2134806440"/>
        </pc:sldMkLst>
        <pc:spChg chg="mod">
          <ac:chgData name="Michael Bladt Stausholm" userId="aa5f8758-c00f-4915-8c94-9445905eb56e" providerId="ADAL" clId="{1F620B07-AEC0-4EB3-8BDA-EC04C980511D}" dt="2025-11-18T10:14:47.710" v="6570" actId="20577"/>
          <ac:spMkLst>
            <pc:docMk/>
            <pc:sldMk cId="833323723" sldId="2134806440"/>
            <ac:spMk id="2" creationId="{0277FD57-106E-76B0-B851-E77BB5D70113}"/>
          </ac:spMkLst>
        </pc:spChg>
        <pc:spChg chg="mod">
          <ac:chgData name="Michael Bladt Stausholm" userId="aa5f8758-c00f-4915-8c94-9445905eb56e" providerId="ADAL" clId="{1F620B07-AEC0-4EB3-8BDA-EC04C980511D}" dt="2025-11-18T10:16:19.886" v="6588" actId="20577"/>
          <ac:spMkLst>
            <pc:docMk/>
            <pc:sldMk cId="833323723" sldId="2134806440"/>
            <ac:spMk id="3" creationId="{3039B6D3-86B3-CB33-DFB1-1C3497929D2D}"/>
          </ac:spMkLst>
        </pc:spChg>
      </pc:sldChg>
      <pc:sldChg chg="addSp modSp add mod">
        <pc:chgData name="Michael Bladt Stausholm" userId="aa5f8758-c00f-4915-8c94-9445905eb56e" providerId="ADAL" clId="{1F620B07-AEC0-4EB3-8BDA-EC04C980511D}" dt="2025-11-18T10:14:42.998" v="6562" actId="20577"/>
        <pc:sldMkLst>
          <pc:docMk/>
          <pc:sldMk cId="1722368358" sldId="2134806441"/>
        </pc:sldMkLst>
        <pc:spChg chg="mod">
          <ac:chgData name="Michael Bladt Stausholm" userId="aa5f8758-c00f-4915-8c94-9445905eb56e" providerId="ADAL" clId="{1F620B07-AEC0-4EB3-8BDA-EC04C980511D}" dt="2025-11-18T10:14:42.998" v="6562" actId="20577"/>
          <ac:spMkLst>
            <pc:docMk/>
            <pc:sldMk cId="1722368358" sldId="2134806441"/>
            <ac:spMk id="2" creationId="{5DC9DC07-CB86-ED42-326A-D84883E20EB0}"/>
          </ac:spMkLst>
        </pc:spChg>
        <pc:spChg chg="mod">
          <ac:chgData name="Michael Bladt Stausholm" userId="aa5f8758-c00f-4915-8c94-9445905eb56e" providerId="ADAL" clId="{1F620B07-AEC0-4EB3-8BDA-EC04C980511D}" dt="2025-11-18T10:14:35.567" v="6552" actId="6549"/>
          <ac:spMkLst>
            <pc:docMk/>
            <pc:sldMk cId="1722368358" sldId="2134806441"/>
            <ac:spMk id="3" creationId="{CDF00066-06BF-A44D-0D12-553B61750B99}"/>
          </ac:spMkLst>
        </pc:spChg>
        <pc:picChg chg="add mod">
          <ac:chgData name="Michael Bladt Stausholm" userId="aa5f8758-c00f-4915-8c94-9445905eb56e" providerId="ADAL" clId="{1F620B07-AEC0-4EB3-8BDA-EC04C980511D}" dt="2025-11-18T10:14:38.629" v="6553" actId="1076"/>
          <ac:picMkLst>
            <pc:docMk/>
            <pc:sldMk cId="1722368358" sldId="2134806441"/>
            <ac:picMk id="9" creationId="{A9829839-0E1C-0DD2-71BC-0E145206F34D}"/>
          </ac:picMkLst>
        </pc:picChg>
      </pc:sldChg>
      <pc:sldChg chg="addSp delSp modSp add mod">
        <pc:chgData name="Michael Bladt Stausholm" userId="aa5f8758-c00f-4915-8c94-9445905eb56e" providerId="ADAL" clId="{1F620B07-AEC0-4EB3-8BDA-EC04C980511D}" dt="2025-11-18T10:29:46.382" v="7174" actId="14100"/>
        <pc:sldMkLst>
          <pc:docMk/>
          <pc:sldMk cId="4286081942" sldId="2134806442"/>
        </pc:sldMkLst>
        <pc:spChg chg="mod">
          <ac:chgData name="Michael Bladt Stausholm" userId="aa5f8758-c00f-4915-8c94-9445905eb56e" providerId="ADAL" clId="{1F620B07-AEC0-4EB3-8BDA-EC04C980511D}" dt="2025-11-18T10:20:33.341" v="6644" actId="20577"/>
          <ac:spMkLst>
            <pc:docMk/>
            <pc:sldMk cId="4286081942" sldId="2134806442"/>
            <ac:spMk id="2" creationId="{2FEF2F3A-B594-543E-8B2C-DDBB5138D45D}"/>
          </ac:spMkLst>
        </pc:spChg>
        <pc:spChg chg="mod">
          <ac:chgData name="Michael Bladt Stausholm" userId="aa5f8758-c00f-4915-8c94-9445905eb56e" providerId="ADAL" clId="{1F620B07-AEC0-4EB3-8BDA-EC04C980511D}" dt="2025-11-18T10:29:46.382" v="7174" actId="14100"/>
          <ac:spMkLst>
            <pc:docMk/>
            <pc:sldMk cId="4286081942" sldId="2134806442"/>
            <ac:spMk id="3" creationId="{1BADF025-7DB2-D4BF-C27C-E76840AA754A}"/>
          </ac:spMkLst>
        </pc:spChg>
        <pc:spChg chg="add mod">
          <ac:chgData name="Michael Bladt Stausholm" userId="aa5f8758-c00f-4915-8c94-9445905eb56e" providerId="ADAL" clId="{1F620B07-AEC0-4EB3-8BDA-EC04C980511D}" dt="2025-11-18T10:21:18.188" v="6710" actId="1076"/>
          <ac:spMkLst>
            <pc:docMk/>
            <pc:sldMk cId="4286081942" sldId="2134806442"/>
            <ac:spMk id="11" creationId="{19FFC6BF-36B6-1EB6-F2D1-D99B19A1F054}"/>
          </ac:spMkLst>
        </pc:spChg>
        <pc:spChg chg="add mod">
          <ac:chgData name="Michael Bladt Stausholm" userId="aa5f8758-c00f-4915-8c94-9445905eb56e" providerId="ADAL" clId="{1F620B07-AEC0-4EB3-8BDA-EC04C980511D}" dt="2025-11-18T10:21:25.455" v="6712" actId="1076"/>
          <ac:spMkLst>
            <pc:docMk/>
            <pc:sldMk cId="4286081942" sldId="2134806442"/>
            <ac:spMk id="12" creationId="{AC9A7E5E-614E-7DB6-84B3-73CD0DA7181A}"/>
          </ac:spMkLst>
        </pc:spChg>
        <pc:spChg chg="add mod">
          <ac:chgData name="Michael Bladt Stausholm" userId="aa5f8758-c00f-4915-8c94-9445905eb56e" providerId="ADAL" clId="{1F620B07-AEC0-4EB3-8BDA-EC04C980511D}" dt="2025-11-18T10:21:31.090" v="6714" actId="1076"/>
          <ac:spMkLst>
            <pc:docMk/>
            <pc:sldMk cId="4286081942" sldId="2134806442"/>
            <ac:spMk id="13" creationId="{01E69F68-6A24-178F-1649-2FE517FA3F02}"/>
          </ac:spMkLst>
        </pc:spChg>
        <pc:spChg chg="add mod">
          <ac:chgData name="Michael Bladt Stausholm" userId="aa5f8758-c00f-4915-8c94-9445905eb56e" providerId="ADAL" clId="{1F620B07-AEC0-4EB3-8BDA-EC04C980511D}" dt="2025-11-18T10:21:41.296" v="6716" actId="1076"/>
          <ac:spMkLst>
            <pc:docMk/>
            <pc:sldMk cId="4286081942" sldId="2134806442"/>
            <ac:spMk id="14" creationId="{8592CBED-A283-F8A6-7CEE-8F2F79AEB3F0}"/>
          </ac:spMkLst>
        </pc:spChg>
        <pc:picChg chg="add mod">
          <ac:chgData name="Michael Bladt Stausholm" userId="aa5f8758-c00f-4915-8c94-9445905eb56e" providerId="ADAL" clId="{1F620B07-AEC0-4EB3-8BDA-EC04C980511D}" dt="2025-11-18T10:20:20.046" v="6637" actId="1076"/>
          <ac:picMkLst>
            <pc:docMk/>
            <pc:sldMk cId="4286081942" sldId="2134806442"/>
            <ac:picMk id="10" creationId="{6B825AAA-93F9-1B5E-CD7C-F6B96766B7A3}"/>
          </ac:picMkLst>
        </pc:picChg>
      </pc:sldChg>
      <pc:sldChg chg="addSp delSp modSp add mod">
        <pc:chgData name="Michael Bladt Stausholm" userId="aa5f8758-c00f-4915-8c94-9445905eb56e" providerId="ADAL" clId="{1F620B07-AEC0-4EB3-8BDA-EC04C980511D}" dt="2025-11-18T10:29:09.423" v="7149" actId="5793"/>
        <pc:sldMkLst>
          <pc:docMk/>
          <pc:sldMk cId="3445142669" sldId="2134806443"/>
        </pc:sldMkLst>
        <pc:spChg chg="mod">
          <ac:chgData name="Michael Bladt Stausholm" userId="aa5f8758-c00f-4915-8c94-9445905eb56e" providerId="ADAL" clId="{1F620B07-AEC0-4EB3-8BDA-EC04C980511D}" dt="2025-11-18T10:25:04.960" v="6845" actId="20577"/>
          <ac:spMkLst>
            <pc:docMk/>
            <pc:sldMk cId="3445142669" sldId="2134806443"/>
            <ac:spMk id="2" creationId="{825447AF-2378-119B-50E2-8BDC31180369}"/>
          </ac:spMkLst>
        </pc:spChg>
        <pc:spChg chg="mod">
          <ac:chgData name="Michael Bladt Stausholm" userId="aa5f8758-c00f-4915-8c94-9445905eb56e" providerId="ADAL" clId="{1F620B07-AEC0-4EB3-8BDA-EC04C980511D}" dt="2025-11-18T10:27:52.272" v="7125" actId="20577"/>
          <ac:spMkLst>
            <pc:docMk/>
            <pc:sldMk cId="3445142669" sldId="2134806443"/>
            <ac:spMk id="3" creationId="{15381127-9EE3-F983-5B41-AECA8F48A2EB}"/>
          </ac:spMkLst>
        </pc:spChg>
        <pc:spChg chg="add mod">
          <ac:chgData name="Michael Bladt Stausholm" userId="aa5f8758-c00f-4915-8c94-9445905eb56e" providerId="ADAL" clId="{1F620B07-AEC0-4EB3-8BDA-EC04C980511D}" dt="2025-11-18T10:29:09.423" v="7149" actId="5793"/>
          <ac:spMkLst>
            <pc:docMk/>
            <pc:sldMk cId="3445142669" sldId="2134806443"/>
            <ac:spMk id="7" creationId="{4290AF53-F504-36B2-0396-470C0B5CB66D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8T10:32:29.078" v="7382" actId="6549"/>
        <pc:sldMkLst>
          <pc:docMk/>
          <pc:sldMk cId="209918864" sldId="2134806444"/>
        </pc:sldMkLst>
        <pc:spChg chg="mod">
          <ac:chgData name="Michael Bladt Stausholm" userId="aa5f8758-c00f-4915-8c94-9445905eb56e" providerId="ADAL" clId="{1F620B07-AEC0-4EB3-8BDA-EC04C980511D}" dt="2025-11-18T10:30:45.206" v="7210" actId="20577"/>
          <ac:spMkLst>
            <pc:docMk/>
            <pc:sldMk cId="209918864" sldId="2134806444"/>
            <ac:spMk id="2" creationId="{B9C27EC6-AA39-5D18-4ACE-CC29887EB3A3}"/>
          </ac:spMkLst>
        </pc:spChg>
        <pc:spChg chg="mod">
          <ac:chgData name="Michael Bladt Stausholm" userId="aa5f8758-c00f-4915-8c94-9445905eb56e" providerId="ADAL" clId="{1F620B07-AEC0-4EB3-8BDA-EC04C980511D}" dt="2025-11-18T10:32:29.078" v="7382" actId="6549"/>
          <ac:spMkLst>
            <pc:docMk/>
            <pc:sldMk cId="209918864" sldId="2134806444"/>
            <ac:spMk id="3" creationId="{AE954C8F-6C09-6D8D-5339-38064EB8A4D6}"/>
          </ac:spMkLst>
        </pc:spChg>
        <pc:spChg chg="mod">
          <ac:chgData name="Michael Bladt Stausholm" userId="aa5f8758-c00f-4915-8c94-9445905eb56e" providerId="ADAL" clId="{1F620B07-AEC0-4EB3-8BDA-EC04C980511D}" dt="2025-11-18T10:31:49.758" v="7291" actId="1076"/>
          <ac:spMkLst>
            <pc:docMk/>
            <pc:sldMk cId="209918864" sldId="2134806444"/>
            <ac:spMk id="7" creationId="{1518AD7D-1502-C4C7-F881-1D6B870CEED1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8T10:30:36.127" v="7199" actId="6549"/>
        <pc:sldMkLst>
          <pc:docMk/>
          <pc:sldMk cId="2686149367" sldId="2134806445"/>
        </pc:sldMkLst>
        <pc:spChg chg="mod">
          <ac:chgData name="Michael Bladt Stausholm" userId="aa5f8758-c00f-4915-8c94-9445905eb56e" providerId="ADAL" clId="{1F620B07-AEC0-4EB3-8BDA-EC04C980511D}" dt="2025-11-18T10:30:36.127" v="7199" actId="6549"/>
          <ac:spMkLst>
            <pc:docMk/>
            <pc:sldMk cId="2686149367" sldId="2134806445"/>
            <ac:spMk id="5" creationId="{66922444-C833-7AD7-41BB-08CC08B0A306}"/>
          </ac:spMkLst>
        </pc:spChg>
      </pc:sldChg>
      <pc:sldChg chg="delSp modSp add mod">
        <pc:chgData name="Michael Bladt Stausholm" userId="aa5f8758-c00f-4915-8c94-9445905eb56e" providerId="ADAL" clId="{1F620B07-AEC0-4EB3-8BDA-EC04C980511D}" dt="2025-11-18T10:38:41.881" v="8075" actId="20577"/>
        <pc:sldMkLst>
          <pc:docMk/>
          <pc:sldMk cId="2715972017" sldId="2134806446"/>
        </pc:sldMkLst>
        <pc:spChg chg="mod">
          <ac:chgData name="Michael Bladt Stausholm" userId="aa5f8758-c00f-4915-8c94-9445905eb56e" providerId="ADAL" clId="{1F620B07-AEC0-4EB3-8BDA-EC04C980511D}" dt="2025-11-18T10:36:17.284" v="7786" actId="20577"/>
          <ac:spMkLst>
            <pc:docMk/>
            <pc:sldMk cId="2715972017" sldId="2134806446"/>
            <ac:spMk id="2" creationId="{FA7D8A53-7724-F9F2-EDD8-2311BFDACE9C}"/>
          </ac:spMkLst>
        </pc:spChg>
        <pc:spChg chg="mod">
          <ac:chgData name="Michael Bladt Stausholm" userId="aa5f8758-c00f-4915-8c94-9445905eb56e" providerId="ADAL" clId="{1F620B07-AEC0-4EB3-8BDA-EC04C980511D}" dt="2025-11-18T10:38:41.881" v="8075" actId="20577"/>
          <ac:spMkLst>
            <pc:docMk/>
            <pc:sldMk cId="2715972017" sldId="2134806446"/>
            <ac:spMk id="3" creationId="{DE23E573-EDD6-AD02-0DE1-9DEF0D286144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8T10:33:18.077" v="7423" actId="20577"/>
        <pc:sldMkLst>
          <pc:docMk/>
          <pc:sldMk cId="814365001" sldId="2134806447"/>
        </pc:sldMkLst>
        <pc:spChg chg="mod">
          <ac:chgData name="Michael Bladt Stausholm" userId="aa5f8758-c00f-4915-8c94-9445905eb56e" providerId="ADAL" clId="{1F620B07-AEC0-4EB3-8BDA-EC04C980511D}" dt="2025-11-18T10:33:18.077" v="7423" actId="20577"/>
          <ac:spMkLst>
            <pc:docMk/>
            <pc:sldMk cId="814365001" sldId="2134806447"/>
            <ac:spMk id="5" creationId="{C08B9C59-D74E-E2A7-DB98-6D2ED3A8E5A2}"/>
          </ac:spMkLst>
        </pc:spChg>
      </pc:sldChg>
      <pc:sldChg chg="modSp mod">
        <pc:chgData name="Michael Bladt Stausholm" userId="aa5f8758-c00f-4915-8c94-9445905eb56e" providerId="ADAL" clId="{1F620B07-AEC0-4EB3-8BDA-EC04C980511D}" dt="2025-11-25T07:18:09.076" v="8081" actId="6549"/>
        <pc:sldMkLst>
          <pc:docMk/>
          <pc:sldMk cId="2950715487" sldId="2134806457"/>
        </pc:sldMkLst>
        <pc:spChg chg="mod">
          <ac:chgData name="Michael Bladt Stausholm" userId="aa5f8758-c00f-4915-8c94-9445905eb56e" providerId="ADAL" clId="{1F620B07-AEC0-4EB3-8BDA-EC04C980511D}" dt="2025-11-25T07:18:09.076" v="8081" actId="6549"/>
          <ac:spMkLst>
            <pc:docMk/>
            <pc:sldMk cId="2950715487" sldId="2134806457"/>
            <ac:spMk id="2" creationId="{981F4984-7F35-6A3E-4AC1-6D51830D5265}"/>
          </ac:spMkLst>
        </pc:spChg>
      </pc:sldChg>
    </pc:docChg>
  </pc:docChgLst>
  <pc:docChgLst>
    <pc:chgData name="Benjamin Salling Hvass" userId="S::benjamin.hvass@alexandra.dk::7f701290-7113-44e4-8483-3cbeee116501" providerId="AD" clId="Web-{544F51DC-CA6C-66BC-227F-005A715A0FAE}"/>
    <pc:docChg chg="addSld modSld sldOrd">
      <pc:chgData name="Benjamin Salling Hvass" userId="S::benjamin.hvass@alexandra.dk::7f701290-7113-44e4-8483-3cbeee116501" providerId="AD" clId="Web-{544F51DC-CA6C-66BC-227F-005A715A0FAE}" dt="2025-11-25T01:47:31.372" v="136" actId="20577"/>
      <pc:docMkLst>
        <pc:docMk/>
      </pc:docMkLst>
      <pc:sldChg chg="ord">
        <pc:chgData name="Benjamin Salling Hvass" userId="S::benjamin.hvass@alexandra.dk::7f701290-7113-44e4-8483-3cbeee116501" providerId="AD" clId="Web-{544F51DC-CA6C-66BC-227F-005A715A0FAE}" dt="2025-11-25T00:33:31.075" v="0"/>
        <pc:sldMkLst>
          <pc:docMk/>
          <pc:sldMk cId="646181339" sldId="2134806437"/>
        </pc:sldMkLst>
      </pc:sldChg>
      <pc:sldChg chg="modSp">
        <pc:chgData name="Benjamin Salling Hvass" userId="S::benjamin.hvass@alexandra.dk::7f701290-7113-44e4-8483-3cbeee116501" providerId="AD" clId="Web-{544F51DC-CA6C-66BC-227F-005A715A0FAE}" dt="2025-11-25T00:52:52.527" v="23" actId="20577"/>
        <pc:sldMkLst>
          <pc:docMk/>
          <pc:sldMk cId="506634942" sldId="2134806450"/>
        </pc:sldMkLst>
        <pc:spChg chg="mod">
          <ac:chgData name="Benjamin Salling Hvass" userId="S::benjamin.hvass@alexandra.dk::7f701290-7113-44e4-8483-3cbeee116501" providerId="AD" clId="Web-{544F51DC-CA6C-66BC-227F-005A715A0FAE}" dt="2025-11-25T00:33:53.451" v="10" actId="20577"/>
          <ac:spMkLst>
            <pc:docMk/>
            <pc:sldMk cId="506634942" sldId="2134806450"/>
            <ac:spMk id="2" creationId="{5816114B-4B92-8AF4-EB84-0976CFF79FA2}"/>
          </ac:spMkLst>
        </pc:spChg>
        <pc:spChg chg="mod">
          <ac:chgData name="Benjamin Salling Hvass" userId="S::benjamin.hvass@alexandra.dk::7f701290-7113-44e4-8483-3cbeee116501" providerId="AD" clId="Web-{544F51DC-CA6C-66BC-227F-005A715A0FAE}" dt="2025-11-25T00:52:52.527" v="23" actId="20577"/>
          <ac:spMkLst>
            <pc:docMk/>
            <pc:sldMk cId="506634942" sldId="2134806450"/>
            <ac:spMk id="3" creationId="{67F63FB3-3D12-9697-D967-D355511EE665}"/>
          </ac:spMkLst>
        </pc:spChg>
      </pc:sldChg>
      <pc:sldChg chg="modSp">
        <pc:chgData name="Benjamin Salling Hvass" userId="S::benjamin.hvass@alexandra.dk::7f701290-7113-44e4-8483-3cbeee116501" providerId="AD" clId="Web-{544F51DC-CA6C-66BC-227F-005A715A0FAE}" dt="2025-11-25T01:46:20.993" v="80" actId="20577"/>
        <pc:sldMkLst>
          <pc:docMk/>
          <pc:sldMk cId="1275720165" sldId="2134806452"/>
        </pc:sldMkLst>
        <pc:spChg chg="mod">
          <ac:chgData name="Benjamin Salling Hvass" userId="S::benjamin.hvass@alexandra.dk::7f701290-7113-44e4-8483-3cbeee116501" providerId="AD" clId="Web-{544F51DC-CA6C-66BC-227F-005A715A0FAE}" dt="2025-11-25T01:46:20.993" v="80" actId="20577"/>
          <ac:spMkLst>
            <pc:docMk/>
            <pc:sldMk cId="1275720165" sldId="2134806452"/>
            <ac:spMk id="3" creationId="{772EA862-372A-3BC0-8BA0-A27AD35C1B10}"/>
          </ac:spMkLst>
        </pc:spChg>
      </pc:sldChg>
      <pc:sldChg chg="modSp new">
        <pc:chgData name="Benjamin Salling Hvass" userId="S::benjamin.hvass@alexandra.dk::7f701290-7113-44e4-8483-3cbeee116501" providerId="AD" clId="Web-{544F51DC-CA6C-66BC-227F-005A715A0FAE}" dt="2025-11-25T01:47:31.372" v="136" actId="20577"/>
        <pc:sldMkLst>
          <pc:docMk/>
          <pc:sldMk cId="3686596988" sldId="2134806453"/>
        </pc:sldMkLst>
        <pc:spChg chg="mod">
          <ac:chgData name="Benjamin Salling Hvass" userId="S::benjamin.hvass@alexandra.dk::7f701290-7113-44e4-8483-3cbeee116501" providerId="AD" clId="Web-{544F51DC-CA6C-66BC-227F-005A715A0FAE}" dt="2025-11-25T01:46:32.009" v="85" actId="20577"/>
          <ac:spMkLst>
            <pc:docMk/>
            <pc:sldMk cId="3686596988" sldId="2134806453"/>
            <ac:spMk id="2" creationId="{C3BC6CEF-2275-8546-DDDC-3B3C543ADA70}"/>
          </ac:spMkLst>
        </pc:spChg>
        <pc:spChg chg="mod">
          <ac:chgData name="Benjamin Salling Hvass" userId="S::benjamin.hvass@alexandra.dk::7f701290-7113-44e4-8483-3cbeee116501" providerId="AD" clId="Web-{544F51DC-CA6C-66BC-227F-005A715A0FAE}" dt="2025-11-25T01:47:31.372" v="136" actId="20577"/>
          <ac:spMkLst>
            <pc:docMk/>
            <pc:sldMk cId="3686596988" sldId="2134806453"/>
            <ac:spMk id="3" creationId="{8A78CCA1-3DE6-8EBC-3F43-4651D2DE226B}"/>
          </ac:spMkLst>
        </pc:spChg>
      </pc:sldChg>
    </pc:docChg>
  </pc:docChgLst>
  <pc:docChgLst>
    <pc:chgData name="Michael Bladt Stausholm" userId="aa5f8758-c00f-4915-8c94-9445905eb56e" providerId="ADAL" clId="{646AFB26-0E24-4480-A568-8C32D46024CD}"/>
    <pc:docChg chg="undo custSel addSld delSld modSld sldOrd">
      <pc:chgData name="Michael Bladt Stausholm" userId="aa5f8758-c00f-4915-8c94-9445905eb56e" providerId="ADAL" clId="{646AFB26-0E24-4480-A568-8C32D46024CD}" dt="2025-11-19T06:55:23.238" v="2696"/>
      <pc:docMkLst>
        <pc:docMk/>
      </pc:docMkLst>
      <pc:sldChg chg="modSp add mod">
        <pc:chgData name="Michael Bladt Stausholm" userId="aa5f8758-c00f-4915-8c94-9445905eb56e" providerId="ADAL" clId="{646AFB26-0E24-4480-A568-8C32D46024CD}" dt="2025-11-05T09:04:30.264" v="1288" actId="20577"/>
        <pc:sldMkLst>
          <pc:docMk/>
          <pc:sldMk cId="2268625030" sldId="1892"/>
        </pc:sldMkLst>
        <pc:spChg chg="mod">
          <ac:chgData name="Michael Bladt Stausholm" userId="aa5f8758-c00f-4915-8c94-9445905eb56e" providerId="ADAL" clId="{646AFB26-0E24-4480-A568-8C32D46024CD}" dt="2025-11-05T09:03:20.778" v="1256" actId="6549"/>
          <ac:spMkLst>
            <pc:docMk/>
            <pc:sldMk cId="2268625030" sldId="1892"/>
            <ac:spMk id="8" creationId="{2B134C01-DCF9-EBB3-B599-22355F7160DD}"/>
          </ac:spMkLst>
        </pc:spChg>
        <pc:graphicFrameChg chg="modGraphic">
          <ac:chgData name="Michael Bladt Stausholm" userId="aa5f8758-c00f-4915-8c94-9445905eb56e" providerId="ADAL" clId="{646AFB26-0E24-4480-A568-8C32D46024CD}" dt="2025-11-05T09:04:30.264" v="1288" actId="20577"/>
          <ac:graphicFrameMkLst>
            <pc:docMk/>
            <pc:sldMk cId="2268625030" sldId="1892"/>
            <ac:graphicFrameMk id="12" creationId="{FD0F3D2A-80BC-E81B-5707-D4038016C2C3}"/>
          </ac:graphicFrameMkLst>
        </pc:graphicFrameChg>
      </pc:sldChg>
      <pc:sldChg chg="addSp delSp modSp mod">
        <pc:chgData name="Michael Bladt Stausholm" userId="aa5f8758-c00f-4915-8c94-9445905eb56e" providerId="ADAL" clId="{646AFB26-0E24-4480-A568-8C32D46024CD}" dt="2025-11-19T06:33:42.884" v="2598" actId="1076"/>
        <pc:sldMkLst>
          <pc:docMk/>
          <pc:sldMk cId="2246094001" sldId="2134806323"/>
        </pc:sldMkLst>
        <pc:spChg chg="mod">
          <ac:chgData name="Michael Bladt Stausholm" userId="aa5f8758-c00f-4915-8c94-9445905eb56e" providerId="ADAL" clId="{646AFB26-0E24-4480-A568-8C32D46024CD}" dt="2025-11-19T06:32:51.634" v="2585" actId="20577"/>
          <ac:spMkLst>
            <pc:docMk/>
            <pc:sldMk cId="2246094001" sldId="2134806323"/>
            <ac:spMk id="2" creationId="{A505B2D4-0880-1F05-095C-ACDEAFD9524C}"/>
          </ac:spMkLst>
        </pc:spChg>
        <pc:spChg chg="mod">
          <ac:chgData name="Michael Bladt Stausholm" userId="aa5f8758-c00f-4915-8c94-9445905eb56e" providerId="ADAL" clId="{646AFB26-0E24-4480-A568-8C32D46024CD}" dt="2025-11-19T06:32:54.204" v="2587" actId="6549"/>
          <ac:spMkLst>
            <pc:docMk/>
            <pc:sldMk cId="2246094001" sldId="2134806323"/>
            <ac:spMk id="3" creationId="{EFEEDBB5-EA70-C7C0-4B17-04A48139EE6A}"/>
          </ac:spMkLst>
        </pc:spChg>
        <pc:picChg chg="add mod">
          <ac:chgData name="Michael Bladt Stausholm" userId="aa5f8758-c00f-4915-8c94-9445905eb56e" providerId="ADAL" clId="{646AFB26-0E24-4480-A568-8C32D46024CD}" dt="2025-11-19T06:33:42.884" v="2598" actId="1076"/>
          <ac:picMkLst>
            <pc:docMk/>
            <pc:sldMk cId="2246094001" sldId="2134806323"/>
            <ac:picMk id="10" creationId="{DCD5AE72-588F-3379-DFC8-8F7577529BA0}"/>
          </ac:picMkLst>
        </pc:picChg>
        <pc:picChg chg="add mod modCrop">
          <ac:chgData name="Michael Bladt Stausholm" userId="aa5f8758-c00f-4915-8c94-9445905eb56e" providerId="ADAL" clId="{646AFB26-0E24-4480-A568-8C32D46024CD}" dt="2025-11-19T06:33:40.938" v="2597" actId="1076"/>
          <ac:picMkLst>
            <pc:docMk/>
            <pc:sldMk cId="2246094001" sldId="2134806323"/>
            <ac:picMk id="14" creationId="{2B043A59-FA8F-1081-2E86-C1DE618DF62E}"/>
          </ac:picMkLst>
        </pc:picChg>
      </pc:sldChg>
      <pc:sldChg chg="addSp delSp modSp mod modNotesTx">
        <pc:chgData name="Michael Bladt Stausholm" userId="aa5f8758-c00f-4915-8c94-9445905eb56e" providerId="ADAL" clId="{646AFB26-0E24-4480-A568-8C32D46024CD}" dt="2025-11-19T06:53:25.142" v="2670" actId="1076"/>
        <pc:sldMkLst>
          <pc:docMk/>
          <pc:sldMk cId="3051502345" sldId="2134806325"/>
        </pc:sldMkLst>
        <pc:spChg chg="mod">
          <ac:chgData name="Michael Bladt Stausholm" userId="aa5f8758-c00f-4915-8c94-9445905eb56e" providerId="ADAL" clId="{646AFB26-0E24-4480-A568-8C32D46024CD}" dt="2025-11-05T13:42:21.116" v="1560" actId="20577"/>
          <ac:spMkLst>
            <pc:docMk/>
            <pc:sldMk cId="3051502345" sldId="2134806325"/>
            <ac:spMk id="3" creationId="{8A05D02E-F6A2-B4ED-4191-D3D767896F83}"/>
          </ac:spMkLst>
        </pc:spChg>
        <pc:picChg chg="add mod">
          <ac:chgData name="Michael Bladt Stausholm" userId="aa5f8758-c00f-4915-8c94-9445905eb56e" providerId="ADAL" clId="{646AFB26-0E24-4480-A568-8C32D46024CD}" dt="2025-11-19T06:53:25.142" v="2670" actId="1076"/>
          <ac:picMkLst>
            <pc:docMk/>
            <pc:sldMk cId="3051502345" sldId="2134806325"/>
            <ac:picMk id="8" creationId="{B61F3731-E366-D778-75BF-78E0DADD8F6B}"/>
          </ac:picMkLst>
        </pc:picChg>
        <pc:picChg chg="add mod">
          <ac:chgData name="Michael Bladt Stausholm" userId="aa5f8758-c00f-4915-8c94-9445905eb56e" providerId="ADAL" clId="{646AFB26-0E24-4480-A568-8C32D46024CD}" dt="2025-11-05T13:53:34.749" v="1807" actId="1076"/>
          <ac:picMkLst>
            <pc:docMk/>
            <pc:sldMk cId="3051502345" sldId="2134806325"/>
            <ac:picMk id="10" creationId="{045BB740-2C8C-CDAA-A2DE-0AABB05D76F7}"/>
          </ac:picMkLst>
        </pc:picChg>
      </pc:sldChg>
      <pc:sldChg chg="addSp modSp mod modClrScheme chgLayout">
        <pc:chgData name="Michael Bladt Stausholm" userId="aa5f8758-c00f-4915-8c94-9445905eb56e" providerId="ADAL" clId="{646AFB26-0E24-4480-A568-8C32D46024CD}" dt="2025-11-19T06:36:08.859" v="2636" actId="20577"/>
        <pc:sldMkLst>
          <pc:docMk/>
          <pc:sldMk cId="1878718517" sldId="2134806326"/>
        </pc:sldMkLst>
        <pc:spChg chg="mod">
          <ac:chgData name="Michael Bladt Stausholm" userId="aa5f8758-c00f-4915-8c94-9445905eb56e" providerId="ADAL" clId="{646AFB26-0E24-4480-A568-8C32D46024CD}" dt="2025-11-19T06:35:55.203" v="2630" actId="26606"/>
          <ac:spMkLst>
            <pc:docMk/>
            <pc:sldMk cId="1878718517" sldId="2134806326"/>
            <ac:spMk id="2" creationId="{D678D414-BDDC-E275-EFD4-A2497B9C8D61}"/>
          </ac:spMkLst>
        </pc:spChg>
        <pc:spChg chg="mod ord">
          <ac:chgData name="Michael Bladt Stausholm" userId="aa5f8758-c00f-4915-8c94-9445905eb56e" providerId="ADAL" clId="{646AFB26-0E24-4480-A568-8C32D46024CD}" dt="2025-11-19T06:36:08.859" v="2636" actId="20577"/>
          <ac:spMkLst>
            <pc:docMk/>
            <pc:sldMk cId="1878718517" sldId="2134806326"/>
            <ac:spMk id="3" creationId="{CDAC7AB8-5A08-4C38-F7F5-680F54009D2F}"/>
          </ac:spMkLst>
        </pc:spChg>
        <pc:spChg chg="mod">
          <ac:chgData name="Michael Bladt Stausholm" userId="aa5f8758-c00f-4915-8c94-9445905eb56e" providerId="ADAL" clId="{646AFB26-0E24-4480-A568-8C32D46024CD}" dt="2025-11-19T06:35:55.203" v="2630" actId="26606"/>
          <ac:spMkLst>
            <pc:docMk/>
            <pc:sldMk cId="1878718517" sldId="2134806326"/>
            <ac:spMk id="4" creationId="{85245F2F-DB69-C82B-D72F-3E532F77ED13}"/>
          </ac:spMkLst>
        </pc:spChg>
        <pc:spChg chg="mod">
          <ac:chgData name="Michael Bladt Stausholm" userId="aa5f8758-c00f-4915-8c94-9445905eb56e" providerId="ADAL" clId="{646AFB26-0E24-4480-A568-8C32D46024CD}" dt="2025-11-19T06:35:55.203" v="2630" actId="26606"/>
          <ac:spMkLst>
            <pc:docMk/>
            <pc:sldMk cId="1878718517" sldId="2134806326"/>
            <ac:spMk id="5" creationId="{04E7E86A-8CF2-3736-7DD0-515605209F5B}"/>
          </ac:spMkLst>
        </pc:spChg>
        <pc:spChg chg="mod">
          <ac:chgData name="Michael Bladt Stausholm" userId="aa5f8758-c00f-4915-8c94-9445905eb56e" providerId="ADAL" clId="{646AFB26-0E24-4480-A568-8C32D46024CD}" dt="2025-11-19T06:35:55.203" v="2630" actId="26606"/>
          <ac:spMkLst>
            <pc:docMk/>
            <pc:sldMk cId="1878718517" sldId="2134806326"/>
            <ac:spMk id="6" creationId="{64877B7B-1201-4220-ABB1-1AA0BB5A242D}"/>
          </ac:spMkLst>
        </pc:spChg>
        <pc:picChg chg="add mod ord">
          <ac:chgData name="Michael Bladt Stausholm" userId="aa5f8758-c00f-4915-8c94-9445905eb56e" providerId="ADAL" clId="{646AFB26-0E24-4480-A568-8C32D46024CD}" dt="2025-11-19T06:35:55.203" v="2630" actId="26606"/>
          <ac:picMkLst>
            <pc:docMk/>
            <pc:sldMk cId="1878718517" sldId="2134806326"/>
            <ac:picMk id="3074" creationId="{BDF17C3F-BAE0-ACF8-614D-F49AE39745A2}"/>
          </ac:picMkLst>
        </pc:picChg>
      </pc:sldChg>
      <pc:sldChg chg="modAnim">
        <pc:chgData name="Michael Bladt Stausholm" userId="aa5f8758-c00f-4915-8c94-9445905eb56e" providerId="ADAL" clId="{646AFB26-0E24-4480-A568-8C32D46024CD}" dt="2025-11-19T06:55:23.238" v="2696"/>
        <pc:sldMkLst>
          <pc:docMk/>
          <pc:sldMk cId="2495902829" sldId="2134806327"/>
        </pc:sldMkLst>
      </pc:sldChg>
      <pc:sldChg chg="addSp modSp mod">
        <pc:chgData name="Michael Bladt Stausholm" userId="aa5f8758-c00f-4915-8c94-9445905eb56e" providerId="ADAL" clId="{646AFB26-0E24-4480-A568-8C32D46024CD}" dt="2025-11-19T06:53:02.484" v="2668" actId="20577"/>
        <pc:sldMkLst>
          <pc:docMk/>
          <pc:sldMk cId="1706529443" sldId="2134806328"/>
        </pc:sldMkLst>
        <pc:spChg chg="mod">
          <ac:chgData name="Michael Bladt Stausholm" userId="aa5f8758-c00f-4915-8c94-9445905eb56e" providerId="ADAL" clId="{646AFB26-0E24-4480-A568-8C32D46024CD}" dt="2025-11-19T06:53:02.484" v="2668" actId="20577"/>
          <ac:spMkLst>
            <pc:docMk/>
            <pc:sldMk cId="1706529443" sldId="2134806328"/>
            <ac:spMk id="3" creationId="{E59B6A8C-688B-39CA-55E7-E049F0EB3F1F}"/>
          </ac:spMkLst>
        </pc:spChg>
        <pc:picChg chg="add mod">
          <ac:chgData name="Michael Bladt Stausholm" userId="aa5f8758-c00f-4915-8c94-9445905eb56e" providerId="ADAL" clId="{646AFB26-0E24-4480-A568-8C32D46024CD}" dt="2025-11-19T06:52:24.645" v="2656" actId="1076"/>
          <ac:picMkLst>
            <pc:docMk/>
            <pc:sldMk cId="1706529443" sldId="2134806328"/>
            <ac:picMk id="8" creationId="{7AE4A55E-2A81-5C1A-0140-92E8DF49F329}"/>
          </ac:picMkLst>
        </pc:picChg>
        <pc:picChg chg="add mod">
          <ac:chgData name="Michael Bladt Stausholm" userId="aa5f8758-c00f-4915-8c94-9445905eb56e" providerId="ADAL" clId="{646AFB26-0E24-4480-A568-8C32D46024CD}" dt="2025-11-19T06:52:52.160" v="2658" actId="1076"/>
          <ac:picMkLst>
            <pc:docMk/>
            <pc:sldMk cId="1706529443" sldId="2134806328"/>
            <ac:picMk id="10" creationId="{5160A3F4-3B0F-71FC-E96C-A3009AB4F8A8}"/>
          </ac:picMkLst>
        </pc:picChg>
      </pc:sldChg>
      <pc:sldChg chg="modSp modAnim">
        <pc:chgData name="Michael Bladt Stausholm" userId="aa5f8758-c00f-4915-8c94-9445905eb56e" providerId="ADAL" clId="{646AFB26-0E24-4480-A568-8C32D46024CD}" dt="2025-11-19T06:34:13.116" v="2620" actId="15"/>
        <pc:sldMkLst>
          <pc:docMk/>
          <pc:sldMk cId="2199203141" sldId="2134806329"/>
        </pc:sldMkLst>
        <pc:spChg chg="mod">
          <ac:chgData name="Michael Bladt Stausholm" userId="aa5f8758-c00f-4915-8c94-9445905eb56e" providerId="ADAL" clId="{646AFB26-0E24-4480-A568-8C32D46024CD}" dt="2025-11-19T06:34:13.116" v="2620" actId="15"/>
          <ac:spMkLst>
            <pc:docMk/>
            <pc:sldMk cId="2199203141" sldId="2134806329"/>
            <ac:spMk id="3" creationId="{BC01F7F2-DA63-AB61-A9C9-C240EF6B4D6E}"/>
          </ac:spMkLst>
        </pc:spChg>
      </pc:sldChg>
      <pc:sldChg chg="modSp mod">
        <pc:chgData name="Michael Bladt Stausholm" userId="aa5f8758-c00f-4915-8c94-9445905eb56e" providerId="ADAL" clId="{646AFB26-0E24-4480-A568-8C32D46024CD}" dt="2025-11-05T13:53:15.942" v="1804" actId="20577"/>
        <pc:sldMkLst>
          <pc:docMk/>
          <pc:sldMk cId="2672343304" sldId="2134806331"/>
        </pc:sldMkLst>
        <pc:spChg chg="mod">
          <ac:chgData name="Michael Bladt Stausholm" userId="aa5f8758-c00f-4915-8c94-9445905eb56e" providerId="ADAL" clId="{646AFB26-0E24-4480-A568-8C32D46024CD}" dt="2025-11-05T13:38:24.106" v="1440" actId="20577"/>
          <ac:spMkLst>
            <pc:docMk/>
            <pc:sldMk cId="2672343304" sldId="2134806331"/>
            <ac:spMk id="2" creationId="{9C11BE24-AAC7-FAFE-8380-83F64F854B05}"/>
          </ac:spMkLst>
        </pc:spChg>
        <pc:spChg chg="mod">
          <ac:chgData name="Michael Bladt Stausholm" userId="aa5f8758-c00f-4915-8c94-9445905eb56e" providerId="ADAL" clId="{646AFB26-0E24-4480-A568-8C32D46024CD}" dt="2025-11-05T13:53:15.942" v="1804" actId="20577"/>
          <ac:spMkLst>
            <pc:docMk/>
            <pc:sldMk cId="2672343304" sldId="2134806331"/>
            <ac:spMk id="3" creationId="{E5081C3E-0F08-7DB6-C83E-9B200587181A}"/>
          </ac:spMkLst>
        </pc:spChg>
      </pc:sldChg>
      <pc:sldChg chg="addSp modSp mod ord">
        <pc:chgData name="Michael Bladt Stausholm" userId="aa5f8758-c00f-4915-8c94-9445905eb56e" providerId="ADAL" clId="{646AFB26-0E24-4480-A568-8C32D46024CD}" dt="2025-11-19T06:35:01.628" v="2626" actId="1076"/>
        <pc:sldMkLst>
          <pc:docMk/>
          <pc:sldMk cId="3214865903" sldId="2134806341"/>
        </pc:sldMkLst>
        <pc:spChg chg="mod">
          <ac:chgData name="Michael Bladt Stausholm" userId="aa5f8758-c00f-4915-8c94-9445905eb56e" providerId="ADAL" clId="{646AFB26-0E24-4480-A568-8C32D46024CD}" dt="2025-11-19T06:27:06.635" v="2549" actId="14100"/>
          <ac:spMkLst>
            <pc:docMk/>
            <pc:sldMk cId="3214865903" sldId="2134806341"/>
            <ac:spMk id="3" creationId="{BCBD226A-1419-11F1-E00C-3CB604C8DE13}"/>
          </ac:spMkLst>
        </pc:spChg>
        <pc:picChg chg="add mod">
          <ac:chgData name="Michael Bladt Stausholm" userId="aa5f8758-c00f-4915-8c94-9445905eb56e" providerId="ADAL" clId="{646AFB26-0E24-4480-A568-8C32D46024CD}" dt="2025-11-19T06:35:01.628" v="2626" actId="1076"/>
          <ac:picMkLst>
            <pc:docMk/>
            <pc:sldMk cId="3214865903" sldId="2134806341"/>
            <ac:picMk id="7" creationId="{172DBDD6-C290-BF3D-6F0E-B0CE6AD8373C}"/>
          </ac:picMkLst>
        </pc:picChg>
      </pc:sldChg>
      <pc:sldChg chg="addSp modSp add mod">
        <pc:chgData name="Michael Bladt Stausholm" userId="aa5f8758-c00f-4915-8c94-9445905eb56e" providerId="ADAL" clId="{646AFB26-0E24-4480-A568-8C32D46024CD}" dt="2025-11-19T06:34:22.154" v="2622" actId="14100"/>
        <pc:sldMkLst>
          <pc:docMk/>
          <pc:sldMk cId="1449542866" sldId="2134806410"/>
        </pc:sldMkLst>
        <pc:spChg chg="mod">
          <ac:chgData name="Michael Bladt Stausholm" userId="aa5f8758-c00f-4915-8c94-9445905eb56e" providerId="ADAL" clId="{646AFB26-0E24-4480-A568-8C32D46024CD}" dt="2025-11-05T13:22:45.600" v="1309" actId="20577"/>
          <ac:spMkLst>
            <pc:docMk/>
            <pc:sldMk cId="1449542866" sldId="2134806410"/>
            <ac:spMk id="2" creationId="{0B65A7FF-71EA-4871-D18C-877B2D85A364}"/>
          </ac:spMkLst>
        </pc:spChg>
        <pc:spChg chg="mod">
          <ac:chgData name="Michael Bladt Stausholm" userId="aa5f8758-c00f-4915-8c94-9445905eb56e" providerId="ADAL" clId="{646AFB26-0E24-4480-A568-8C32D46024CD}" dt="2025-11-05T13:22:47.873" v="1310" actId="6549"/>
          <ac:spMkLst>
            <pc:docMk/>
            <pc:sldMk cId="1449542866" sldId="2134806410"/>
            <ac:spMk id="3" creationId="{A2F67A1E-D039-749B-CB8A-4D3CFA637B73}"/>
          </ac:spMkLst>
        </pc:spChg>
        <pc:spChg chg="add mod">
          <ac:chgData name="Michael Bladt Stausholm" userId="aa5f8758-c00f-4915-8c94-9445905eb56e" providerId="ADAL" clId="{646AFB26-0E24-4480-A568-8C32D46024CD}" dt="2025-11-19T06:34:22.154" v="2622" actId="14100"/>
          <ac:spMkLst>
            <pc:docMk/>
            <pc:sldMk cId="1449542866" sldId="2134806410"/>
            <ac:spMk id="7" creationId="{A09F2C20-70B9-AE15-BCD4-C6EB0A31F5C9}"/>
          </ac:spMkLst>
        </pc:spChg>
        <pc:picChg chg="add mod">
          <ac:chgData name="Michael Bladt Stausholm" userId="aa5f8758-c00f-4915-8c94-9445905eb56e" providerId="ADAL" clId="{646AFB26-0E24-4480-A568-8C32D46024CD}" dt="2025-11-19T06:29:06.958" v="2568" actId="14100"/>
          <ac:picMkLst>
            <pc:docMk/>
            <pc:sldMk cId="1449542866" sldId="2134806410"/>
            <ac:picMk id="1026" creationId="{C8198F65-4190-2171-894A-8F014C7235DB}"/>
          </ac:picMkLst>
        </pc:picChg>
      </pc:sldChg>
      <pc:sldChg chg="addSp delSp modSp add mod modAnim">
        <pc:chgData name="Michael Bladt Stausholm" userId="aa5f8758-c00f-4915-8c94-9445905eb56e" providerId="ADAL" clId="{646AFB26-0E24-4480-A568-8C32D46024CD}" dt="2025-11-19T06:54:24.824" v="2692"/>
        <pc:sldMkLst>
          <pc:docMk/>
          <pc:sldMk cId="3866559780" sldId="2134806411"/>
        </pc:sldMkLst>
        <pc:spChg chg="mod">
          <ac:chgData name="Michael Bladt Stausholm" userId="aa5f8758-c00f-4915-8c94-9445905eb56e" providerId="ADAL" clId="{646AFB26-0E24-4480-A568-8C32D46024CD}" dt="2025-11-19T06:53:56.700" v="2691" actId="20577"/>
          <ac:spMkLst>
            <pc:docMk/>
            <pc:sldMk cId="3866559780" sldId="2134806411"/>
            <ac:spMk id="2" creationId="{7610746F-26E0-4829-2552-A21E47CCD156}"/>
          </ac:spMkLst>
        </pc:spChg>
        <pc:spChg chg="mod">
          <ac:chgData name="Michael Bladt Stausholm" userId="aa5f8758-c00f-4915-8c94-9445905eb56e" providerId="ADAL" clId="{646AFB26-0E24-4480-A568-8C32D46024CD}" dt="2025-11-05T14:44:14.087" v="1937" actId="6549"/>
          <ac:spMkLst>
            <pc:docMk/>
            <pc:sldMk cId="3866559780" sldId="2134806411"/>
            <ac:spMk id="3" creationId="{7C173A44-8320-4639-DE6E-1D0F599A7D08}"/>
          </ac:spMkLst>
        </pc:spChg>
        <pc:picChg chg="add mod">
          <ac:chgData name="Michael Bladt Stausholm" userId="aa5f8758-c00f-4915-8c94-9445905eb56e" providerId="ADAL" clId="{646AFB26-0E24-4480-A568-8C32D46024CD}" dt="2025-11-05T14:45:48.418" v="1978" actId="1076"/>
          <ac:picMkLst>
            <pc:docMk/>
            <pc:sldMk cId="3866559780" sldId="2134806411"/>
            <ac:picMk id="13" creationId="{C66AD8EF-F1EF-40ED-2FD1-97DC4B3A4D7D}"/>
          </ac:picMkLst>
        </pc:picChg>
      </pc:sldChg>
      <pc:sldChg chg="modSp mod">
        <pc:chgData name="Michael Bladt Stausholm" userId="aa5f8758-c00f-4915-8c94-9445905eb56e" providerId="ADAL" clId="{646AFB26-0E24-4480-A568-8C32D46024CD}" dt="2025-11-19T06:36:29.459" v="2650" actId="20577"/>
        <pc:sldMkLst>
          <pc:docMk/>
          <pc:sldMk cId="2818756774" sldId="2134806412"/>
        </pc:sldMkLst>
        <pc:graphicFrameChg chg="modGraphic">
          <ac:chgData name="Michael Bladt Stausholm" userId="aa5f8758-c00f-4915-8c94-9445905eb56e" providerId="ADAL" clId="{646AFB26-0E24-4480-A568-8C32D46024CD}" dt="2025-11-19T06:36:29.459" v="2650" actId="20577"/>
          <ac:graphicFrameMkLst>
            <pc:docMk/>
            <pc:sldMk cId="2818756774" sldId="2134806412"/>
            <ac:graphicFrameMk id="8" creationId="{C594DF85-E7CD-DAAD-C3DD-F7D32F6C20C8}"/>
          </ac:graphicFrameMkLst>
        </pc:graphicFrameChg>
      </pc:sldChg>
      <pc:sldChg chg="modSp mod modAnim">
        <pc:chgData name="Michael Bladt Stausholm" userId="aa5f8758-c00f-4915-8c94-9445905eb56e" providerId="ADAL" clId="{646AFB26-0E24-4480-A568-8C32D46024CD}" dt="2025-11-19T06:55:19.558" v="2693"/>
        <pc:sldMkLst>
          <pc:docMk/>
          <pc:sldMk cId="4036593559" sldId="2134806413"/>
        </pc:sldMkLst>
        <pc:spChg chg="mod">
          <ac:chgData name="Michael Bladt Stausholm" userId="aa5f8758-c00f-4915-8c94-9445905eb56e" providerId="ADAL" clId="{646AFB26-0E24-4480-A568-8C32D46024CD}" dt="2025-11-19T06:36:50.179" v="2651" actId="20577"/>
          <ac:spMkLst>
            <pc:docMk/>
            <pc:sldMk cId="4036593559" sldId="2134806413"/>
            <ac:spMk id="3" creationId="{F2A118AE-E38A-D42F-854D-37B483EA18F8}"/>
          </ac:spMkLst>
        </pc:spChg>
      </pc:sldChg>
      <pc:sldChg chg="modSp mod">
        <pc:chgData name="Michael Bladt Stausholm" userId="aa5f8758-c00f-4915-8c94-9445905eb56e" providerId="ADAL" clId="{646AFB26-0E24-4480-A568-8C32D46024CD}" dt="2025-11-19T06:51:33.981" v="2654" actId="20577"/>
        <pc:sldMkLst>
          <pc:docMk/>
          <pc:sldMk cId="3546041880" sldId="2134806414"/>
        </pc:sldMkLst>
        <pc:spChg chg="mod">
          <ac:chgData name="Michael Bladt Stausholm" userId="aa5f8758-c00f-4915-8c94-9445905eb56e" providerId="ADAL" clId="{646AFB26-0E24-4480-A568-8C32D46024CD}" dt="2025-11-19T06:51:33.981" v="2654" actId="20577"/>
          <ac:spMkLst>
            <pc:docMk/>
            <pc:sldMk cId="3546041880" sldId="2134806414"/>
            <ac:spMk id="3" creationId="{217EC903-2DBE-0549-D9FF-FF323AB38A3C}"/>
          </ac:spMkLst>
        </pc:spChg>
        <pc:picChg chg="mod">
          <ac:chgData name="Michael Bladt Stausholm" userId="aa5f8758-c00f-4915-8c94-9445905eb56e" providerId="ADAL" clId="{646AFB26-0E24-4480-A568-8C32D46024CD}" dt="2025-11-19T06:37:00.065" v="2653" actId="14100"/>
          <ac:picMkLst>
            <pc:docMk/>
            <pc:sldMk cId="3546041880" sldId="2134806414"/>
            <ac:picMk id="15" creationId="{E6935FC4-5410-DA3F-98DD-250327336F93}"/>
          </ac:picMkLst>
        </pc:picChg>
      </pc:sldChg>
    </pc:docChg>
  </pc:docChgLst>
  <pc:docChgLst>
    <pc:chgData name="Benjamin Salling Hvass" userId="S::benjamin.hvass@alexandra.dk::7f701290-7113-44e4-8483-3cbeee116501" providerId="AD" clId="Web-{556DF2DA-B6CE-1F56-6DC0-901F0423026B}"/>
    <pc:docChg chg="addSld modSld">
      <pc:chgData name="Benjamin Salling Hvass" userId="S::benjamin.hvass@alexandra.dk::7f701290-7113-44e4-8483-3cbeee116501" providerId="AD" clId="Web-{556DF2DA-B6CE-1F56-6DC0-901F0423026B}" dt="2025-11-18T05:49:17.390" v="3"/>
      <pc:docMkLst>
        <pc:docMk/>
      </pc:docMkLst>
      <pc:sldChg chg="modSp">
        <pc:chgData name="Benjamin Salling Hvass" userId="S::benjamin.hvass@alexandra.dk::7f701290-7113-44e4-8483-3cbeee116501" providerId="AD" clId="Web-{556DF2DA-B6CE-1F56-6DC0-901F0423026B}" dt="2025-11-18T05:49:14.718" v="2" actId="20577"/>
        <pc:sldMkLst>
          <pc:docMk/>
          <pc:sldMk cId="1979415063" sldId="2134806418"/>
        </pc:sldMkLst>
        <pc:spChg chg="mod">
          <ac:chgData name="Benjamin Salling Hvass" userId="S::benjamin.hvass@alexandra.dk::7f701290-7113-44e4-8483-3cbeee116501" providerId="AD" clId="Web-{556DF2DA-B6CE-1F56-6DC0-901F0423026B}" dt="2025-11-18T05:49:14.718" v="2" actId="20577"/>
          <ac:spMkLst>
            <pc:docMk/>
            <pc:sldMk cId="1979415063" sldId="2134806418"/>
            <ac:spMk id="3" creationId="{857AFB38-DBF4-F870-7D62-35ECBC1C2934}"/>
          </ac:spMkLst>
        </pc:spChg>
      </pc:sldChg>
      <pc:sldChg chg="new">
        <pc:chgData name="Benjamin Salling Hvass" userId="S::benjamin.hvass@alexandra.dk::7f701290-7113-44e4-8483-3cbeee116501" providerId="AD" clId="Web-{556DF2DA-B6CE-1F56-6DC0-901F0423026B}" dt="2025-11-18T05:49:17.390" v="3"/>
        <pc:sldMkLst>
          <pc:docMk/>
          <pc:sldMk cId="646181339" sldId="2134806437"/>
        </pc:sldMkLst>
      </pc:sldChg>
    </pc:docChg>
  </pc:docChgLst>
  <pc:docChgLst>
    <pc:chgData name="Benjamin Salling Hvass" userId="S::benjamin.hvass@alexandra.dk::7f701290-7113-44e4-8483-3cbeee116501" providerId="AD" clId="Web-{D00087BB-3C89-D10F-477F-655218793E2E}"/>
    <pc:docChg chg="addSld modSld">
      <pc:chgData name="Benjamin Salling Hvass" userId="S::benjamin.hvass@alexandra.dk::7f701290-7113-44e4-8483-3cbeee116501" providerId="AD" clId="Web-{D00087BB-3C89-D10F-477F-655218793E2E}" dt="2025-11-21T08:17:10.738" v="500" actId="20577"/>
      <pc:docMkLst>
        <pc:docMk/>
      </pc:docMkLst>
      <pc:sldChg chg="modSp">
        <pc:chgData name="Benjamin Salling Hvass" userId="S::benjamin.hvass@alexandra.dk::7f701290-7113-44e4-8483-3cbeee116501" providerId="AD" clId="Web-{D00087BB-3C89-D10F-477F-655218793E2E}" dt="2025-11-21T07:36:26.747" v="248" actId="20577"/>
        <pc:sldMkLst>
          <pc:docMk/>
          <pc:sldMk cId="646181339" sldId="2134806437"/>
        </pc:sldMkLst>
        <pc:spChg chg="mod">
          <ac:chgData name="Benjamin Salling Hvass" userId="S::benjamin.hvass@alexandra.dk::7f701290-7113-44e4-8483-3cbeee116501" providerId="AD" clId="Web-{D00087BB-3C89-D10F-477F-655218793E2E}" dt="2025-11-21T07:29:55.293" v="2" actId="20577"/>
          <ac:spMkLst>
            <pc:docMk/>
            <pc:sldMk cId="646181339" sldId="2134806437"/>
            <ac:spMk id="2" creationId="{19659481-DB1F-B16A-3573-F16546A514FE}"/>
          </ac:spMkLst>
        </pc:spChg>
        <pc:spChg chg="mod">
          <ac:chgData name="Benjamin Salling Hvass" userId="S::benjamin.hvass@alexandra.dk::7f701290-7113-44e4-8483-3cbeee116501" providerId="AD" clId="Web-{D00087BB-3C89-D10F-477F-655218793E2E}" dt="2025-11-21T07:36:26.747" v="248" actId="20577"/>
          <ac:spMkLst>
            <pc:docMk/>
            <pc:sldMk cId="646181339" sldId="2134806437"/>
            <ac:spMk id="3" creationId="{6E27DD35-CDE9-699A-326B-98510E3BDA65}"/>
          </ac:spMkLst>
        </pc:spChg>
      </pc:sldChg>
      <pc:sldChg chg="modSp new">
        <pc:chgData name="Benjamin Salling Hvass" userId="S::benjamin.hvass@alexandra.dk::7f701290-7113-44e4-8483-3cbeee116501" providerId="AD" clId="Web-{D00087BB-3C89-D10F-477F-655218793E2E}" dt="2025-11-21T08:01:59.272" v="449" actId="20577"/>
        <pc:sldMkLst>
          <pc:docMk/>
          <pc:sldMk cId="3342761365" sldId="2134806448"/>
        </pc:sldMkLst>
        <pc:spChg chg="mod">
          <ac:chgData name="Benjamin Salling Hvass" userId="S::benjamin.hvass@alexandra.dk::7f701290-7113-44e4-8483-3cbeee116501" providerId="AD" clId="Web-{D00087BB-3C89-D10F-477F-655218793E2E}" dt="2025-11-21T08:00:59.376" v="389" actId="20577"/>
          <ac:spMkLst>
            <pc:docMk/>
            <pc:sldMk cId="3342761365" sldId="2134806448"/>
            <ac:spMk id="2" creationId="{70A1685D-64E0-C729-C1BF-FF75C6AFE609}"/>
          </ac:spMkLst>
        </pc:spChg>
        <pc:spChg chg="mod">
          <ac:chgData name="Benjamin Salling Hvass" userId="S::benjamin.hvass@alexandra.dk::7f701290-7113-44e4-8483-3cbeee116501" providerId="AD" clId="Web-{D00087BB-3C89-D10F-477F-655218793E2E}" dt="2025-11-21T08:01:59.272" v="449" actId="20577"/>
          <ac:spMkLst>
            <pc:docMk/>
            <pc:sldMk cId="3342761365" sldId="2134806448"/>
            <ac:spMk id="3" creationId="{DD7D0F91-5DCE-2E21-9D45-CCA7B4877E5D}"/>
          </ac:spMkLst>
        </pc:spChg>
      </pc:sldChg>
      <pc:sldChg chg="modSp new">
        <pc:chgData name="Benjamin Salling Hvass" userId="S::benjamin.hvass@alexandra.dk::7f701290-7113-44e4-8483-3cbeee116501" providerId="AD" clId="Web-{D00087BB-3C89-D10F-477F-655218793E2E}" dt="2025-11-21T08:17:10.738" v="500" actId="20577"/>
        <pc:sldMkLst>
          <pc:docMk/>
          <pc:sldMk cId="2830575013" sldId="2134806449"/>
        </pc:sldMkLst>
        <pc:spChg chg="mod">
          <ac:chgData name="Benjamin Salling Hvass" userId="S::benjamin.hvass@alexandra.dk::7f701290-7113-44e4-8483-3cbeee116501" providerId="AD" clId="Web-{D00087BB-3C89-D10F-477F-655218793E2E}" dt="2025-11-21T07:53:55.906" v="257" actId="20577"/>
          <ac:spMkLst>
            <pc:docMk/>
            <pc:sldMk cId="2830575013" sldId="2134806449"/>
            <ac:spMk id="2" creationId="{8E9E8BB5-C87A-9E8A-A02C-5733C411129E}"/>
          </ac:spMkLst>
        </pc:spChg>
        <pc:spChg chg="mod">
          <ac:chgData name="Benjamin Salling Hvass" userId="S::benjamin.hvass@alexandra.dk::7f701290-7113-44e4-8483-3cbeee116501" providerId="AD" clId="Web-{D00087BB-3C89-D10F-477F-655218793E2E}" dt="2025-11-21T08:17:10.738" v="500" actId="20577"/>
          <ac:spMkLst>
            <pc:docMk/>
            <pc:sldMk cId="2830575013" sldId="2134806449"/>
            <ac:spMk id="3" creationId="{5C15E723-81EF-C228-DF2D-56F31325FB67}"/>
          </ac:spMkLst>
        </pc:spChg>
      </pc:sldChg>
      <pc:sldChg chg="modSp new">
        <pc:chgData name="Benjamin Salling Hvass" userId="S::benjamin.hvass@alexandra.dk::7f701290-7113-44e4-8483-3cbeee116501" providerId="AD" clId="Web-{D00087BB-3C89-D10F-477F-655218793E2E}" dt="2025-11-21T08:01:53.740" v="447" actId="20577"/>
        <pc:sldMkLst>
          <pc:docMk/>
          <pc:sldMk cId="506634942" sldId="2134806450"/>
        </pc:sldMkLst>
        <pc:spChg chg="mod">
          <ac:chgData name="Benjamin Salling Hvass" userId="S::benjamin.hvass@alexandra.dk::7f701290-7113-44e4-8483-3cbeee116501" providerId="AD" clId="Web-{D00087BB-3C89-D10F-477F-655218793E2E}" dt="2025-11-21T08:01:20.472" v="420" actId="20577"/>
          <ac:spMkLst>
            <pc:docMk/>
            <pc:sldMk cId="506634942" sldId="2134806450"/>
            <ac:spMk id="2" creationId="{5816114B-4B92-8AF4-EB84-0976CFF79FA2}"/>
          </ac:spMkLst>
        </pc:spChg>
        <pc:spChg chg="mod">
          <ac:chgData name="Benjamin Salling Hvass" userId="S::benjamin.hvass@alexandra.dk::7f701290-7113-44e4-8483-3cbeee116501" providerId="AD" clId="Web-{D00087BB-3C89-D10F-477F-655218793E2E}" dt="2025-11-21T08:01:53.740" v="447" actId="20577"/>
          <ac:spMkLst>
            <pc:docMk/>
            <pc:sldMk cId="506634942" sldId="2134806450"/>
            <ac:spMk id="3" creationId="{67F63FB3-3D12-9697-D967-D355511EE665}"/>
          </ac:spMkLst>
        </pc:spChg>
      </pc:sldChg>
    </pc:docChg>
  </pc:docChgLst>
  <pc:docChgLst>
    <pc:chgData name="Benjamin Salling Hvass" userId="S::benjamin.hvass@alexandra.dk::7f701290-7113-44e4-8483-3cbeee116501" providerId="AD" clId="Web-{C254374F-BF31-E5F6-CA2E-A7E9659E44F0}"/>
    <pc:docChg chg="addSld modSld sldOrd">
      <pc:chgData name="Benjamin Salling Hvass" userId="S::benjamin.hvass@alexandra.dk::7f701290-7113-44e4-8483-3cbeee116501" providerId="AD" clId="Web-{C254374F-BF31-E5F6-CA2E-A7E9659E44F0}" dt="2025-11-21T09:15:16.134" v="162" actId="20577"/>
      <pc:docMkLst>
        <pc:docMk/>
      </pc:docMkLst>
      <pc:sldChg chg="modSp">
        <pc:chgData name="Benjamin Salling Hvass" userId="S::benjamin.hvass@alexandra.dk::7f701290-7113-44e4-8483-3cbeee116501" providerId="AD" clId="Web-{C254374F-BF31-E5F6-CA2E-A7E9659E44F0}" dt="2025-11-21T09:12:44.411" v="103" actId="20577"/>
        <pc:sldMkLst>
          <pc:docMk/>
          <pc:sldMk cId="1806701728" sldId="2134806417"/>
        </pc:sldMkLst>
        <pc:spChg chg="mod">
          <ac:chgData name="Benjamin Salling Hvass" userId="S::benjamin.hvass@alexandra.dk::7f701290-7113-44e4-8483-3cbeee116501" providerId="AD" clId="Web-{C254374F-BF31-E5F6-CA2E-A7E9659E44F0}" dt="2025-11-21T09:12:44.411" v="103" actId="20577"/>
          <ac:spMkLst>
            <pc:docMk/>
            <pc:sldMk cId="1806701728" sldId="2134806417"/>
            <ac:spMk id="3" creationId="{7E861C6D-0885-0DA0-983C-CF75DFBF397F}"/>
          </ac:spMkLst>
        </pc:spChg>
      </pc:sldChg>
      <pc:sldChg chg="ord">
        <pc:chgData name="Benjamin Salling Hvass" userId="S::benjamin.hvass@alexandra.dk::7f701290-7113-44e4-8483-3cbeee116501" providerId="AD" clId="Web-{C254374F-BF31-E5F6-CA2E-A7E9659E44F0}" dt="2025-11-21T09:06:44.390" v="36"/>
        <pc:sldMkLst>
          <pc:docMk/>
          <pc:sldMk cId="646181339" sldId="2134806437"/>
        </pc:sldMkLst>
      </pc:sldChg>
      <pc:sldChg chg="modSp">
        <pc:chgData name="Benjamin Salling Hvass" userId="S::benjamin.hvass@alexandra.dk::7f701290-7113-44e4-8483-3cbeee116501" providerId="AD" clId="Web-{C254374F-BF31-E5F6-CA2E-A7E9659E44F0}" dt="2025-11-21T09:06:36.436" v="35" actId="20577"/>
        <pc:sldMkLst>
          <pc:docMk/>
          <pc:sldMk cId="3342761365" sldId="2134806448"/>
        </pc:sldMkLst>
        <pc:spChg chg="mod">
          <ac:chgData name="Benjamin Salling Hvass" userId="S::benjamin.hvass@alexandra.dk::7f701290-7113-44e4-8483-3cbeee116501" providerId="AD" clId="Web-{C254374F-BF31-E5F6-CA2E-A7E9659E44F0}" dt="2025-11-21T09:06:36.436" v="35" actId="20577"/>
          <ac:spMkLst>
            <pc:docMk/>
            <pc:sldMk cId="3342761365" sldId="2134806448"/>
            <ac:spMk id="3" creationId="{DD7D0F91-5DCE-2E21-9D45-CCA7B4877E5D}"/>
          </ac:spMkLst>
        </pc:spChg>
      </pc:sldChg>
      <pc:sldChg chg="modSp">
        <pc:chgData name="Benjamin Salling Hvass" userId="S::benjamin.hvass@alexandra.dk::7f701290-7113-44e4-8483-3cbeee116501" providerId="AD" clId="Web-{C254374F-BF31-E5F6-CA2E-A7E9659E44F0}" dt="2025-11-21T09:15:16.134" v="162" actId="20577"/>
        <pc:sldMkLst>
          <pc:docMk/>
          <pc:sldMk cId="2830575013" sldId="2134806449"/>
        </pc:sldMkLst>
        <pc:spChg chg="mod">
          <ac:chgData name="Benjamin Salling Hvass" userId="S::benjamin.hvass@alexandra.dk::7f701290-7113-44e4-8483-3cbeee116501" providerId="AD" clId="Web-{C254374F-BF31-E5F6-CA2E-A7E9659E44F0}" dt="2025-11-21T09:15:16.134" v="162" actId="20577"/>
          <ac:spMkLst>
            <pc:docMk/>
            <pc:sldMk cId="2830575013" sldId="2134806449"/>
            <ac:spMk id="3" creationId="{5C15E723-81EF-C228-DF2D-56F31325FB67}"/>
          </ac:spMkLst>
        </pc:spChg>
      </pc:sldChg>
      <pc:sldChg chg="modSp new">
        <pc:chgData name="Benjamin Salling Hvass" userId="S::benjamin.hvass@alexandra.dk::7f701290-7113-44e4-8483-3cbeee116501" providerId="AD" clId="Web-{C254374F-BF31-E5F6-CA2E-A7E9659E44F0}" dt="2025-11-21T09:10:29.644" v="101" actId="20577"/>
        <pc:sldMkLst>
          <pc:docMk/>
          <pc:sldMk cId="2282528060" sldId="2134806451"/>
        </pc:sldMkLst>
        <pc:spChg chg="mod">
          <ac:chgData name="Benjamin Salling Hvass" userId="S::benjamin.hvass@alexandra.dk::7f701290-7113-44e4-8483-3cbeee116501" providerId="AD" clId="Web-{C254374F-BF31-E5F6-CA2E-A7E9659E44F0}" dt="2025-11-21T09:10:15.300" v="70" actId="20577"/>
          <ac:spMkLst>
            <pc:docMk/>
            <pc:sldMk cId="2282528060" sldId="2134806451"/>
            <ac:spMk id="2" creationId="{1E601513-CC79-76F2-D4CC-6BD869E941AA}"/>
          </ac:spMkLst>
        </pc:spChg>
        <pc:spChg chg="mod">
          <ac:chgData name="Benjamin Salling Hvass" userId="S::benjamin.hvass@alexandra.dk::7f701290-7113-44e4-8483-3cbeee116501" providerId="AD" clId="Web-{C254374F-BF31-E5F6-CA2E-A7E9659E44F0}" dt="2025-11-21T09:10:29.644" v="101" actId="20577"/>
          <ac:spMkLst>
            <pc:docMk/>
            <pc:sldMk cId="2282528060" sldId="2134806451"/>
            <ac:spMk id="3" creationId="{020EBC4A-843B-3189-E609-DFA2A72B5D6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9B14E3-13FE-4B17-AFDF-7D994440EB30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5C4912-E2BE-48F2-AD1A-CF9EC8F1F4EA}">
      <dgm:prSet/>
      <dgm:spPr/>
      <dgm:t>
        <a:bodyPr/>
        <a:lstStyle/>
        <a:p>
          <a:r>
            <a:rPr lang="da-DK"/>
            <a:t>Klassificer de forskellige endpoints</a:t>
          </a:r>
          <a:endParaRPr lang="en-US"/>
        </a:p>
      </dgm:t>
    </dgm:pt>
    <dgm:pt modelId="{9F85EDAA-6224-4A02-B857-562544C242E9}" type="parTrans" cxnId="{CAB2BF3F-43F6-472C-8285-0FBDFFB55485}">
      <dgm:prSet/>
      <dgm:spPr/>
      <dgm:t>
        <a:bodyPr/>
        <a:lstStyle/>
        <a:p>
          <a:endParaRPr lang="en-US"/>
        </a:p>
      </dgm:t>
    </dgm:pt>
    <dgm:pt modelId="{453CD614-7B5B-4304-82B8-D4162529FBFD}" type="sibTrans" cxnId="{CAB2BF3F-43F6-472C-8285-0FBDFFB55485}">
      <dgm:prSet/>
      <dgm:spPr/>
      <dgm:t>
        <a:bodyPr/>
        <a:lstStyle/>
        <a:p>
          <a:endParaRPr lang="en-US"/>
        </a:p>
      </dgm:t>
    </dgm:pt>
    <dgm:pt modelId="{D0062F01-644A-40DB-92E7-0767E18A4D4A}">
      <dgm:prSet/>
      <dgm:spPr/>
      <dgm:t>
        <a:bodyPr/>
        <a:lstStyle/>
        <a:p>
          <a:r>
            <a:rPr lang="da-DK"/>
            <a:t>Identificer de relevante trusler pr. klasse</a:t>
          </a:r>
          <a:endParaRPr lang="en-US"/>
        </a:p>
      </dgm:t>
    </dgm:pt>
    <dgm:pt modelId="{1167F0CF-045D-44BC-976C-982685478EBA}" type="parTrans" cxnId="{3DA7DBF6-15A6-4B79-9748-F9FC2BA1BFD9}">
      <dgm:prSet/>
      <dgm:spPr/>
      <dgm:t>
        <a:bodyPr/>
        <a:lstStyle/>
        <a:p>
          <a:endParaRPr lang="en-US"/>
        </a:p>
      </dgm:t>
    </dgm:pt>
    <dgm:pt modelId="{29B67AC0-2BFA-4204-810E-1DACA7E19A95}" type="sibTrans" cxnId="{3DA7DBF6-15A6-4B79-9748-F9FC2BA1BFD9}">
      <dgm:prSet/>
      <dgm:spPr/>
      <dgm:t>
        <a:bodyPr/>
        <a:lstStyle/>
        <a:p>
          <a:endParaRPr lang="en-US"/>
        </a:p>
      </dgm:t>
    </dgm:pt>
    <dgm:pt modelId="{E3226F8A-6B2E-495F-8DA6-8C13F7F404FF}">
      <dgm:prSet/>
      <dgm:spPr/>
      <dgm:t>
        <a:bodyPr/>
        <a:lstStyle/>
        <a:p>
          <a:r>
            <a:rPr lang="da-DK"/>
            <a:t>Find passende foranstaltninger til de relevante trusler</a:t>
          </a:r>
          <a:endParaRPr lang="en-US"/>
        </a:p>
      </dgm:t>
    </dgm:pt>
    <dgm:pt modelId="{EBEE5A53-D3DB-4BF1-865F-2BE6E13771F0}" type="parTrans" cxnId="{55B6DF72-4485-41FD-9E68-31FEB9C8FDC3}">
      <dgm:prSet/>
      <dgm:spPr/>
      <dgm:t>
        <a:bodyPr/>
        <a:lstStyle/>
        <a:p>
          <a:endParaRPr lang="en-US"/>
        </a:p>
      </dgm:t>
    </dgm:pt>
    <dgm:pt modelId="{5D83A440-B5D1-488F-8AF7-CF4E1C017331}" type="sibTrans" cxnId="{55B6DF72-4485-41FD-9E68-31FEB9C8FDC3}">
      <dgm:prSet/>
      <dgm:spPr/>
      <dgm:t>
        <a:bodyPr/>
        <a:lstStyle/>
        <a:p>
          <a:endParaRPr lang="en-US"/>
        </a:p>
      </dgm:t>
    </dgm:pt>
    <dgm:pt modelId="{53D8C8A3-EBD8-410B-BC5E-117702A506A2}" type="pres">
      <dgm:prSet presAssocID="{3F9B14E3-13FE-4B17-AFDF-7D994440EB30}" presName="Name0" presStyleCnt="0">
        <dgm:presLayoutVars>
          <dgm:dir/>
          <dgm:animLvl val="lvl"/>
          <dgm:resizeHandles val="exact"/>
        </dgm:presLayoutVars>
      </dgm:prSet>
      <dgm:spPr/>
    </dgm:pt>
    <dgm:pt modelId="{7BDD250D-22D7-403E-9EF5-5CF9A9AD7B97}" type="pres">
      <dgm:prSet presAssocID="{E3226F8A-6B2E-495F-8DA6-8C13F7F404FF}" presName="boxAndChildren" presStyleCnt="0"/>
      <dgm:spPr/>
    </dgm:pt>
    <dgm:pt modelId="{35CC0612-AD2A-4C18-BC12-735E42CBA74C}" type="pres">
      <dgm:prSet presAssocID="{E3226F8A-6B2E-495F-8DA6-8C13F7F404FF}" presName="parentTextBox" presStyleLbl="node1" presStyleIdx="0" presStyleCnt="3"/>
      <dgm:spPr/>
    </dgm:pt>
    <dgm:pt modelId="{5778DBB0-3E6D-4E43-8EDD-03F3C4242707}" type="pres">
      <dgm:prSet presAssocID="{29B67AC0-2BFA-4204-810E-1DACA7E19A95}" presName="sp" presStyleCnt="0"/>
      <dgm:spPr/>
    </dgm:pt>
    <dgm:pt modelId="{5328813B-B14B-48C2-A995-BC9382816EC0}" type="pres">
      <dgm:prSet presAssocID="{D0062F01-644A-40DB-92E7-0767E18A4D4A}" presName="arrowAndChildren" presStyleCnt="0"/>
      <dgm:spPr/>
    </dgm:pt>
    <dgm:pt modelId="{C5E0C244-E807-4AA2-BE18-4F983F590907}" type="pres">
      <dgm:prSet presAssocID="{D0062F01-644A-40DB-92E7-0767E18A4D4A}" presName="parentTextArrow" presStyleLbl="node1" presStyleIdx="1" presStyleCnt="3"/>
      <dgm:spPr/>
    </dgm:pt>
    <dgm:pt modelId="{DF520A0E-27F6-4EDF-B2BA-5F909F905B3A}" type="pres">
      <dgm:prSet presAssocID="{453CD614-7B5B-4304-82B8-D4162529FBFD}" presName="sp" presStyleCnt="0"/>
      <dgm:spPr/>
    </dgm:pt>
    <dgm:pt modelId="{35684AD9-1EA6-49D2-B510-280BF6FFA079}" type="pres">
      <dgm:prSet presAssocID="{CF5C4912-E2BE-48F2-AD1A-CF9EC8F1F4EA}" presName="arrowAndChildren" presStyleCnt="0"/>
      <dgm:spPr/>
    </dgm:pt>
    <dgm:pt modelId="{E170EE0F-5B82-4CE4-93BF-89054521BD43}" type="pres">
      <dgm:prSet presAssocID="{CF5C4912-E2BE-48F2-AD1A-CF9EC8F1F4EA}" presName="parentTextArrow" presStyleLbl="node1" presStyleIdx="2" presStyleCnt="3"/>
      <dgm:spPr/>
    </dgm:pt>
  </dgm:ptLst>
  <dgm:cxnLst>
    <dgm:cxn modelId="{2DE57814-1C40-43BF-B4DE-40588925D472}" type="presOf" srcId="{D0062F01-644A-40DB-92E7-0767E18A4D4A}" destId="{C5E0C244-E807-4AA2-BE18-4F983F590907}" srcOrd="0" destOrd="0" presId="urn:microsoft.com/office/officeart/2005/8/layout/process4"/>
    <dgm:cxn modelId="{70D49735-7267-4A6F-B31D-4B759C4ED1EC}" type="presOf" srcId="{E3226F8A-6B2E-495F-8DA6-8C13F7F404FF}" destId="{35CC0612-AD2A-4C18-BC12-735E42CBA74C}" srcOrd="0" destOrd="0" presId="urn:microsoft.com/office/officeart/2005/8/layout/process4"/>
    <dgm:cxn modelId="{CAB2BF3F-43F6-472C-8285-0FBDFFB55485}" srcId="{3F9B14E3-13FE-4B17-AFDF-7D994440EB30}" destId="{CF5C4912-E2BE-48F2-AD1A-CF9EC8F1F4EA}" srcOrd="0" destOrd="0" parTransId="{9F85EDAA-6224-4A02-B857-562544C242E9}" sibTransId="{453CD614-7B5B-4304-82B8-D4162529FBFD}"/>
    <dgm:cxn modelId="{E762724D-440E-43C3-B35B-489BC3E1A100}" type="presOf" srcId="{CF5C4912-E2BE-48F2-AD1A-CF9EC8F1F4EA}" destId="{E170EE0F-5B82-4CE4-93BF-89054521BD43}" srcOrd="0" destOrd="0" presId="urn:microsoft.com/office/officeart/2005/8/layout/process4"/>
    <dgm:cxn modelId="{55B6DF72-4485-41FD-9E68-31FEB9C8FDC3}" srcId="{3F9B14E3-13FE-4B17-AFDF-7D994440EB30}" destId="{E3226F8A-6B2E-495F-8DA6-8C13F7F404FF}" srcOrd="2" destOrd="0" parTransId="{EBEE5A53-D3DB-4BF1-865F-2BE6E13771F0}" sibTransId="{5D83A440-B5D1-488F-8AF7-CF4E1C017331}"/>
    <dgm:cxn modelId="{ACC2C4EC-3D22-4750-9B12-5FF068421FC4}" type="presOf" srcId="{3F9B14E3-13FE-4B17-AFDF-7D994440EB30}" destId="{53D8C8A3-EBD8-410B-BC5E-117702A506A2}" srcOrd="0" destOrd="0" presId="urn:microsoft.com/office/officeart/2005/8/layout/process4"/>
    <dgm:cxn modelId="{3DA7DBF6-15A6-4B79-9748-F9FC2BA1BFD9}" srcId="{3F9B14E3-13FE-4B17-AFDF-7D994440EB30}" destId="{D0062F01-644A-40DB-92E7-0767E18A4D4A}" srcOrd="1" destOrd="0" parTransId="{1167F0CF-045D-44BC-976C-982685478EBA}" sibTransId="{29B67AC0-2BFA-4204-810E-1DACA7E19A95}"/>
    <dgm:cxn modelId="{0B737414-5AC4-4EAD-87DC-4B210664C4A9}" type="presParOf" srcId="{53D8C8A3-EBD8-410B-BC5E-117702A506A2}" destId="{7BDD250D-22D7-403E-9EF5-5CF9A9AD7B97}" srcOrd="0" destOrd="0" presId="urn:microsoft.com/office/officeart/2005/8/layout/process4"/>
    <dgm:cxn modelId="{03DCDC70-7154-46FF-BB80-65F6275694D6}" type="presParOf" srcId="{7BDD250D-22D7-403E-9EF5-5CF9A9AD7B97}" destId="{35CC0612-AD2A-4C18-BC12-735E42CBA74C}" srcOrd="0" destOrd="0" presId="urn:microsoft.com/office/officeart/2005/8/layout/process4"/>
    <dgm:cxn modelId="{7BF3D22F-0D44-4D94-8C64-A5A0C1B53571}" type="presParOf" srcId="{53D8C8A3-EBD8-410B-BC5E-117702A506A2}" destId="{5778DBB0-3E6D-4E43-8EDD-03F3C4242707}" srcOrd="1" destOrd="0" presId="urn:microsoft.com/office/officeart/2005/8/layout/process4"/>
    <dgm:cxn modelId="{56A64818-3BE2-44DB-8D62-DBE087245541}" type="presParOf" srcId="{53D8C8A3-EBD8-410B-BC5E-117702A506A2}" destId="{5328813B-B14B-48C2-A995-BC9382816EC0}" srcOrd="2" destOrd="0" presId="urn:microsoft.com/office/officeart/2005/8/layout/process4"/>
    <dgm:cxn modelId="{7F977B36-64CD-43E0-86F6-B7106B9D410D}" type="presParOf" srcId="{5328813B-B14B-48C2-A995-BC9382816EC0}" destId="{C5E0C244-E807-4AA2-BE18-4F983F590907}" srcOrd="0" destOrd="0" presId="urn:microsoft.com/office/officeart/2005/8/layout/process4"/>
    <dgm:cxn modelId="{AA3C94FE-EBF2-4D90-9800-52EDFE8EB3B2}" type="presParOf" srcId="{53D8C8A3-EBD8-410B-BC5E-117702A506A2}" destId="{DF520A0E-27F6-4EDF-B2BA-5F909F905B3A}" srcOrd="3" destOrd="0" presId="urn:microsoft.com/office/officeart/2005/8/layout/process4"/>
    <dgm:cxn modelId="{52356909-3865-4518-A43B-11538DF84729}" type="presParOf" srcId="{53D8C8A3-EBD8-410B-BC5E-117702A506A2}" destId="{35684AD9-1EA6-49D2-B510-280BF6FFA079}" srcOrd="4" destOrd="0" presId="urn:microsoft.com/office/officeart/2005/8/layout/process4"/>
    <dgm:cxn modelId="{898A4D63-58D5-409A-916E-BBD96C3B1FD0}" type="presParOf" srcId="{35684AD9-1EA6-49D2-B510-280BF6FFA079}" destId="{E170EE0F-5B82-4CE4-93BF-89054521BD4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C0612-AD2A-4C18-BC12-735E42CBA74C}">
      <dsp:nvSpPr>
        <dsp:cNvPr id="0" name=""/>
        <dsp:cNvSpPr/>
      </dsp:nvSpPr>
      <dsp:spPr>
        <a:xfrm>
          <a:off x="0" y="3251892"/>
          <a:ext cx="5779932" cy="10673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/>
            <a:t>Find passende foranstaltninger til de relevante trusler</a:t>
          </a:r>
          <a:endParaRPr lang="en-US" sz="2600" kern="1200"/>
        </a:p>
      </dsp:txBody>
      <dsp:txXfrm>
        <a:off x="0" y="3251892"/>
        <a:ext cx="5779932" cy="1067343"/>
      </dsp:txXfrm>
    </dsp:sp>
    <dsp:sp modelId="{C5E0C244-E807-4AA2-BE18-4F983F590907}">
      <dsp:nvSpPr>
        <dsp:cNvPr id="0" name=""/>
        <dsp:cNvSpPr/>
      </dsp:nvSpPr>
      <dsp:spPr>
        <a:xfrm rot="10800000">
          <a:off x="0" y="1626328"/>
          <a:ext cx="5779932" cy="164157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/>
            <a:t>Identificer de relevante trusler pr. klasse</a:t>
          </a:r>
          <a:endParaRPr lang="en-US" sz="2600" kern="1200"/>
        </a:p>
      </dsp:txBody>
      <dsp:txXfrm rot="10800000">
        <a:off x="0" y="1626328"/>
        <a:ext cx="5779932" cy="1066646"/>
      </dsp:txXfrm>
    </dsp:sp>
    <dsp:sp modelId="{E170EE0F-5B82-4CE4-93BF-89054521BD43}">
      <dsp:nvSpPr>
        <dsp:cNvPr id="0" name=""/>
        <dsp:cNvSpPr/>
      </dsp:nvSpPr>
      <dsp:spPr>
        <a:xfrm rot="10800000">
          <a:off x="0" y="763"/>
          <a:ext cx="5779932" cy="164157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/>
            <a:t>Klassificer de forskellige endpoints</a:t>
          </a:r>
          <a:endParaRPr lang="en-US" sz="2600" kern="1200"/>
        </a:p>
      </dsp:txBody>
      <dsp:txXfrm rot="10800000">
        <a:off x="0" y="763"/>
        <a:ext cx="5779932" cy="10666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8A8B2-9967-5C4C-B793-6C24CF068DE2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F29A2-4FD5-4341-8EB7-C2CDDFE66A5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67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F86A-BE26-ADE0-A1F2-08E2FA3B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F26BB-F7A4-C8C7-F09E-006868EFB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93257-BF3A-9066-283F-1FB4D6F91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BA8A111-1A61-BDB1-0CE7-250A798AD46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F14FC-0144-A527-4792-19D338F3A58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25-11-2025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42841-C34F-B4D5-D09B-CE3DAA5740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55D13-1D2F-F489-2969-0A878FA4A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22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D2EF-0906-39E8-7143-065D282A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45A49-7783-3A8B-F225-6B90AF189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A19E7-6A83-E0A6-5911-3A7AA97AD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BA0AA-B1EB-4884-8CFE-72932A451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2471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DA87D-577E-5062-CE3A-E95B197E5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599C9-1E67-7658-AB50-75574527E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1E099-EE63-4FAF-3F32-97F09B9EB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56D3C25-FCFC-CF68-938B-B498BE651A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4B149-9A17-4CEA-8753-10037192E14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25-11-2025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CBA92-61E8-7032-E30A-46D3EBD0F0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5C6EC-DF63-22FD-9A3E-444EFAE62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40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7608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9B76-E4EA-5DB4-4209-826368B1F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482A8-67D7-894C-BF32-26A8C72DF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7B827-023B-9D02-CD86-D477C9FBB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1B5FF-5A5B-70EF-B3DE-6BA73AE81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865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8D31A-85E9-D59D-CB97-0B38002B3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23297-4779-B7FE-DD8C-6B8002693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5B0E9-A475-1F05-22A4-B81FAFFC0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90BB3-7A00-A9F1-B066-8CD6E9B6B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5781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0052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@live demo – det var rent faktisk en </a:t>
            </a:r>
            <a:r>
              <a:rPr lang="da-DK" err="1"/>
              <a:t>lexmark</a:t>
            </a:r>
            <a:r>
              <a:rPr lang="da-DK"/>
              <a:t> ”cs410n” printer og ikke ”cs310dn / ms410dn”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0122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7697A-D051-CDFC-D852-9294E0556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ADEF3-0BE7-D4B6-96AD-1503E2CC1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B75E8-6871-C161-A835-C729C5DC9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@live demo – det var rent faktisk en </a:t>
            </a:r>
            <a:r>
              <a:rPr lang="da-DK" err="1"/>
              <a:t>lexmark</a:t>
            </a:r>
            <a:r>
              <a:rPr lang="da-DK"/>
              <a:t> ”cs410n” printer og ikke ”cs310dn / ms410dn”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470ED-B74D-83C0-4CA3-0CDC22009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1478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B3DC7-0BCF-BCA9-5985-3BC64798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E622A-7EE0-FA8F-902B-76B256A0F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B579F-90A5-8ECE-0C4A-AA56C719B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B3370-476F-2B66-5B46-EB33A9BF4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4333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40CAA-1A36-0C70-E62B-BA612BD21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F8CBB-6B17-E40C-71EE-D091A68AB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37C32-02B0-73B7-B6E2-D3CA4E537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Sårbarhed</a:t>
            </a:r>
            <a:r>
              <a:rPr lang="en-US"/>
              <a:t>, </a:t>
            </a:r>
            <a:r>
              <a:rPr lang="en-US" err="1"/>
              <a:t>risiko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trussel</a:t>
            </a:r>
            <a:endParaRPr lang="en-US"/>
          </a:p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BA74A-05FB-FBAC-2E01-B85985223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3364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52E3F-9108-01F1-E297-547FE0CED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63AE9-9212-5DD9-CFA4-10E72AAB8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6F9A7-96F0-1E6B-1834-18DA5C424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B912124-287D-2708-5407-C8DC3FCF311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DC155-7134-3E9C-8375-4FFD4B3F483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25-11-2025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4B180-8C64-A413-10DC-98F34E02B0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FC47E-FA45-EA99-C672-CD3E138CD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885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9B978-A33A-0751-76CD-F2A96E32F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85E83-105A-A50A-7A29-BA7C7561E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BE8A3-C477-1357-BF0C-66EFF6A2C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B107E81-15C8-B05E-7865-24D782C5602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F2536-108F-916A-3A01-73CC6867F51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25-11-2025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97552-E66D-67AE-DDA2-B98F0FBA66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26C23-489A-2A1B-42A8-7865391AE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44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640C0-A5E4-311F-A3D1-97A1C071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EA1130-4C63-0836-B960-E5A67F19B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107C5-AA89-9945-8DD1-666832BD8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D0C62-7EAC-83AB-2CEE-DFA963F5A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56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06416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2760-B804-ED24-2A17-DE68C80D0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033B2-DB68-5DDC-FB60-6A1FB53CA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B9778-8D9A-4623-B56C-530F21ACD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70640-D8E6-C555-1201-DD8E86A09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57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201148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C33F2-EC96-719B-DD72-BC663E21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5F8EF-262F-5339-2C3B-4FEB5E238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057AE-AF61-71CA-3C37-9C28CE706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771FA-776D-54C1-1201-ABA0EC833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58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72239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9B70C-14CA-3329-4270-E412689D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8C18D-675A-B548-3C16-9FB6D1B29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6E6C8-B721-EB99-6374-78F350437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0FB4A-FF70-5D13-D05A-AE3FFA509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59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7030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GENERI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 descr="Et billede, der indeholder kaffekop, krus, bord, bordservice&#10;&#10;AI-genereret indhold kan være ukorrekt.">
            <a:extLst>
              <a:ext uri="{FF2B5EF4-FFF2-40B4-BE49-F238E27FC236}">
                <a16:creationId xmlns:a16="http://schemas.microsoft.com/office/drawing/2014/main" id="{C121535F-D843-EA03-AF0E-364245AE2B7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4258" b="-23475"/>
          <a:stretch>
            <a:fillRect/>
          </a:stretch>
        </p:blipFill>
        <p:spPr>
          <a:xfrm>
            <a:off x="2266094" y="0"/>
            <a:ext cx="9925906" cy="5554075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54123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IKKER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kredsløb, elektronik, Elektronisk komponent, Elektroteknik&#10;&#10;AI-genereret indhold kan være ukorrekt.">
            <a:extLst>
              <a:ext uri="{FF2B5EF4-FFF2-40B4-BE49-F238E27FC236}">
                <a16:creationId xmlns:a16="http://schemas.microsoft.com/office/drawing/2014/main" id="{B083C026-0090-3194-76FE-2AB9675B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411" r="21876"/>
          <a:stretch>
            <a:fillRect/>
          </a:stretch>
        </p:blipFill>
        <p:spPr>
          <a:xfrm>
            <a:off x="2667157" y="-1"/>
            <a:ext cx="9524843" cy="449812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97286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BÆREDYG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 descr="Et billede, der indeholder træ, person, udendørs, tøj&#10;&#10;AI-genereret indhold kan være ukorrekt.">
            <a:extLst>
              <a:ext uri="{FF2B5EF4-FFF2-40B4-BE49-F238E27FC236}">
                <a16:creationId xmlns:a16="http://schemas.microsoft.com/office/drawing/2014/main" id="{1D5533EA-34A2-1C3E-82C4-F40F51E17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485" y="0"/>
            <a:ext cx="8051515" cy="4528977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00185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 descr="Et billede, der indeholder person, fyrværkeri, lys/lygte&#10;&#10;AI-genereret indhold kan være ukorrekt.">
            <a:extLst>
              <a:ext uri="{FF2B5EF4-FFF2-40B4-BE49-F238E27FC236}">
                <a16:creationId xmlns:a16="http://schemas.microsoft.com/office/drawing/2014/main" id="{5D29AC76-5194-A073-E319-3DA1BCEAF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357" y="0"/>
            <a:ext cx="8164530" cy="4592548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54041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I Sprogteknolog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person, indendørs, tøj, Ansigt&#10;&#10;AI-genereret indhold kan være ukorrekt.">
            <a:extLst>
              <a:ext uri="{FF2B5EF4-FFF2-40B4-BE49-F238E27FC236}">
                <a16:creationId xmlns:a16="http://schemas.microsoft.com/office/drawing/2014/main" id="{869A67AF-8795-6ADF-B0C8-64901637480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4265662" y="0"/>
            <a:ext cx="7926338" cy="468774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17998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UND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lede 16" descr="Et billede, der indeholder skærmbillede, elektronik, musik&#10;&#10;AI-genereret indhold kan være ukorrekt.">
            <a:extLst>
              <a:ext uri="{FF2B5EF4-FFF2-40B4-BE49-F238E27FC236}">
                <a16:creationId xmlns:a16="http://schemas.microsoft.com/office/drawing/2014/main" id="{0C704087-8C8C-A1EB-7981-3819ABE4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365" y="0"/>
            <a:ext cx="8018635" cy="4510482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13175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620000"/>
            <a:ext cx="104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152296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50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0D059A8-DCE4-A46D-60D3-F398DD48F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620000"/>
            <a:ext cx="5040000" cy="4337050"/>
          </a:xfrm>
        </p:spPr>
        <p:txBody>
          <a:bodyPr/>
          <a:lstStyle>
            <a:lvl2pPr>
              <a:defRPr lang="da-DK" sz="2000" kern="1200" noProof="0" dirty="0" smtClean="0">
                <a:solidFill>
                  <a:srgbClr val="34343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da-DK" sz="1800" kern="1200" dirty="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339453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2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e 3">
            <a:extLst>
              <a:ext uri="{FF2B5EF4-FFF2-40B4-BE49-F238E27FC236}">
                <a16:creationId xmlns:a16="http://schemas.microsoft.com/office/drawing/2014/main" id="{64C8BE60-2B52-C474-A2CB-1F64FF30550F}"/>
              </a:ext>
            </a:extLst>
          </p:cNvPr>
          <p:cNvGrpSpPr>
            <a:grpSpLocks/>
          </p:cNvGrpSpPr>
          <p:nvPr/>
        </p:nvGrpSpPr>
        <p:grpSpPr>
          <a:xfrm>
            <a:off x="6168866" y="0"/>
            <a:ext cx="6023133" cy="6875719"/>
            <a:chOff x="6168866" y="0"/>
            <a:chExt cx="6023133" cy="6875719"/>
          </a:xfrm>
        </p:grpSpPr>
        <p:sp>
          <p:nvSpPr>
            <p:cNvPr id="2" name="Right Triangle 5">
              <a:extLst>
                <a:ext uri="{FF2B5EF4-FFF2-40B4-BE49-F238E27FC236}">
                  <a16:creationId xmlns:a16="http://schemas.microsoft.com/office/drawing/2014/main" id="{BDA80A67-9751-09B1-DB0C-8281D5DF6CC4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D1B89683-95FC-5F47-3B48-A48206CDFC66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BFFC66B-5AED-2744-BFAE-4D029775E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6513171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defRPr sz="24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Pladsholder til dato 7">
            <a:extLst>
              <a:ext uri="{FF2B5EF4-FFF2-40B4-BE49-F238E27FC236}">
                <a16:creationId xmlns:a16="http://schemas.microsoft.com/office/drawing/2014/main" id="{2E08A753-BCB9-AF7C-B2E7-E96AE441A1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A29B5240-8D55-E294-932C-E33FA9A3B5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3" name="Pladsholder til slidenummer 12">
            <a:extLst>
              <a:ext uri="{FF2B5EF4-FFF2-40B4-BE49-F238E27FC236}">
                <a16:creationId xmlns:a16="http://schemas.microsoft.com/office/drawing/2014/main" id="{5E4341C0-49C3-7B86-12E9-938EE4813F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068642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venstre 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e 6">
            <a:extLst>
              <a:ext uri="{FF2B5EF4-FFF2-40B4-BE49-F238E27FC236}">
                <a16:creationId xmlns:a16="http://schemas.microsoft.com/office/drawing/2014/main" id="{007A8533-68AB-378D-1647-CF2D23CCC072}"/>
              </a:ext>
            </a:extLst>
          </p:cNvPr>
          <p:cNvGrpSpPr>
            <a:grpSpLocks/>
          </p:cNvGrpSpPr>
          <p:nvPr/>
        </p:nvGrpSpPr>
        <p:grpSpPr>
          <a:xfrm flipH="1" flipV="1">
            <a:off x="0" y="0"/>
            <a:ext cx="6023133" cy="6875719"/>
            <a:chOff x="6168866" y="0"/>
            <a:chExt cx="6023133" cy="6875719"/>
          </a:xfrm>
        </p:grpSpPr>
        <p:sp>
          <p:nvSpPr>
            <p:cNvPr id="8" name="Right Triangle 5">
              <a:extLst>
                <a:ext uri="{FF2B5EF4-FFF2-40B4-BE49-F238E27FC236}">
                  <a16:creationId xmlns:a16="http://schemas.microsoft.com/office/drawing/2014/main" id="{628F85BA-B21F-AE7E-9011-A1B5DB2B7A88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0B2FE402-7804-C57F-6F02-4FB1DEEF5C47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14DFB6E2-64E7-8142-9C16-FF850D4F8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3" name="Pladsholder til tekst 3">
            <a:extLst>
              <a:ext uri="{FF2B5EF4-FFF2-40B4-BE49-F238E27FC236}">
                <a16:creationId xmlns:a16="http://schemas.microsoft.com/office/drawing/2014/main" id="{32B8AAA8-0DE4-0140-84C9-9A0D444C0E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4821" y="900000"/>
            <a:ext cx="6480000" cy="5205378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5FB53F5E-23AB-0F2F-0254-E61B6F6B51E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BEFC8083-65C1-9EC0-077C-893912995B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D09ACB56-0D0F-B0E1-DFDA-06DD2EA133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2177381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260000"/>
            <a:ext cx="396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1" y="1260000"/>
            <a:ext cx="5983600" cy="4561135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776097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/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612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9999" y="2160000"/>
            <a:ext cx="6120000" cy="3960000"/>
          </a:xfrm>
        </p:spPr>
        <p:txBody>
          <a:bodyPr/>
          <a:lstStyle>
            <a:lvl1pPr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1pPr>
            <a:lvl2pPr marL="720000"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2pPr>
            <a:lvl3pPr marL="1080000" indent="-180000">
              <a:spcBef>
                <a:spcPts val="600"/>
              </a:spcBef>
              <a:buClrTx/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222883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ide med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2FA9A78B-F9F6-E5B5-54E3-EE9FF162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75A12590-BDD9-733D-C482-5F7D499C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FA4C063E-ABD6-B6BC-DE08-BDD64606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B06BEC-9C28-1333-C662-F177D86F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64" y="360000"/>
            <a:ext cx="10273673" cy="553998"/>
          </a:xfrm>
        </p:spPr>
        <p:txBody>
          <a:bodyPr/>
          <a:lstStyle>
            <a:lvl1pPr marL="0" indent="0" algn="ctr">
              <a:tabLst>
                <a:tab pos="4262438" algn="l"/>
              </a:tabLst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195414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de med billedbaggrund 3 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Pladsholder til billede 11">
            <a:extLst>
              <a:ext uri="{FF2B5EF4-FFF2-40B4-BE49-F238E27FC236}">
                <a16:creationId xmlns:a16="http://schemas.microsoft.com/office/drawing/2014/main" id="{3E8FA4C9-F9B2-4D3F-C3AA-19AE988B04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896007-EFA9-FB1D-FC40-52612A5A455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2345" y="3959813"/>
            <a:ext cx="3600000" cy="2160000"/>
          </a:xfrm>
          <a:noFill/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FontTx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FontTx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B55FCD46-4218-A74F-8005-7EE6E99038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4C2F6B8E-60BF-6AD6-6314-812B1A40DA1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5DF8C4B2-20B3-A074-8048-894F4A3EAE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4E6E068-C30A-5ADC-3DE9-8633E2E0FF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01682" y="3959813"/>
            <a:ext cx="3600000" cy="2160000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60000" indent="0">
              <a:buNone/>
              <a:defRPr sz="1600">
                <a:solidFill>
                  <a:schemeClr val="bg1"/>
                </a:solidFill>
              </a:defRPr>
            </a:lvl3pPr>
            <a:lvl4pPr marL="720000" indent="0">
              <a:buNone/>
              <a:defRPr sz="16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516B58FF-0AC7-55B2-5CCE-E114A490555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01019" y="3959813"/>
            <a:ext cx="3600000" cy="2160588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D9C566-8AD1-2A40-D58B-568EE210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7299985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llemside dybblå">
    <p:bg>
      <p:bgPr>
        <a:solidFill>
          <a:srgbClr val="00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4" name="Right Triangle 4">
            <a:extLst>
              <a:ext uri="{FF2B5EF4-FFF2-40B4-BE49-F238E27FC236}">
                <a16:creationId xmlns:a16="http://schemas.microsoft.com/office/drawing/2014/main" id="{D65F8924-1F04-8501-B37B-F146F46DDBC3}"/>
              </a:ext>
            </a:extLst>
          </p:cNvPr>
          <p:cNvSpPr/>
          <p:nvPr/>
        </p:nvSpPr>
        <p:spPr>
          <a:xfrm rot="16200000">
            <a:off x="2390148" y="2292681"/>
            <a:ext cx="6875719" cy="2290351"/>
          </a:xfrm>
          <a:prstGeom prst="rtTriangle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058457-07FF-3A96-E142-AEB81C550EDC}"/>
              </a:ext>
            </a:extLst>
          </p:cNvPr>
          <p:cNvSpPr/>
          <p:nvPr/>
        </p:nvSpPr>
        <p:spPr>
          <a:xfrm>
            <a:off x="6973184" y="17716"/>
            <a:ext cx="5218816" cy="6858000"/>
          </a:xfrm>
          <a:prstGeom prst="rect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6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7B8C6AC5-22C4-4C15-1D9D-01CB64A74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72325" b="-7017"/>
          <a:stretch/>
        </p:blipFill>
        <p:spPr>
          <a:xfrm>
            <a:off x="5710432" y="5417946"/>
            <a:ext cx="771134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74425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med blå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6A3845F0-3DF9-4646-ABC5-AF439DC6FB63}"/>
              </a:ext>
            </a:extLst>
          </p:cNvPr>
          <p:cNvSpPr/>
          <p:nvPr/>
        </p:nvSpPr>
        <p:spPr>
          <a:xfrm>
            <a:off x="0" y="-12880"/>
            <a:ext cx="4133611" cy="6870879"/>
          </a:xfrm>
          <a:custGeom>
            <a:avLst/>
            <a:gdLst>
              <a:gd name="connsiteX0" fmla="*/ 0 w 3348000"/>
              <a:gd name="connsiteY0" fmla="*/ 0 h 6858000"/>
              <a:gd name="connsiteX1" fmla="*/ 3348000 w 3348000"/>
              <a:gd name="connsiteY1" fmla="*/ 0 h 6858000"/>
              <a:gd name="connsiteX2" fmla="*/ 3348000 w 3348000"/>
              <a:gd name="connsiteY2" fmla="*/ 6858000 h 6858000"/>
              <a:gd name="connsiteX3" fmla="*/ 0 w 3348000"/>
              <a:gd name="connsiteY3" fmla="*/ 6858000 h 6858000"/>
              <a:gd name="connsiteX4" fmla="*/ 0 w 3348000"/>
              <a:gd name="connsiteY4" fmla="*/ 0 h 6858000"/>
              <a:gd name="connsiteX0" fmla="*/ 0 w 4133611"/>
              <a:gd name="connsiteY0" fmla="*/ 12879 h 6870879"/>
              <a:gd name="connsiteX1" fmla="*/ 4133611 w 4133611"/>
              <a:gd name="connsiteY1" fmla="*/ 0 h 6870879"/>
              <a:gd name="connsiteX2" fmla="*/ 3348000 w 4133611"/>
              <a:gd name="connsiteY2" fmla="*/ 6870879 h 6870879"/>
              <a:gd name="connsiteX3" fmla="*/ 0 w 4133611"/>
              <a:gd name="connsiteY3" fmla="*/ 6870879 h 6870879"/>
              <a:gd name="connsiteX4" fmla="*/ 0 w 4133611"/>
              <a:gd name="connsiteY4" fmla="*/ 12879 h 687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33611" h="6870879">
                <a:moveTo>
                  <a:pt x="0" y="12879"/>
                </a:moveTo>
                <a:lnTo>
                  <a:pt x="4133611" y="0"/>
                </a:lnTo>
                <a:lnTo>
                  <a:pt x="3348000" y="6870879"/>
                </a:lnTo>
                <a:lnTo>
                  <a:pt x="0" y="6870879"/>
                </a:lnTo>
                <a:lnTo>
                  <a:pt x="0" y="128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D7BD72E6-1F77-0F4F-99C7-CDE9FC989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1" y="1080000"/>
            <a:ext cx="6769014" cy="5025378"/>
          </a:xfrm>
        </p:spPr>
        <p:txBody>
          <a:bodyPr/>
          <a:lstStyle>
            <a:lvl1pPr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 marL="720000"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 marL="1080000">
              <a:spcBef>
                <a:spcPts val="600"/>
              </a:spcBef>
              <a:buClrTx/>
              <a:defRPr sz="18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5FAD132-7247-4943-8756-FB1B42F4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0"/>
            <a:ext cx="2726099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2697253C-4240-2DE5-241D-6F79B134E7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E49A80E2-2179-9D0B-A180-333D185AA8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4E9D9BAC-00CB-CF90-33FE-4FD2AF14E5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5412661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nuel indlæsning 1">
            <a:extLst>
              <a:ext uri="{FF2B5EF4-FFF2-40B4-BE49-F238E27FC236}">
                <a16:creationId xmlns:a16="http://schemas.microsoft.com/office/drawing/2014/main" id="{C1C202A1-E056-E2E0-858A-B11C91863D7D}"/>
              </a:ext>
            </a:extLst>
          </p:cNvPr>
          <p:cNvSpPr>
            <a:spLocks noChangeAspect="1"/>
          </p:cNvSpPr>
          <p:nvPr/>
        </p:nvSpPr>
        <p:spPr>
          <a:xfrm flipH="1">
            <a:off x="0" y="2708113"/>
            <a:ext cx="12192000" cy="4149887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999" y="1800000"/>
            <a:ext cx="7920000" cy="553998"/>
          </a:xfrm>
          <a:prstGeom prst="rect">
            <a:avLst/>
          </a:prstGeom>
        </p:spPr>
        <p:txBody>
          <a:bodyPr/>
          <a:lstStyle>
            <a:lvl1pPr>
              <a:defRPr sz="360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63282B2D-EDC0-1744-AB89-A09556139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38276" y="4043190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sp>
        <p:nvSpPr>
          <p:cNvPr id="11" name="Pladsholder til tekst 3">
            <a:extLst>
              <a:ext uri="{FF2B5EF4-FFF2-40B4-BE49-F238E27FC236}">
                <a16:creationId xmlns:a16="http://schemas.microsoft.com/office/drawing/2014/main" id="{D9306688-7C4E-E347-974F-A4462CC48B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51684" y="4043189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549FDC7-8610-6A85-1CD7-C0A6A421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001" y="6120429"/>
            <a:ext cx="2160000" cy="4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3392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side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384E7-0AB4-7441-B5F9-96ACF387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08CDF3-E58D-014E-8ADC-07E0E0415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E16925C-47A6-AB40-8A37-5DFAE88A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6636263-FC36-D172-003C-58D9BBAD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47C7184-ABEE-196E-E69C-81378FA5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6360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3">
            <a:extLst>
              <a:ext uri="{FF2B5EF4-FFF2-40B4-BE49-F238E27FC236}">
                <a16:creationId xmlns:a16="http://schemas.microsoft.com/office/drawing/2014/main" id="{071DDF98-399A-73C1-6A76-0D87F5D23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0000" y="635634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3" name="Pladsholder til slidenummer 5">
            <a:extLst>
              <a:ext uri="{FF2B5EF4-FFF2-40B4-BE49-F238E27FC236}">
                <a16:creationId xmlns:a16="http://schemas.microsoft.com/office/drawing/2014/main" id="{06F05687-C8C9-2987-EB9A-C509041A4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8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4" name="Pladsholder til sidefod 6">
            <a:extLst>
              <a:ext uri="{FF2B5EF4-FFF2-40B4-BE49-F238E27FC236}">
                <a16:creationId xmlns:a16="http://schemas.microsoft.com/office/drawing/2014/main" id="{CECDAB00-7182-687F-414F-D6394BD24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/>
              <a:t>cybersikker.alexandra.dk</a:t>
            </a:r>
          </a:p>
        </p:txBody>
      </p:sp>
    </p:spTree>
    <p:extLst>
      <p:ext uri="{BB962C8B-B14F-4D97-AF65-F5344CB8AC3E}">
        <p14:creationId xmlns:p14="http://schemas.microsoft.com/office/powerpoint/2010/main" val="3308425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3">
            <a:extLst>
              <a:ext uri="{FF2B5EF4-FFF2-40B4-BE49-F238E27FC236}">
                <a16:creationId xmlns:a16="http://schemas.microsoft.com/office/drawing/2014/main" id="{84700FE0-3C32-8F5C-A9D6-F84B59ADD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000" y="6356349"/>
            <a:ext cx="2743200" cy="365125"/>
          </a:xfrm>
        </p:spPr>
        <p:txBody>
          <a:bodyPr/>
          <a:lstStyle/>
          <a:p>
            <a:fld id="{2EE2683A-6B2B-964B-B78D-BF9CF3DA3F7B}" type="datetime1">
              <a:rPr lang="da-DK" smtClean="0"/>
              <a:t>25-11-2025</a:t>
            </a:fld>
            <a:endParaRPr lang="da-DK"/>
          </a:p>
        </p:txBody>
      </p:sp>
      <p:sp>
        <p:nvSpPr>
          <p:cNvPr id="6" name="Pladsholder til sidefod 7">
            <a:extLst>
              <a:ext uri="{FF2B5EF4-FFF2-40B4-BE49-F238E27FC236}">
                <a16:creationId xmlns:a16="http://schemas.microsoft.com/office/drawing/2014/main" id="{59524C84-CFEB-9940-04C5-D411D7EF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7" name="Pladsholder til slidenummer 8">
            <a:extLst>
              <a:ext uri="{FF2B5EF4-FFF2-40B4-BE49-F238E27FC236}">
                <a16:creationId xmlns:a16="http://schemas.microsoft.com/office/drawing/2014/main" id="{1CF4CAFC-21EA-E01D-3132-21873B0A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815" y="6356350"/>
            <a:ext cx="2743200" cy="365125"/>
          </a:xfrm>
        </p:spPr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2" name="Dokument 1">
            <a:extLst>
              <a:ext uri="{FF2B5EF4-FFF2-40B4-BE49-F238E27FC236}">
                <a16:creationId xmlns:a16="http://schemas.microsoft.com/office/drawing/2014/main" id="{C5BA8FC3-060D-F0A5-8322-9D30A0E1929B}"/>
              </a:ext>
            </a:extLst>
          </p:cNvPr>
          <p:cNvSpPr/>
          <p:nvPr userDrawn="1"/>
        </p:nvSpPr>
        <p:spPr>
          <a:xfrm rot="10800000" flipH="1">
            <a:off x="0" y="4067175"/>
            <a:ext cx="12191999" cy="2790825"/>
          </a:xfrm>
          <a:prstGeom prst="flowChartDocument">
            <a:avLst/>
          </a:prstGeom>
          <a:solidFill>
            <a:srgbClr val="0038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F58C07F-51C5-9418-EE26-0A4AF7500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2506824"/>
            <a:ext cx="2283038" cy="941136"/>
          </a:xfrm>
        </p:spPr>
        <p:txBody>
          <a:bodyPr/>
          <a:lstStyle>
            <a:lvl1pPr>
              <a:defRPr>
                <a:solidFill>
                  <a:srgbClr val="003843"/>
                </a:solidFill>
              </a:defRPr>
            </a:lvl1pPr>
          </a:lstStyle>
          <a:p>
            <a:r>
              <a:rPr lang="da-DK"/>
              <a:t>Kontakt</a:t>
            </a:r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526AB892-77E9-213C-01EC-851AF19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2622287"/>
            <a:ext cx="3124200" cy="14935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B323A5C4-9B4E-1258-C4C2-C5DB2E0EA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344053"/>
            <a:ext cx="2808000" cy="241041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D671E023-46C6-ED0A-AB96-BDE486EB9333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249" y="3048642"/>
            <a:ext cx="1926327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630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FORSIDE">
    <p:bg>
      <p:bgPr>
        <a:solidFill>
          <a:srgbClr val="00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kument 7">
            <a:extLst>
              <a:ext uri="{FF2B5EF4-FFF2-40B4-BE49-F238E27FC236}">
                <a16:creationId xmlns:a16="http://schemas.microsoft.com/office/drawing/2014/main" id="{97F39815-501E-76A3-FA96-C8C693D7E23B}"/>
              </a:ext>
            </a:extLst>
          </p:cNvPr>
          <p:cNvSpPr/>
          <p:nvPr userDrawn="1"/>
        </p:nvSpPr>
        <p:spPr>
          <a:xfrm rot="10800000">
            <a:off x="0" y="5816905"/>
            <a:ext cx="12192000" cy="1057488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91AE4081-3EA7-075E-3612-780F81369D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0000" y="6436800"/>
            <a:ext cx="3240000" cy="198468"/>
          </a:xfrm>
          <a:prstGeom prst="rect">
            <a:avLst/>
          </a:prstGeom>
        </p:spPr>
      </p:pic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5400" b="1" i="0" cap="none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endParaRPr lang="da-DK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  <a:prstGeom prst="rect">
            <a:avLst/>
          </a:prstGeo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4582793"/>
            <a:ext cx="7926334" cy="455332"/>
          </a:xfrm>
          <a:prstGeom prst="rect">
            <a:avLst/>
          </a:prstGeom>
        </p:spPr>
        <p:txBody>
          <a:bodyPr/>
          <a:lstStyle>
            <a:lvl1pPr>
              <a:buNone/>
              <a:defRPr sz="1200" cap="all" baseline="0">
                <a:solidFill>
                  <a:srgbClr val="EF7B42"/>
                </a:solidFill>
              </a:defRPr>
            </a:lvl1pPr>
          </a:lstStyle>
          <a:p>
            <a:pPr lvl="0"/>
            <a:endParaRPr lang="da-DK" noProof="0"/>
          </a:p>
        </p:txBody>
      </p:sp>
      <p:pic>
        <p:nvPicPr>
          <p:cNvPr id="5" name="Billede 4" descr="Et billede, der indeholder skærmbillede, Font/skrifttype, sort, design&#10;&#10;Automatisk genereret beskrivelse">
            <a:extLst>
              <a:ext uri="{FF2B5EF4-FFF2-40B4-BE49-F238E27FC236}">
                <a16:creationId xmlns:a16="http://schemas.microsoft.com/office/drawing/2014/main" id="{D03C3022-C89B-6AA5-8FDB-85599E93B6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72001" y="6178407"/>
            <a:ext cx="2160000" cy="377478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BA055593-DECD-D9E4-92C2-9A42269688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540000" cy="110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8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000" y="1620000"/>
            <a:ext cx="10439999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noProof="0"/>
              <a:t>Klik for at redigere</a:t>
            </a:r>
          </a:p>
          <a:p>
            <a:pPr lvl="2"/>
            <a:r>
              <a:rPr lang="da-DK" noProof="0"/>
              <a:t>Andet niveau</a:t>
            </a:r>
          </a:p>
          <a:p>
            <a:pPr lvl="3"/>
            <a:r>
              <a:rPr lang="da-DK" noProof="0"/>
              <a:t>Tredje niveau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BB6D30-42BF-CA45-976E-18C42243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da-DK"/>
          </a:p>
        </p:txBody>
      </p:sp>
      <p:sp>
        <p:nvSpPr>
          <p:cNvPr id="5" name="Pladsholder til dato 33">
            <a:extLst>
              <a:ext uri="{FF2B5EF4-FFF2-40B4-BE49-F238E27FC236}">
                <a16:creationId xmlns:a16="http://schemas.microsoft.com/office/drawing/2014/main" id="{52560EC3-C564-7D2C-3E25-B5570F0A3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1466" y="6557851"/>
            <a:ext cx="2889068" cy="182562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9" name="Pladsholder til sidefod 34">
            <a:extLst>
              <a:ext uri="{FF2B5EF4-FFF2-40B4-BE49-F238E27FC236}">
                <a16:creationId xmlns:a16="http://schemas.microsoft.com/office/drawing/2014/main" id="{93A74E4A-F71B-4F89-2B52-996CFE61B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345" y="6557851"/>
            <a:ext cx="3138687" cy="182562"/>
          </a:xfrm>
          <a:prstGeom prst="rect">
            <a:avLst/>
          </a:prstGeom>
        </p:spPr>
        <p:txBody>
          <a:bodyPr/>
          <a:lstStyle>
            <a:lvl1pPr algn="l">
              <a:defRPr sz="800" cap="all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cybersikker.alexandra.dk</a:t>
            </a:r>
          </a:p>
        </p:txBody>
      </p:sp>
      <p:sp>
        <p:nvSpPr>
          <p:cNvPr id="10" name="Pladsholder til slidenummer 35">
            <a:extLst>
              <a:ext uri="{FF2B5EF4-FFF2-40B4-BE49-F238E27FC236}">
                <a16:creationId xmlns:a16="http://schemas.microsoft.com/office/drawing/2014/main" id="{3813305E-16A2-1B20-40D8-1AC807D54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5251" y="6567126"/>
            <a:ext cx="1944404" cy="2154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678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4" r:id="rId18"/>
    <p:sldLayoutId id="2147483653" r:id="rId19"/>
    <p:sldLayoutId id="2147483660" r:id="rId20"/>
    <p:sldLayoutId id="2147483690" r:id="rId21"/>
  </p:sldLayoutIdLst>
  <p:hf hdr="0"/>
  <p:txStyles>
    <p:titleStyle>
      <a:lvl1pPr marL="0" algn="l" defTabSz="457200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cap="none" baseline="0" dirty="0">
          <a:solidFill>
            <a:srgbClr val="343434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36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  <a:lvl2pPr marL="327538" indent="-360000" algn="l" defTabSz="457200" rtl="0" eaLnBrk="1" latinLnBrk="0" hangingPunct="1">
        <a:lnSpc>
          <a:spcPct val="114000"/>
        </a:lnSpc>
        <a:spcBef>
          <a:spcPts val="1176"/>
        </a:spcBef>
        <a:buClr>
          <a:srgbClr val="D7643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72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20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3pPr>
      <a:lvl4pPr marL="1080000" indent="-360000" algn="l" defTabSz="457200" rtl="0" eaLnBrk="1" latinLnBrk="0" hangingPunct="1">
        <a:lnSpc>
          <a:spcPct val="114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tabLst/>
        <a:defRPr sz="18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4pPr>
      <a:lvl5pPr marL="0" indent="0" algn="l" defTabSz="457200" rtl="0" eaLnBrk="1" latinLnBrk="0" hangingPunct="1">
        <a:lnSpc>
          <a:spcPct val="114000"/>
        </a:lnSpc>
        <a:spcBef>
          <a:spcPct val="20000"/>
        </a:spcBef>
        <a:buClr>
          <a:srgbClr val="D76432"/>
        </a:buClr>
        <a:buFont typeface="Arial" panose="020B0604020202020204" pitchFamily="34" charset="0"/>
        <a:buNone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nq.me/2012/page/8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ickpik.com/binary-hands-keyboard-tap-enter-input-62825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19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hyperlink" Target="https://www.pickpik.com/person-laptop-computers-brainstorming-business-colleagues-company-3879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jpeg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juku.it/big-data-lakes-too-many-ponds-thats-the-proble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ww.pickpik.com/person-laptop-computers-brainstorming-business-colleagues-company-38794" TargetMode="External"/><Relationship Id="rId5" Type="http://schemas.openxmlformats.org/officeDocument/2006/relationships/image" Target="../media/image21.jpeg"/><Relationship Id="rId4" Type="http://schemas.openxmlformats.org/officeDocument/2006/relationships/hyperlink" Target="https://pxhere.com/en/photo/1020606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openclipart.org/detail/245459/webcam" TargetMode="External"/><Relationship Id="rId5" Type="http://schemas.openxmlformats.org/officeDocument/2006/relationships/image" Target="../media/image24.png"/><Relationship Id="rId4" Type="http://schemas.openxmlformats.org/officeDocument/2006/relationships/hyperlink" Target="https://jecomputing.blogspot.com/2014/07/setting-up-and-using-dropbox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ecurityonion.net/en/2.4/cases.html#cases" TargetMode="External"/><Relationship Id="rId3" Type="http://schemas.openxmlformats.org/officeDocument/2006/relationships/hyperlink" Target="https://docs.securityonion.net/en/2.4/detections.html#detections" TargetMode="External"/><Relationship Id="rId7" Type="http://schemas.openxmlformats.org/officeDocument/2006/relationships/hyperlink" Target="https://docs.securityonion.net/en/2.4/cyberchef.html#cyberchef" TargetMode="External"/><Relationship Id="rId2" Type="http://schemas.openxmlformats.org/officeDocument/2006/relationships/hyperlink" Target="https://docs.securityonion.net/en/2.4/alerts.html#alerts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docs.securityonion.net/en/2.4/pcap.html#pcap" TargetMode="External"/><Relationship Id="rId5" Type="http://schemas.openxmlformats.org/officeDocument/2006/relationships/hyperlink" Target="https://docs.securityonion.net/en/2.4/hunt.html#hunt" TargetMode="External"/><Relationship Id="rId10" Type="http://schemas.openxmlformats.org/officeDocument/2006/relationships/hyperlink" Target="https://docs.securityonion.net/en/2.4/osquery-manager.html#osquery-manager" TargetMode="External"/><Relationship Id="rId4" Type="http://schemas.openxmlformats.org/officeDocument/2006/relationships/hyperlink" Target="https://docs.securityonion.net/en/2.4/dashboards.html#dashboards" TargetMode="External"/><Relationship Id="rId9" Type="http://schemas.openxmlformats.org/officeDocument/2006/relationships/hyperlink" Target="https://docs.securityonion.net/en/2.4/elastic-agent.html#elastic-agent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intune/" TargetMode="Externa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ssec.net/" TargetMode="External"/><Relationship Id="rId2" Type="http://schemas.openxmlformats.org/officeDocument/2006/relationships/hyperlink" Target="https://learn.microsoft.com/en-us/intune/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openuem.eu/" TargetMode="Externa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ssec.net/" TargetMode="External"/><Relationship Id="rId2" Type="http://schemas.openxmlformats.org/officeDocument/2006/relationships/hyperlink" Target="https://learn.microsoft.com/en-us/intune/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openuem.eu/" TargetMode="Externa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50A64-59FC-FC96-6860-49FD3869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4A075-F9AD-14F3-1AAA-09A909E5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 noProof="0"/>
              <a:t>Endpoint security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F200742-2569-8A30-6A17-F1949681A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04ECDC3-90B1-2A7B-7E2B-BFB4FE2DEE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507574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A6F88-AA06-B15D-E6B4-81179AB8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B134C01-DCF9-EBB3-B599-22355F716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8" y="390038"/>
            <a:ext cx="10584015" cy="553998"/>
          </a:xfrm>
        </p:spPr>
        <p:txBody>
          <a:bodyPr/>
          <a:lstStyle/>
          <a:p>
            <a:r>
              <a:rPr lang="da-DK">
                <a:latin typeface="Arial"/>
                <a:ea typeface="Verdana"/>
                <a:cs typeface="Arial"/>
              </a:rPr>
              <a:t>Agenda</a:t>
            </a:r>
            <a:endParaRPr lang="da-DK"/>
          </a:p>
        </p:txBody>
      </p:sp>
      <p:graphicFrame>
        <p:nvGraphicFramePr>
          <p:cNvPr id="12" name="Pladsholder til indhold 11">
            <a:extLst>
              <a:ext uri="{FF2B5EF4-FFF2-40B4-BE49-F238E27FC236}">
                <a16:creationId xmlns:a16="http://schemas.microsoft.com/office/drawing/2014/main" id="{FD0F3D2A-80BC-E81B-5707-D4038016C2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4392898"/>
              </p:ext>
            </p:extLst>
          </p:nvPr>
        </p:nvGraphicFramePr>
        <p:xfrm>
          <a:off x="1245463" y="1025517"/>
          <a:ext cx="10238550" cy="5145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249">
                  <a:extLst>
                    <a:ext uri="{9D8B030D-6E8A-4147-A177-3AD203B41FA5}">
                      <a16:colId xmlns:a16="http://schemas.microsoft.com/office/drawing/2014/main" val="3568212222"/>
                    </a:ext>
                  </a:extLst>
                </a:gridCol>
                <a:gridCol w="6200549">
                  <a:extLst>
                    <a:ext uri="{9D8B030D-6E8A-4147-A177-3AD203B41FA5}">
                      <a16:colId xmlns:a16="http://schemas.microsoft.com/office/drawing/2014/main" val="3991436401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648554971"/>
                    </a:ext>
                  </a:extLst>
                </a:gridCol>
              </a:tblGrid>
              <a:tr h="366284">
                <a:tc>
                  <a:txBody>
                    <a:bodyPr/>
                    <a:lstStyle/>
                    <a:p>
                      <a:r>
                        <a:rPr lang="en-GB" noProof="0"/>
                        <a:t>Tidspunkt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Emne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83505"/>
                  </a:ext>
                </a:extLst>
              </a:tr>
              <a:tr h="372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noProof="0"/>
                        <a:t>8.30-9.00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noProof="0" err="1"/>
                        <a:t>EndpSec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Målpind</a:t>
                      </a:r>
                      <a:r>
                        <a:rPr lang="en-GB" noProof="0"/>
                        <a:t> 1 (+4): </a:t>
                      </a:r>
                      <a:r>
                        <a:rPr lang="en-GB" noProof="0" err="1"/>
                        <a:t>Hvad</a:t>
                      </a:r>
                      <a:r>
                        <a:rPr lang="en-GB" noProof="0"/>
                        <a:t> er endpoints, </a:t>
                      </a:r>
                      <a:r>
                        <a:rPr lang="en-GB" noProof="0" err="1"/>
                        <a:t>hvordan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kan</a:t>
                      </a:r>
                      <a:r>
                        <a:rPr lang="en-GB" noProof="0"/>
                        <a:t> de </a:t>
                      </a:r>
                      <a:r>
                        <a:rPr lang="en-GB" noProof="0" err="1"/>
                        <a:t>identificeres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og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hvordan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kan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deres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sikkerhed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vurderes</a:t>
                      </a:r>
                      <a:r>
                        <a:rPr lang="en-GB" noProof="0"/>
                        <a:t> – med </a:t>
                      </a:r>
                      <a:r>
                        <a:rPr lang="en-GB" noProof="0" err="1"/>
                        <a:t>fokus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på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skalerbarhed</a:t>
                      </a:r>
                      <a:r>
                        <a:rPr lang="en-GB" noProof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noProof="0" err="1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72173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noProof="0"/>
                        <a:t>9.00-10.00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noProof="0" err="1"/>
                        <a:t>Øvelse</a:t>
                      </a:r>
                      <a:r>
                        <a:rPr lang="en-GB" noProof="0"/>
                        <a:t>: </a:t>
                      </a:r>
                      <a:r>
                        <a:rPr lang="en-GB" noProof="0" err="1"/>
                        <a:t>Netværk</a:t>
                      </a:r>
                      <a:r>
                        <a:rPr lang="en-GB" noProof="0"/>
                        <a:t> scanning med </a:t>
                      </a:r>
                      <a:r>
                        <a:rPr lang="en-GB" noProof="0" err="1"/>
                        <a:t>NMap</a:t>
                      </a:r>
                      <a:r>
                        <a:rPr lang="en-GB" noProof="0"/>
                        <a:t> + Nessus</a:t>
                      </a:r>
                      <a:endParaRPr lang="en-GB" noProof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err="1"/>
                        <a:t>Øvelse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94966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noProof="0"/>
                        <a:t>10.00-10.15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noProof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76553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noProof="0"/>
                        <a:t>10.15-10.45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noProof="0" err="1"/>
                        <a:t>EndpSec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Målpind</a:t>
                      </a:r>
                      <a:r>
                        <a:rPr lang="en-GB" noProof="0"/>
                        <a:t> 7: </a:t>
                      </a:r>
                      <a:r>
                        <a:rPr lang="en-GB" noProof="0" err="1"/>
                        <a:t>eXtended</a:t>
                      </a:r>
                      <a:r>
                        <a:rPr lang="en-GB" noProof="0"/>
                        <a:t> Detect and Response, SOC </a:t>
                      </a:r>
                      <a:r>
                        <a:rPr lang="en-GB" noProof="0" err="1"/>
                        <a:t>og</a:t>
                      </a:r>
                      <a:r>
                        <a:rPr lang="en-GB" noProof="0"/>
                        <a:t> SIEM – </a:t>
                      </a:r>
                      <a:r>
                        <a:rPr lang="en-GB" noProof="0" err="1"/>
                        <a:t>styring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af</a:t>
                      </a:r>
                      <a:r>
                        <a:rPr lang="en-GB" noProof="0"/>
                        <a:t> endpoint </a:t>
                      </a:r>
                      <a:r>
                        <a:rPr lang="en-GB" noProof="0" err="1"/>
                        <a:t>sikkerhed</a:t>
                      </a:r>
                      <a:endParaRPr lang="en-GB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err="1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98247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noProof="0"/>
                        <a:t>10.45-11.20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noProof="0"/>
                        <a:t>Øvelse: ARP-spoof fra i går</a:t>
                      </a:r>
                      <a:endParaRPr lang="en-GB" noProof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GB" noProof="0" err="1"/>
                        <a:t>Øvelse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4217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noProof="0"/>
                        <a:t>11.30-11.40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noProof="0"/>
                        <a:t>Kort 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760828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GB" noProof="0"/>
                        <a:t>11.40-12.00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noProof="0"/>
                        <a:t>Intro til eftermiddagen: Hvordan forvandler vi dette til undervisning?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noProof="0" err="1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355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GB" noProof="0"/>
                        <a:t>12.00-13.00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noProof="0" err="1"/>
                        <a:t>Frokost</a:t>
                      </a:r>
                      <a:endParaRPr lang="en-GB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53634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noProof="0"/>
                        <a:t>13.00-16.00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noProof="0"/>
                        <a:t>Undervisningsmateriale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GB" noProof="0"/>
                        <a:t>Gruppe </a:t>
                      </a:r>
                      <a:r>
                        <a:rPr lang="en-GB" noProof="0" err="1"/>
                        <a:t>arbejde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79610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noProof="0"/>
                        <a:t>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noProof="0"/>
                        <a:t>Slut for </a:t>
                      </a:r>
                      <a:r>
                        <a:rPr lang="en-GB" noProof="0" err="1"/>
                        <a:t>i</a:t>
                      </a:r>
                      <a:r>
                        <a:rPr lang="en-GB" noProof="0"/>
                        <a:t> </a:t>
                      </a:r>
                      <a:r>
                        <a:rPr lang="en-GB" noProof="0" err="1"/>
                        <a:t>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767376"/>
                  </a:ext>
                </a:extLst>
              </a:tr>
            </a:tbl>
          </a:graphicData>
        </a:graphic>
      </p:graphicFrame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26B0AB6-813B-FFDB-880E-47131A78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D938-B50E-D842-AEDC-C3B711F6BEE0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2656715-780E-05FF-7B08-297D7C77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222B0D2-542E-6A26-0021-F941D109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25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24368-BA55-274B-14D0-719FC3FA3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4F7CB9-E6BC-581B-90A5-AD5F1F68F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 noProof="0"/>
              <a:t>Endpoints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2923B0A-B812-F549-4F9A-8596C26438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/>
              <a:t>Hvad er det? Hvordan identificeres de? Hvad med sikkerhed?</a:t>
            </a:r>
          </a:p>
          <a:p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471E80A-CA7D-DBA5-B6C9-A6F6B262EC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361298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E9D9-2A53-D18B-C8C0-F547A7EED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D7C5-CBFD-C265-650F-52940EC4B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Relation til målpinde: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2D3E0-6112-F008-70C9-70E4A2EAE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i="1" noProof="0"/>
              <a:t>1. Lærlingen kan forklare, </a:t>
            </a:r>
            <a:r>
              <a:rPr lang="da-DK" i="1" u="sng" noProof="0"/>
              <a:t>hvad </a:t>
            </a:r>
            <a:r>
              <a:rPr lang="da-DK" i="1" u="sng" noProof="0" err="1"/>
              <a:t>endpoints</a:t>
            </a:r>
            <a:r>
              <a:rPr lang="da-DK" i="1" u="sng" noProof="0"/>
              <a:t> er, og identificere typiske </a:t>
            </a:r>
            <a:r>
              <a:rPr lang="da-DK" i="1" u="sng" noProof="0" err="1"/>
              <a:t>endpoint</a:t>
            </a:r>
            <a:r>
              <a:rPr lang="da-DK" i="1" u="sng" noProof="0"/>
              <a:t>-enheder såsom computere, mobiler og </a:t>
            </a:r>
            <a:r>
              <a:rPr lang="da-DK" i="1" u="sng" noProof="0" err="1"/>
              <a:t>IoT</a:t>
            </a:r>
            <a:r>
              <a:rPr lang="da-DK" i="1" u="sng" noProof="0"/>
              <a:t>, samt deres betydning i en organisations sikkerhedsstrategi</a:t>
            </a:r>
            <a:r>
              <a:rPr lang="da-DK" i="1" noProof="0"/>
              <a:t>.</a:t>
            </a:r>
            <a:r>
              <a:rPr lang="da-DK" noProof="0"/>
              <a:t> </a:t>
            </a:r>
          </a:p>
          <a:p>
            <a:r>
              <a:rPr lang="da-DK" i="1" noProof="0"/>
              <a:t>2. Lærlingen kan </a:t>
            </a:r>
            <a:r>
              <a:rPr lang="da-DK" i="1" u="sng" noProof="0"/>
              <a:t>beskrive og analysere almindelige trusler mod </a:t>
            </a:r>
            <a:r>
              <a:rPr lang="da-DK" i="1" u="sng" noProof="0" err="1"/>
              <a:t>endpoints</a:t>
            </a:r>
            <a:r>
              <a:rPr lang="da-DK" i="1" noProof="0"/>
              <a:t>, herunder malware, phishing og </a:t>
            </a:r>
            <a:r>
              <a:rPr lang="da-DK" i="1" noProof="0" err="1"/>
              <a:t>ransomware</a:t>
            </a:r>
            <a:r>
              <a:rPr lang="da-DK" i="1" noProof="0"/>
              <a:t>, samt anvende trusselsmodellering til risikovurdering.</a:t>
            </a:r>
            <a:r>
              <a:rPr lang="da-DK" b="1" noProof="0"/>
              <a:t> </a:t>
            </a:r>
            <a:r>
              <a:rPr lang="da-DK" noProof="0"/>
              <a:t>  </a:t>
            </a:r>
          </a:p>
          <a:p>
            <a:r>
              <a:rPr lang="da-DK" i="1" noProof="0"/>
              <a:t>4. Lærlingen har viden om, </a:t>
            </a:r>
            <a:r>
              <a:rPr lang="da-DK" i="1" u="sng" noProof="0"/>
              <a:t>hvordan man kan vurdere og anvende skalerbare sikkerhedsløsninger</a:t>
            </a:r>
            <a:r>
              <a:rPr lang="da-DK" i="1" noProof="0"/>
              <a:t> og </a:t>
            </a:r>
            <a:r>
              <a:rPr lang="da-DK" i="1" noProof="0" err="1"/>
              <a:t>endpoint</a:t>
            </a:r>
            <a:r>
              <a:rPr lang="da-DK" i="1" noProof="0"/>
              <a:t> management-værktøjer til forskellige typer enheder.</a:t>
            </a:r>
            <a:r>
              <a:rPr lang="da-DK" noProof="0"/>
              <a:t> 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8394C-CF10-2208-F7EE-1E9A88036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E8EDB-47AF-B1B0-B4E8-ED3EF62D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77F8B-A56D-D90A-E5A2-5FA872237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47598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B7DC0-3067-4FEB-4F79-E7A225FB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B2D4-0880-1F05-095C-ACDEAFD9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Grundlæggende </a:t>
            </a:r>
            <a:r>
              <a:rPr lang="da-DK" noProof="0" err="1"/>
              <a:t>cybersikkerhed</a:t>
            </a:r>
            <a:r>
              <a:rPr lang="da-DK" noProof="0"/>
              <a:t> kræver overblik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EDBB5-EA70-C7C0-4B17-04A48139E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/>
              <a:t>Hvad findes der egentligt af ”ting” i vores IT?</a:t>
            </a:r>
          </a:p>
          <a:p>
            <a:pPr lvl="2"/>
            <a:r>
              <a:rPr lang="da-DK" noProof="0"/>
              <a:t>Selve infrastrukturen: F.eks. routere, switche og firewalls</a:t>
            </a:r>
          </a:p>
          <a:p>
            <a:pPr lvl="2"/>
            <a:r>
              <a:rPr lang="da-DK" noProof="0" err="1"/>
              <a:t>Endpoints</a:t>
            </a:r>
            <a:r>
              <a:rPr lang="da-DK" noProof="0"/>
              <a:t>: De enheder som forbinder til netværket: F.eks. </a:t>
            </a:r>
            <a:r>
              <a:rPr lang="da-DK" noProof="0" err="1"/>
              <a:t>laptops</a:t>
            </a:r>
            <a:r>
              <a:rPr lang="da-DK" noProof="0"/>
              <a:t>, desktops, mobiler, servere, </a:t>
            </a:r>
            <a:r>
              <a:rPr lang="da-DK" noProof="0" err="1"/>
              <a:t>IoT</a:t>
            </a:r>
            <a:r>
              <a:rPr lang="da-DK" noProof="0"/>
              <a:t> enheder, m.fl.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E7A94-6EC8-B2E7-FAA5-5F12A729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7A39B-02BE-5256-E583-A9A329150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E21D-F524-65F4-0D28-9E3CCBCA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5</a:t>
            </a:fld>
            <a:endParaRPr lang="da-DK" noProof="0"/>
          </a:p>
        </p:txBody>
      </p:sp>
      <p:pic>
        <p:nvPicPr>
          <p:cNvPr id="14" name="Billede 13" descr="Et billede, der indeholder skærmbillede&#10;&#10;AI-genereret indhold kan være ukorrekt.">
            <a:extLst>
              <a:ext uri="{FF2B5EF4-FFF2-40B4-BE49-F238E27FC236}">
                <a16:creationId xmlns:a16="http://schemas.microsoft.com/office/drawing/2014/main" id="{2B043A59-FA8F-1081-2E86-C1DE618DF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-661" t="-3368" r="2500" b="43004"/>
          <a:stretch>
            <a:fillRect/>
          </a:stretch>
        </p:blipFill>
        <p:spPr>
          <a:xfrm>
            <a:off x="887279" y="3690667"/>
            <a:ext cx="4706755" cy="2249333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DCD5AE72-588F-3379-DFC8-8F7577529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501" y="3311930"/>
            <a:ext cx="5655398" cy="300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94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264C7-22B6-44DC-A1FF-61F7AFE0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14C2-CA27-11BD-368F-8C84B668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1F7F2-DA63-AB61-A9C9-C240EF6B4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err="1"/>
              <a:t>Endpoints</a:t>
            </a:r>
            <a:r>
              <a:rPr lang="da-DK" noProof="0"/>
              <a:t> kan variere på forskellige måder:</a:t>
            </a:r>
          </a:p>
          <a:p>
            <a:pPr lvl="2"/>
            <a:r>
              <a:rPr lang="da-DK"/>
              <a:t>Hvilken platform kører den?</a:t>
            </a:r>
          </a:p>
          <a:p>
            <a:pPr lvl="2"/>
            <a:r>
              <a:rPr lang="da-DK" noProof="0"/>
              <a:t>Er der en brugergrænseflade? </a:t>
            </a:r>
          </a:p>
          <a:p>
            <a:pPr lvl="2"/>
            <a:r>
              <a:rPr lang="da-DK" noProof="0"/>
              <a:t>Er den fysisk tilgængelig for brugerne? </a:t>
            </a:r>
          </a:p>
          <a:p>
            <a:pPr lvl="2"/>
            <a:r>
              <a:rPr lang="da-DK" noProof="0"/>
              <a:t>Er den under organisationens kontrol?</a:t>
            </a:r>
          </a:p>
          <a:p>
            <a:pPr lvl="2"/>
            <a:r>
              <a:rPr lang="da-DK"/>
              <a:t>Gemmer den data?</a:t>
            </a:r>
          </a:p>
          <a:p>
            <a:pPr lvl="2"/>
            <a:r>
              <a:rPr lang="da-DK" noProof="0"/>
              <a:t>Hvor ”dynamisk” er den?</a:t>
            </a:r>
          </a:p>
          <a:p>
            <a:pPr lvl="2"/>
            <a:endParaRPr lang="da-DK" noProof="0"/>
          </a:p>
          <a:p>
            <a:r>
              <a:rPr lang="da-DK"/>
              <a:t>Men der er altid en eller anden form for computer til stede</a:t>
            </a:r>
          </a:p>
          <a:p>
            <a:pPr lvl="2"/>
            <a:r>
              <a:rPr lang="da-DK" noProof="0"/>
              <a:t>Og den kan angribes</a:t>
            </a:r>
          </a:p>
          <a:p>
            <a:endParaRPr lang="da-DK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27061-C386-D8EE-F5E7-D5102262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C5F29-88D5-2287-8935-CCC577BF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89BAB-A203-D5AC-2232-0B9C03B6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6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19920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B9EA7-5E0F-2F13-39B2-BBB5529C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A7FF-71EA-4871-D18C-877B2D85A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553998"/>
          </a:xfrm>
        </p:spPr>
        <p:txBody>
          <a:bodyPr/>
          <a:lstStyle/>
          <a:p>
            <a:r>
              <a:rPr lang="da-DK" noProof="0"/>
              <a:t>Typiske trusler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67A1E-D039-749B-CB8A-4D3CFA637B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  <a:p>
            <a:endParaRPr lang="da-DK" sz="2800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EB305-C189-11A9-8E86-D0A920B7878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A8B48-6BC2-829A-1D8F-01078179F6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BF97-F5CE-AC26-4EDD-DA162D9631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7</a:t>
            </a:fld>
            <a:endParaRPr lang="da-DK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9F2C20-70B9-AE15-BCD4-C6EB0A31F5C9}"/>
              </a:ext>
            </a:extLst>
          </p:cNvPr>
          <p:cNvSpPr txBox="1">
            <a:spLocks/>
          </p:cNvSpPr>
          <p:nvPr/>
        </p:nvSpPr>
        <p:spPr>
          <a:xfrm>
            <a:off x="31309" y="1619688"/>
            <a:ext cx="5889658" cy="4320000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Malware og </a:t>
            </a:r>
            <a:r>
              <a:rPr lang="da-DK" err="1"/>
              <a:t>ransomware</a:t>
            </a:r>
            <a:endParaRPr lang="da-DK"/>
          </a:p>
          <a:p>
            <a:r>
              <a:rPr lang="da-DK"/>
              <a:t>Zero-Day </a:t>
            </a:r>
            <a:r>
              <a:rPr lang="da-DK" err="1"/>
              <a:t>vulnerabilities</a:t>
            </a:r>
            <a:endParaRPr lang="da-DK"/>
          </a:p>
          <a:p>
            <a:r>
              <a:rPr lang="da-DK"/>
              <a:t>Phishing og Social Engineering</a:t>
            </a:r>
          </a:p>
          <a:p>
            <a:r>
              <a:rPr lang="da-DK"/>
              <a:t>Advanced Persistent </a:t>
            </a:r>
            <a:r>
              <a:rPr lang="da-DK" err="1"/>
              <a:t>Threats</a:t>
            </a:r>
            <a:r>
              <a:rPr lang="da-DK"/>
              <a:t> (APT)</a:t>
            </a:r>
          </a:p>
          <a:p>
            <a:r>
              <a:rPr lang="da-DK"/>
              <a:t>Insider </a:t>
            </a:r>
            <a:r>
              <a:rPr lang="da-DK" err="1"/>
              <a:t>Threats</a:t>
            </a:r>
            <a:endParaRPr lang="da-DK"/>
          </a:p>
          <a:p>
            <a:r>
              <a:rPr lang="da-DK"/>
              <a:t>(Distributed) </a:t>
            </a:r>
            <a:r>
              <a:rPr lang="da-DK" err="1"/>
              <a:t>Denial</a:t>
            </a:r>
            <a:r>
              <a:rPr lang="da-DK"/>
              <a:t> of Service – (D)</a:t>
            </a:r>
            <a:r>
              <a:rPr lang="da-DK" err="1"/>
              <a:t>DoS</a:t>
            </a:r>
            <a:endParaRPr lang="da-DK"/>
          </a:p>
          <a:p>
            <a:r>
              <a:rPr lang="da-DK" err="1"/>
              <a:t>Credential</a:t>
            </a:r>
            <a:r>
              <a:rPr lang="da-DK"/>
              <a:t> </a:t>
            </a:r>
            <a:r>
              <a:rPr lang="da-DK" err="1"/>
              <a:t>Theft</a:t>
            </a:r>
            <a:endParaRPr lang="da-DK"/>
          </a:p>
          <a:p>
            <a:r>
              <a:rPr lang="da-DK"/>
              <a:t>Device </a:t>
            </a:r>
            <a:r>
              <a:rPr lang="da-DK" err="1"/>
              <a:t>loss</a:t>
            </a:r>
            <a:endParaRPr lang="da-DK"/>
          </a:p>
          <a:p>
            <a:r>
              <a:rPr lang="da-DK"/>
              <a:t>… og mange flere</a:t>
            </a:r>
          </a:p>
        </p:txBody>
      </p:sp>
      <p:pic>
        <p:nvPicPr>
          <p:cNvPr id="1026" name="Picture 2" descr="Foresight web news">
            <a:extLst>
              <a:ext uri="{FF2B5EF4-FFF2-40B4-BE49-F238E27FC236}">
                <a16:creationId xmlns:a16="http://schemas.microsoft.com/office/drawing/2014/main" id="{C8198F65-4190-2171-894A-8F014C723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644" y="1585503"/>
            <a:ext cx="6558746" cy="437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542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5C38A-07C3-0423-AF90-4168FD4E9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37CBD-FE4A-540D-017F-3168FFDE5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1107996"/>
          </a:xfrm>
        </p:spPr>
        <p:txBody>
          <a:bodyPr/>
          <a:lstStyle/>
          <a:p>
            <a:r>
              <a:rPr lang="da-DK" noProof="0"/>
              <a:t>Trusler mod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D226A-1419-11F1-E00C-3CB604C8DE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69941" y="900000"/>
            <a:ext cx="6294880" cy="5205378"/>
          </a:xfrm>
        </p:spPr>
        <p:txBody>
          <a:bodyPr/>
          <a:lstStyle/>
          <a:p>
            <a:endParaRPr lang="da-DK" noProof="0"/>
          </a:p>
          <a:p>
            <a:endParaRPr lang="da-DK" sz="2800" noProof="0"/>
          </a:p>
          <a:p>
            <a:r>
              <a:rPr lang="da-DK" sz="2800" noProof="0"/>
              <a:t>Afhænger af det konkrete </a:t>
            </a:r>
            <a:r>
              <a:rPr lang="da-DK" sz="2800" noProof="0" err="1"/>
              <a:t>endpoint</a:t>
            </a:r>
            <a:r>
              <a:rPr lang="da-DK" sz="2800" noProof="0"/>
              <a:t>:</a:t>
            </a:r>
          </a:p>
          <a:p>
            <a:pPr lvl="1"/>
            <a:r>
              <a:rPr lang="da-DK" sz="2400" err="1"/>
              <a:t>IoT</a:t>
            </a:r>
            <a:r>
              <a:rPr lang="da-DK" sz="2400"/>
              <a:t> (og servere?) er ikke udsat for phishing</a:t>
            </a:r>
          </a:p>
          <a:p>
            <a:pPr lvl="1"/>
            <a:r>
              <a:rPr lang="da-DK" sz="2400"/>
              <a:t>Mobile </a:t>
            </a:r>
            <a:r>
              <a:rPr lang="da-DK" sz="2400" err="1"/>
              <a:t>devices</a:t>
            </a:r>
            <a:r>
              <a:rPr lang="da-DK" sz="2400"/>
              <a:t> (og noget </a:t>
            </a:r>
            <a:r>
              <a:rPr lang="da-DK" sz="2400" err="1"/>
              <a:t>IoT</a:t>
            </a:r>
            <a:r>
              <a:rPr lang="da-DK" sz="2400"/>
              <a:t>) er udsat for tyveri</a:t>
            </a:r>
          </a:p>
          <a:p>
            <a:pPr lvl="1"/>
            <a:r>
              <a:rPr lang="da-DK" sz="2400" err="1"/>
              <a:t>IoT</a:t>
            </a:r>
            <a:r>
              <a:rPr lang="da-DK" sz="2400"/>
              <a:t> er sjældent udsat for </a:t>
            </a:r>
            <a:r>
              <a:rPr lang="da-DK" sz="2400" err="1"/>
              <a:t>credential</a:t>
            </a:r>
            <a:r>
              <a:rPr lang="da-DK" sz="2400"/>
              <a:t> </a:t>
            </a:r>
            <a:r>
              <a:rPr lang="da-DK" sz="2400" err="1"/>
              <a:t>theft</a:t>
            </a:r>
            <a:endParaRPr lang="da-DK" sz="2400"/>
          </a:p>
          <a:p>
            <a:pPr lvl="1"/>
            <a:r>
              <a:rPr lang="da-DK" sz="2400"/>
              <a:t>…</a:t>
            </a:r>
          </a:p>
          <a:p>
            <a:pPr lvl="1"/>
            <a:endParaRPr lang="da-DK" sz="2400"/>
          </a:p>
          <a:p>
            <a:endParaRPr lang="da-DK" sz="2800" noProof="0"/>
          </a:p>
          <a:p>
            <a:endParaRPr lang="da-DK" sz="2800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A8DD0-DB57-BB24-47BE-05C7DB6C0E7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74914-18F2-963D-91BB-55C358DFB8A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29AC5-27BB-D2DA-2166-9924E662A3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8</a:t>
            </a:fld>
            <a:endParaRPr lang="da-DK" noProof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172DBDD6-C290-BF3D-6F0E-B0CE6AD83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52" y="4024735"/>
            <a:ext cx="3711085" cy="197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65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A6647-0A5D-F74B-883D-85AD37551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ntivirus Software vs Firewall: What's the Difference? - Creative Networks">
            <a:extLst>
              <a:ext uri="{FF2B5EF4-FFF2-40B4-BE49-F238E27FC236}">
                <a16:creationId xmlns:a16="http://schemas.microsoft.com/office/drawing/2014/main" id="{BDF17C3F-BAE0-ACF8-614D-F49AE3974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9999" y="2293200"/>
            <a:ext cx="5040000" cy="29736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78D414-BDDC-E275-EFD4-A2497B9C8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noProof="0" err="1"/>
              <a:t>Sikkerhedsforanstaltningerne</a:t>
            </a:r>
            <a:r>
              <a:rPr lang="en-US" sz="3100" noProof="0"/>
              <a:t> er </a:t>
            </a:r>
            <a:r>
              <a:rPr lang="en-US" sz="3100" noProof="0" err="1"/>
              <a:t>meget</a:t>
            </a:r>
            <a:r>
              <a:rPr lang="en-US" sz="3100" noProof="0"/>
              <a:t> </a:t>
            </a:r>
            <a:r>
              <a:rPr lang="en-US" sz="3100" noProof="0" err="1"/>
              <a:t>situationsbestemte</a:t>
            </a:r>
            <a:endParaRPr lang="da-DK" sz="3100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45F2F-DB69-C82B-D72F-3E532F77ED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466" y="6557851"/>
            <a:ext cx="2889068" cy="1825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E31781D-1938-4D4D-8804-84A3CA642707}" type="datetime1">
              <a:rPr lang="da-DK" sz="6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25-11-2025</a:t>
            </a:fld>
            <a:endParaRPr lang="da-DK" sz="600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7E86A-8CF2-3736-7DD0-51560520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345" y="6557851"/>
            <a:ext cx="3138687" cy="1825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a-DK" sz="600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77B7B-1201-4220-ABB1-1AA0BB5A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5251" y="6567126"/>
            <a:ext cx="1944404" cy="2154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9FF5FAE-2060-B54F-BDDB-0825BCE6ACB8}" type="slidenum">
              <a:rPr lang="da-DK" noProof="0" smtClean="0"/>
              <a:pPr>
                <a:spcAft>
                  <a:spcPts val="600"/>
                </a:spcAft>
              </a:pPr>
              <a:t>9</a:t>
            </a:fld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C7AB8-5A08-4C38-F7F5-680F54009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620000"/>
            <a:ext cx="5040000" cy="4337050"/>
          </a:xfrm>
        </p:spPr>
        <p:txBody>
          <a:bodyPr>
            <a:normAutofit/>
          </a:bodyPr>
          <a:lstStyle/>
          <a:p>
            <a:endParaRPr lang="da-DK" noProof="0"/>
          </a:p>
          <a:p>
            <a:r>
              <a:rPr lang="da-DK" noProof="0"/>
              <a:t>Antivirus</a:t>
            </a:r>
          </a:p>
          <a:p>
            <a:r>
              <a:rPr lang="da-DK"/>
              <a:t>Mail filtre</a:t>
            </a:r>
          </a:p>
          <a:p>
            <a:r>
              <a:rPr lang="da-DK" noProof="0"/>
              <a:t>Automatiske opdateringer</a:t>
            </a:r>
          </a:p>
          <a:p>
            <a:r>
              <a:rPr lang="da-DK"/>
              <a:t>Password politik</a:t>
            </a:r>
          </a:p>
          <a:p>
            <a:r>
              <a:rPr lang="da-DK" noProof="0"/>
              <a:t>App </a:t>
            </a:r>
            <a:r>
              <a:rPr lang="da-DK" noProof="0" err="1"/>
              <a:t>whitelisting</a:t>
            </a:r>
            <a:endParaRPr lang="da-DK" noProof="0"/>
          </a:p>
          <a:p>
            <a:r>
              <a:rPr lang="da-DK"/>
              <a:t>Kryptering</a:t>
            </a:r>
            <a:endParaRPr lang="da-DK" noProof="0"/>
          </a:p>
          <a:p>
            <a:r>
              <a:rPr lang="da-DK"/>
              <a:t>(Firewalls, Segmentering, Backup)</a:t>
            </a:r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878718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494F6-5F84-9FB9-FE23-F08ABC83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253D5-7BEC-D22C-4A0C-F43A1F3F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</p:spPr>
        <p:txBody>
          <a:bodyPr wrap="square" anchor="t">
            <a:normAutofit/>
          </a:bodyPr>
          <a:lstStyle/>
          <a:p>
            <a:r>
              <a:rPr lang="en-US" noProof="0"/>
              <a:t>Lav </a:t>
            </a:r>
            <a:r>
              <a:rPr lang="en-US" noProof="0" err="1"/>
              <a:t>en</a:t>
            </a:r>
            <a:r>
              <a:rPr lang="en-US" noProof="0"/>
              <a:t> </a:t>
            </a:r>
            <a:r>
              <a:rPr lang="en-US" noProof="0" err="1"/>
              <a:t>sikkerhedspolitik</a:t>
            </a:r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9AB25-71FA-98E8-EE03-5A0837C8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466" y="6557851"/>
            <a:ext cx="2889068" cy="1825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E31781D-1938-4D4D-8804-84A3CA642707}" type="datetime1">
              <a:rPr lang="da-DK" sz="6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25-11-2025</a:t>
            </a:fld>
            <a:endParaRPr lang="da-DK" sz="600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F7298-9A5E-7BEB-DBC8-40BFFF28B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345" y="6557851"/>
            <a:ext cx="3138687" cy="1825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a-DK" sz="600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A4D4A-3C8C-AECB-2FDB-E7B39782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5251" y="6567126"/>
            <a:ext cx="1944404" cy="2154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9FF5FAE-2060-B54F-BDDB-0825BCE6ACB8}" type="slidenum">
              <a:rPr lang="da-DK" noProof="0" smtClean="0"/>
              <a:pPr>
                <a:spcAft>
                  <a:spcPts val="600"/>
                </a:spcAft>
              </a:pPr>
              <a:t>10</a:t>
            </a:fld>
            <a:endParaRPr lang="da-DK" noProof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594DF85-E7CD-DAAD-C3DD-F7D32F6C20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6756449"/>
              </p:ext>
            </p:extLst>
          </p:nvPr>
        </p:nvGraphicFramePr>
        <p:xfrm>
          <a:off x="900000" y="1620000"/>
          <a:ext cx="5779933" cy="432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 descr="A hand holding a lock&#10;&#10;AI-generated content may be incorrect.">
            <a:extLst>
              <a:ext uri="{FF2B5EF4-FFF2-40B4-BE49-F238E27FC236}">
                <a16:creationId xmlns:a16="http://schemas.microsoft.com/office/drawing/2014/main" id="{D2DE5FFD-033B-96F7-71FE-8A9E9913CB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257448" y="2529636"/>
            <a:ext cx="4632207" cy="260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756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C4BBB-E5D7-B352-D5EF-9FAC9876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D256-F800-0F4C-8B87-5B20FE851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</p:spPr>
        <p:txBody>
          <a:bodyPr/>
          <a:lstStyle/>
          <a:p>
            <a:r>
              <a:rPr lang="da-DK"/>
              <a:t>Hvad har vi egentligt af </a:t>
            </a:r>
            <a:r>
              <a:rPr lang="da-DK" err="1"/>
              <a:t>endpoints</a:t>
            </a:r>
            <a:r>
              <a:rPr lang="da-DK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E5764-C10D-5C5A-1869-78A2739C1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sz="2000"/>
          </a:p>
          <a:p>
            <a:r>
              <a:rPr lang="da-DK" sz="2800" noProof="0"/>
              <a:t>Vi kender ”vores” udstyr (firma </a:t>
            </a:r>
            <a:r>
              <a:rPr lang="da-DK" sz="2800" noProof="0" err="1"/>
              <a:t>PC’er</a:t>
            </a:r>
            <a:r>
              <a:rPr lang="da-DK" sz="2800" noProof="0"/>
              <a:t>, servere osv.)</a:t>
            </a:r>
          </a:p>
          <a:p>
            <a:endParaRPr lang="da-DK" sz="2800"/>
          </a:p>
          <a:p>
            <a:endParaRPr lang="da-DK" sz="2800" noProof="0"/>
          </a:p>
          <a:p>
            <a:endParaRPr lang="da-DK" noProof="0"/>
          </a:p>
          <a:p>
            <a:endParaRPr lang="da-DK" noProof="0"/>
          </a:p>
          <a:p>
            <a:endParaRPr lang="da-DK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6B205-BC64-DCAC-6A6B-A0F2C9F3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B7156-E3EE-B1FC-5BA2-7A4C4A91E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FCCA5-DF38-B571-8D53-F5EEA4C7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11</a:t>
            </a:fld>
            <a:endParaRPr lang="da-DK" noProof="0"/>
          </a:p>
        </p:txBody>
      </p:sp>
      <p:pic>
        <p:nvPicPr>
          <p:cNvPr id="8" name="Picture 7" descr="A computer tower with many white boxes&#10;&#10;AI-generated content may be incorrect.">
            <a:extLst>
              <a:ext uri="{FF2B5EF4-FFF2-40B4-BE49-F238E27FC236}">
                <a16:creationId xmlns:a16="http://schemas.microsoft.com/office/drawing/2014/main" id="{5F416444-B515-D43F-4F17-456ED31D8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731486" y="2888330"/>
            <a:ext cx="4230624" cy="3172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9C204B-034C-D651-4236-1BF4FCA97A36}"/>
              </a:ext>
            </a:extLst>
          </p:cNvPr>
          <p:cNvSpPr txBox="1"/>
          <p:nvPr/>
        </p:nvSpPr>
        <p:spPr>
          <a:xfrm>
            <a:off x="6096000" y="7507210"/>
            <a:ext cx="53949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>
                <a:hlinkClick r:id="rId4" tooltip="https://www.juku.it/big-data-lakes-too-many-ponds-thats-the-problem/"/>
              </a:rPr>
              <a:t>This Photo</a:t>
            </a:r>
            <a:r>
              <a:rPr lang="da-DK" sz="900"/>
              <a:t> by Unknown Author is licensed under </a:t>
            </a:r>
            <a:r>
              <a:rPr lang="da-DK" sz="900">
                <a:hlinkClick r:id="rId5" tooltip="https://creativecommons.org/licenses/by-sa/3.0/"/>
              </a:rPr>
              <a:t>CC BY-SA</a:t>
            </a:r>
            <a:endParaRPr lang="da-DK" sz="900"/>
          </a:p>
        </p:txBody>
      </p:sp>
      <p:pic>
        <p:nvPicPr>
          <p:cNvPr id="11" name="Picture 10" descr="A person using a computer&#10;&#10;AI-generated content may be incorrect.">
            <a:extLst>
              <a:ext uri="{FF2B5EF4-FFF2-40B4-BE49-F238E27FC236}">
                <a16:creationId xmlns:a16="http://schemas.microsoft.com/office/drawing/2014/main" id="{ED28F37A-437C-88E3-A1F0-7D79281F10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464529" y="3361841"/>
            <a:ext cx="2889068" cy="192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02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3E5F-C937-42A5-E311-722E4C15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BE3FD-198C-2EAF-5294-38B3AF6DE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</p:spPr>
        <p:txBody>
          <a:bodyPr/>
          <a:lstStyle/>
          <a:p>
            <a:r>
              <a:rPr lang="da-DK"/>
              <a:t>Hvad har vi egentligt af endpoints?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118AE-E38A-D42F-854D-37B483EA1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sz="2000"/>
          </a:p>
          <a:p>
            <a:r>
              <a:rPr lang="da-DK" sz="2800"/>
              <a:t>Bring </a:t>
            </a:r>
            <a:r>
              <a:rPr lang="da-DK" sz="2800" err="1"/>
              <a:t>Your</a:t>
            </a:r>
            <a:r>
              <a:rPr lang="da-DK" sz="2800"/>
              <a:t> </a:t>
            </a:r>
            <a:r>
              <a:rPr lang="da-DK" sz="2800" err="1"/>
              <a:t>Own</a:t>
            </a:r>
            <a:r>
              <a:rPr lang="da-DK" sz="2800"/>
              <a:t> Device? </a:t>
            </a:r>
          </a:p>
          <a:p>
            <a:endParaRPr lang="da-DK" sz="2800" noProof="0"/>
          </a:p>
          <a:p>
            <a:endParaRPr lang="da-DK" noProof="0"/>
          </a:p>
          <a:p>
            <a:endParaRPr lang="da-DK" noProof="0"/>
          </a:p>
          <a:p>
            <a:endParaRPr lang="da-DK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5440C-225C-DA98-A6DD-04EFC9BC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42F4-34A7-FBC1-E6FA-A207F47C0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10259-49A0-BCFE-DC83-23C60418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12</a:t>
            </a:fld>
            <a:endParaRPr lang="da-DK" noProof="0"/>
          </a:p>
        </p:txBody>
      </p:sp>
      <p:pic>
        <p:nvPicPr>
          <p:cNvPr id="13" name="Picture 12" descr="A white cell phone on a wooden surface">
            <a:extLst>
              <a:ext uri="{FF2B5EF4-FFF2-40B4-BE49-F238E27FC236}">
                <a16:creationId xmlns:a16="http://schemas.microsoft.com/office/drawing/2014/main" id="{2AB5460C-1192-E2A5-A455-93B7673A5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593231" y="1721124"/>
            <a:ext cx="4857750" cy="3238500"/>
          </a:xfrm>
          <a:prstGeom prst="rect">
            <a:avLst/>
          </a:prstGeom>
        </p:spPr>
      </p:pic>
      <p:pic>
        <p:nvPicPr>
          <p:cNvPr id="7" name="Picture 6" descr="A person using a computer">
            <a:extLst>
              <a:ext uri="{FF2B5EF4-FFF2-40B4-BE49-F238E27FC236}">
                <a16:creationId xmlns:a16="http://schemas.microsoft.com/office/drawing/2014/main" id="{013EFA78-BB3C-42C1-5974-BFCD604CED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946706" y="3566746"/>
            <a:ext cx="2889068" cy="192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93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A6BEC-23B9-DE03-33E4-6CF779B2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4FAF-8A9A-0557-E741-91CB4FC73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</p:spPr>
        <p:txBody>
          <a:bodyPr/>
          <a:lstStyle/>
          <a:p>
            <a:r>
              <a:rPr lang="da-DK"/>
              <a:t>Hvad har vi egentligt af </a:t>
            </a:r>
            <a:r>
              <a:rPr lang="da-DK" err="1"/>
              <a:t>endpoints</a:t>
            </a:r>
            <a:r>
              <a:rPr lang="da-DK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EC903-2DBE-0549-D9FF-FF323AB38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sz="2000"/>
          </a:p>
          <a:p>
            <a:r>
              <a:rPr lang="da-DK" sz="2800" noProof="0"/>
              <a:t>Skygge IT !</a:t>
            </a:r>
          </a:p>
          <a:p>
            <a:endParaRPr lang="da-DK" noProof="0"/>
          </a:p>
          <a:p>
            <a:endParaRPr lang="da-DK" noProof="0"/>
          </a:p>
          <a:p>
            <a:endParaRPr lang="da-DK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000D0-16F2-7B69-FE98-4E65A92D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42D17-B097-8922-547E-8C70F9F73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29BBA-15EB-C676-6865-B077541AA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13</a:t>
            </a:fld>
            <a:endParaRPr lang="da-DK" noProof="0"/>
          </a:p>
        </p:txBody>
      </p:sp>
      <p:pic>
        <p:nvPicPr>
          <p:cNvPr id="15" name="Picture 14" descr="A logo of a dropbox">
            <a:extLst>
              <a:ext uri="{FF2B5EF4-FFF2-40B4-BE49-F238E27FC236}">
                <a16:creationId xmlns:a16="http://schemas.microsoft.com/office/drawing/2014/main" id="{E6935FC4-5410-DA3F-98DD-250327336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507225" y="3106472"/>
            <a:ext cx="5266201" cy="3142454"/>
          </a:xfrm>
          <a:prstGeom prst="rect">
            <a:avLst/>
          </a:prstGeom>
        </p:spPr>
      </p:pic>
      <p:pic>
        <p:nvPicPr>
          <p:cNvPr id="18" name="Picture 17" descr="A cartoon of a webcam">
            <a:extLst>
              <a:ext uri="{FF2B5EF4-FFF2-40B4-BE49-F238E27FC236}">
                <a16:creationId xmlns:a16="http://schemas.microsoft.com/office/drawing/2014/main" id="{BBB370CB-7BD5-F34C-804D-AA2157AA83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477515" y="1620000"/>
            <a:ext cx="2300288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41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E7F17-B33E-B32F-E4E0-9D4C8532B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952A-5631-0DBA-1CFB-59FB4AA52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Automatiske scanninger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B6A8C-688B-39CA-55E7-E049F0EB3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/>
              <a:t>Kortlæg hvad der findes på netværket:</a:t>
            </a:r>
          </a:p>
          <a:p>
            <a:pPr lvl="2"/>
            <a:r>
              <a:rPr lang="da-DK" noProof="0"/>
              <a:t>NMAP </a:t>
            </a:r>
            <a:r>
              <a:rPr lang="da-DK" noProof="0" err="1"/>
              <a:t>kommandolinie</a:t>
            </a:r>
            <a:r>
              <a:rPr lang="da-DK" noProof="0"/>
              <a:t> – God til scripts og automatisering</a:t>
            </a:r>
          </a:p>
          <a:p>
            <a:pPr lvl="3"/>
            <a:r>
              <a:rPr lang="da-DK" err="1"/>
              <a:t>ZenMap</a:t>
            </a:r>
            <a:r>
              <a:rPr lang="da-DK"/>
              <a:t> UI til </a:t>
            </a:r>
            <a:r>
              <a:rPr lang="da-DK" err="1"/>
              <a:t>NMap</a:t>
            </a:r>
            <a:endParaRPr lang="da-DK"/>
          </a:p>
          <a:p>
            <a:pPr lvl="2"/>
            <a:endParaRPr lang="da-DK" noProof="0"/>
          </a:p>
          <a:p>
            <a:pPr lvl="2"/>
            <a:r>
              <a:rPr lang="da-DK" noProof="0"/>
              <a:t>Tenable </a:t>
            </a:r>
            <a:r>
              <a:rPr lang="da-DK" noProof="0" err="1"/>
              <a:t>Nessus</a:t>
            </a:r>
            <a:r>
              <a:rPr lang="da-DK" noProof="0"/>
              <a:t> </a:t>
            </a:r>
          </a:p>
          <a:p>
            <a:endParaRPr lang="da-DK"/>
          </a:p>
          <a:p>
            <a:endParaRPr lang="da-DK" noProof="0"/>
          </a:p>
          <a:p>
            <a:r>
              <a:rPr lang="da-DK" noProof="0"/>
              <a:t>”Passive” værktøjer</a:t>
            </a:r>
            <a:endParaRPr lang="da-DK"/>
          </a:p>
          <a:p>
            <a:pPr lvl="2"/>
            <a:r>
              <a:rPr lang="da-DK" noProof="0"/>
              <a:t>Kræver ikke tilstedeværelse på </a:t>
            </a:r>
            <a:r>
              <a:rPr lang="da-DK" noProof="0" err="1"/>
              <a:t>endpoints</a:t>
            </a:r>
            <a:r>
              <a:rPr lang="da-DK" noProof="0"/>
              <a:t> for at sige noget</a:t>
            </a:r>
          </a:p>
          <a:p>
            <a:endParaRPr lang="da-DK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E7B5B-C7BC-5D85-80E1-ADBA1BF66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4944F-FD0A-A7F9-D9AA-EA210CF3B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0573B-F3AF-5D8C-175A-212BB62B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14</a:t>
            </a:fld>
            <a:endParaRPr lang="da-DK" noProof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7AE4A55E-2A81-5C1A-0140-92E8DF49F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697" y="1002149"/>
            <a:ext cx="1667108" cy="1009791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5160A3F4-3B0F-71FC-E96C-A3009AB4F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806" y="2895525"/>
            <a:ext cx="5010849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29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BF3B2-E98E-9AE1-552C-910AA7D1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DAC1-B322-F60B-1D99-428B1027A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Hvordan fungerer NMap?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5D02E-F6A2-B4ED-4191-D3D767896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351170"/>
            <a:ext cx="5002859" cy="4320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a-DK" noProof="0"/>
              <a:t>Åbner en forbindelse til forbindelse til en IP og port</a:t>
            </a:r>
          </a:p>
          <a:p>
            <a:pPr marL="457200" indent="-457200">
              <a:buFont typeface="+mj-lt"/>
              <a:buAutoNum type="arabicPeriod"/>
            </a:pPr>
            <a:r>
              <a:rPr lang="da-DK"/>
              <a:t>Registrerer svaret </a:t>
            </a:r>
          </a:p>
          <a:p>
            <a:pPr marL="457200" indent="-457200">
              <a:buFont typeface="+mj-lt"/>
              <a:buAutoNum type="arabicPeriod"/>
            </a:pPr>
            <a:r>
              <a:rPr lang="da-DK" err="1"/>
              <a:t>Fingerprinting</a:t>
            </a:r>
            <a:endParaRPr lang="da-DK"/>
          </a:p>
          <a:p>
            <a:pPr lvl="2"/>
            <a:r>
              <a:rPr lang="da-DK"/>
              <a:t>Svaret siger noget om </a:t>
            </a:r>
            <a:r>
              <a:rPr lang="da-DK" err="1"/>
              <a:t>endpointet</a:t>
            </a:r>
            <a:endParaRPr lang="da-DK"/>
          </a:p>
          <a:p>
            <a:endParaRPr lang="da-DK" noProof="0"/>
          </a:p>
          <a:p>
            <a:endParaRPr lang="da-DK"/>
          </a:p>
          <a:p>
            <a:endParaRPr lang="da-DK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94142-D150-B3AC-7334-2C63A4A6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883C9-92A5-9BC6-7FB5-ADA709C47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17E28-FB9F-2763-0C37-832D1BB9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15</a:t>
            </a:fld>
            <a:endParaRPr lang="da-DK" noProof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B61F3731-E366-D778-75BF-78E0DADD8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823" y="510616"/>
            <a:ext cx="4462061" cy="3979447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045BB740-2C8C-CDAA-A2DE-0AABB05D7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595" y="3906680"/>
            <a:ext cx="5427504" cy="265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502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B9295-8581-5387-ADF2-5F09FDE8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117F90A-2E97-FC8F-00F6-63071B64B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”Live demo”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F034FE6-F150-ABAD-E605-86233ABB57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16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489507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30F4B-E5FB-0246-7589-E9690E238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0746F-26E0-4829-2552-A21E47CC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39999"/>
            <a:ext cx="3893382" cy="553998"/>
          </a:xfrm>
        </p:spPr>
        <p:txBody>
          <a:bodyPr/>
          <a:lstStyle/>
          <a:p>
            <a:r>
              <a:rPr lang="da-DK" noProof="0"/>
              <a:t>Et par detaljer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73A44-8320-4639-DE6E-1D0F599A7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620000"/>
            <a:ext cx="5002859" cy="4320000"/>
          </a:xfrm>
        </p:spPr>
        <p:txBody>
          <a:bodyPr/>
          <a:lstStyle/>
          <a:p>
            <a:endParaRPr lang="da-DK" noProof="0"/>
          </a:p>
          <a:p>
            <a:r>
              <a:rPr lang="da-DK" err="1"/>
              <a:t>Endpoints</a:t>
            </a:r>
            <a:r>
              <a:rPr lang="da-DK"/>
              <a:t> kan være ”</a:t>
            </a:r>
            <a:r>
              <a:rPr lang="da-DK" err="1"/>
              <a:t>silent</a:t>
            </a:r>
            <a:r>
              <a:rPr lang="da-DK"/>
              <a:t>” – svarer kun på bestemte </a:t>
            </a:r>
            <a:r>
              <a:rPr lang="da-DK" err="1"/>
              <a:t>requests</a:t>
            </a:r>
            <a:endParaRPr lang="da-DK"/>
          </a:p>
          <a:p>
            <a:endParaRPr lang="da-DK"/>
          </a:p>
          <a:p>
            <a:r>
              <a:rPr lang="da-DK" err="1"/>
              <a:t>Endpoints</a:t>
            </a:r>
            <a:r>
              <a:rPr lang="da-DK"/>
              <a:t> kan reagere på kommunikationen</a:t>
            </a:r>
          </a:p>
          <a:p>
            <a:endParaRPr lang="da-DK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B5554-2F09-A915-0029-886B79C5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BC5D0-7D5B-2EA3-7042-BA819726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F512E-054C-304B-C1E8-3898D8C95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17</a:t>
            </a:fld>
            <a:endParaRPr lang="da-DK" noProof="0"/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C66AD8EF-F1EF-40ED-2FD1-97DC4B3A4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859" y="497004"/>
            <a:ext cx="4570756" cy="607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5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1BFFF-F372-D009-1953-F50E0F37F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3458-C4B7-1693-E967-14F0F9BB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Nessus er mere grundig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6840E-2A69-9885-DDEF-AF8C97740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noProof="0"/>
          </a:p>
          <a:p>
            <a:r>
              <a:rPr lang="da-DK"/>
              <a:t>Grundlæggende ligesom Nmap – forbind til services/porte på et endpoint</a:t>
            </a:r>
          </a:p>
          <a:p>
            <a:r>
              <a:rPr lang="da-DK"/>
              <a:t>Men undersøger for sårbarheder i svarene</a:t>
            </a:r>
          </a:p>
          <a:p>
            <a:endParaRPr lang="da-DK" noProof="0"/>
          </a:p>
          <a:p>
            <a:endParaRPr lang="da-DK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239A5-70F4-5217-2F19-7FF83CCF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814FA-CEF2-9AF7-455A-F0FD35F0B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D9820-E3F6-5AE3-F990-E33D4043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18</a:t>
            </a:fld>
            <a:endParaRPr lang="da-DK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168C91-1FEB-0974-288A-784332C59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39" y="3224750"/>
            <a:ext cx="8498417" cy="263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02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D1D0D-EB49-DFAB-0548-252F8CB33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862F2CB-FAC2-4C14-ECAF-9A13D5C6C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Live demo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A4629CD-9781-300C-939E-705A926E1E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19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764125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40AA397-1D90-5BD9-6E25-E695C0A2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Øvelse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04A3587-F822-CFFD-6434-375B19F51C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20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729415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B988D-F93E-9B0D-01D8-521936C98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BE24-AAC7-FAFE-8380-83F64F85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Øvelser: Scanning med ZenMap og Nessus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81C3E-0F08-7DB6-C83E-9B2005871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/>
              <a:t>Øvelse 1:</a:t>
            </a:r>
          </a:p>
          <a:p>
            <a:pPr lvl="2"/>
            <a:r>
              <a:rPr lang="da-DK" noProof="0"/>
              <a:t>Start </a:t>
            </a:r>
            <a:r>
              <a:rPr lang="da-DK" noProof="0" err="1"/>
              <a:t>ZenMap</a:t>
            </a:r>
            <a:endParaRPr lang="da-DK" noProof="0"/>
          </a:p>
          <a:p>
            <a:pPr lvl="2"/>
            <a:r>
              <a:rPr lang="da-DK" noProof="0"/>
              <a:t>Find din maskines IP (kør ‘</a:t>
            </a:r>
            <a:r>
              <a:rPr lang="da-DK" noProof="0" err="1"/>
              <a:t>ipconfig</a:t>
            </a:r>
            <a:r>
              <a:rPr lang="da-DK" noProof="0"/>
              <a:t>’ fra en kommando prompt) </a:t>
            </a:r>
          </a:p>
          <a:p>
            <a:pPr lvl="2"/>
            <a:r>
              <a:rPr lang="da-DK"/>
              <a:t>Lav en port scanning på din maskine (f.eks. 192.168.1.12)</a:t>
            </a:r>
          </a:p>
          <a:p>
            <a:pPr lvl="2"/>
            <a:r>
              <a:rPr lang="da-DK"/>
              <a:t>Prøv også at scanne det lokale subnet (</a:t>
            </a:r>
            <a:r>
              <a:rPr lang="da-DK" err="1"/>
              <a:t>f.eks</a:t>
            </a:r>
            <a:r>
              <a:rPr lang="da-DK"/>
              <a:t> 192.168.1.*)</a:t>
            </a:r>
          </a:p>
          <a:p>
            <a:r>
              <a:rPr lang="da-DK"/>
              <a:t>Øvelse 2</a:t>
            </a:r>
          </a:p>
          <a:p>
            <a:pPr lvl="2"/>
            <a:r>
              <a:rPr lang="da-DK" noProof="0"/>
              <a:t>Login </a:t>
            </a:r>
            <a:r>
              <a:rPr lang="da-DK"/>
              <a:t>på Nessus</a:t>
            </a:r>
          </a:p>
          <a:p>
            <a:pPr lvl="2"/>
            <a:r>
              <a:rPr lang="da-DK" noProof="0"/>
              <a:t>Lav en tilsvarende scanning </a:t>
            </a:r>
            <a:r>
              <a:rPr lang="da-DK"/>
              <a:t>af din maskine</a:t>
            </a:r>
          </a:p>
          <a:p>
            <a:pPr lvl="2"/>
            <a:r>
              <a:rPr lang="da-DK" noProof="0"/>
              <a:t>Prøv evt. også med en server du må tilgå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37C01-5F1B-7A79-EA9C-EA9A8467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44FEA-7F4C-0674-0284-22A90859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7C88A-7ABD-84C7-D5C4-8DEB0931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21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672343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6FC0E-6321-3204-036C-4E2BF459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3DBDEAA-F5B8-3771-B1C0-F33A10213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Pause til 9.45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4EFDBCC-304C-7282-9320-6A1FF4FAB1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22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96123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9EBC-171E-C514-E08F-963D8890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0FA174-651E-FFE7-4262-845B56496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 noProof="0"/>
              <a:t>XDR/SIEM/SOC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E861C6D-0885-0DA0-983C-CF75DFBF3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10795"/>
            <a:r>
              <a:rPr lang="da-DK" noProof="0">
                <a:latin typeface="Arial"/>
                <a:ea typeface="Tahoma"/>
                <a:cs typeface="Arial"/>
              </a:rPr>
              <a:t>Styring af </a:t>
            </a:r>
            <a:r>
              <a:rPr lang="da-DK">
                <a:latin typeface="Arial"/>
                <a:ea typeface="Tahoma"/>
                <a:cs typeface="Arial"/>
              </a:rPr>
              <a:t>endpoint-sikkerhed</a:t>
            </a:r>
            <a:endParaRPr lang="en-US"/>
          </a:p>
          <a:p>
            <a:pPr marL="10795"/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AAD94C92-F35C-8A73-7197-2CEBF9B785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806701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25E86-FBF6-68B6-2029-F9559A99C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2B0B-0F37-8421-7819-77171F67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Relation til målpinde: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AFB38-DBF4-F870-7D62-35ECBC1C2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 i="1">
                <a:latin typeface="+mj-lt"/>
                <a:ea typeface="Tahoma"/>
                <a:cs typeface="Arial"/>
              </a:rPr>
              <a:t>7. Lærlingen kan beskrive og anvende funktionerne i </a:t>
            </a:r>
            <a:r>
              <a:rPr lang="da-DK" i="1" err="1">
                <a:latin typeface="+mj-lt"/>
                <a:ea typeface="Tahoma"/>
                <a:cs typeface="Arial"/>
              </a:rPr>
              <a:t>Endpoint</a:t>
            </a:r>
            <a:r>
              <a:rPr lang="da-DK" i="1">
                <a:latin typeface="+mj-lt"/>
                <a:ea typeface="Tahoma"/>
                <a:cs typeface="Arial"/>
              </a:rPr>
              <a:t> </a:t>
            </a:r>
            <a:r>
              <a:rPr lang="da-DK" i="1" err="1">
                <a:latin typeface="+mj-lt"/>
                <a:ea typeface="Tahoma"/>
                <a:cs typeface="Arial"/>
              </a:rPr>
              <a:t>Detection</a:t>
            </a:r>
            <a:r>
              <a:rPr lang="da-DK" i="1">
                <a:latin typeface="+mj-lt"/>
                <a:ea typeface="Tahoma"/>
                <a:cs typeface="Arial"/>
              </a:rPr>
              <a:t> and </a:t>
            </a:r>
            <a:r>
              <a:rPr lang="da-DK" i="1" err="1">
                <a:latin typeface="+mj-lt"/>
                <a:ea typeface="Tahoma"/>
                <a:cs typeface="Arial"/>
              </a:rPr>
              <a:t>Response</a:t>
            </a:r>
            <a:r>
              <a:rPr lang="da-DK" i="1">
                <a:latin typeface="+mj-lt"/>
                <a:ea typeface="Tahoma"/>
                <a:cs typeface="Arial"/>
              </a:rPr>
              <a:t>, Security Information and Event Management (SIEM), Extended Detection and Response, samt Security Operations Center (SOC) som led i overvågning og respons på endpoint-hændelser.   </a:t>
            </a:r>
            <a:endParaRPr lang="en-US">
              <a:ea typeface="Tahoma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7FECB-F6B2-4E57-92F0-69C76B2E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502A3-6CBC-CDCF-F511-B82ADF2DA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41209-4A5F-9548-F89F-7AA498C8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24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979415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3763-8CB9-D7AD-4AF7-A3610E660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Akronymliste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0A19C-7004-13E2-4397-26E2B9F94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>
                <a:latin typeface="Arial"/>
                <a:ea typeface="Tahoma"/>
                <a:cs typeface="Arial"/>
              </a:rPr>
              <a:t>EDR – Endpoint Detect and Response </a:t>
            </a:r>
          </a:p>
          <a:p>
            <a:pPr marL="359410" indent="-359410">
              <a:lnSpc>
                <a:spcPct val="113999"/>
              </a:lnSpc>
            </a:pPr>
            <a:r>
              <a:rPr lang="en-US">
                <a:latin typeface="Arial"/>
                <a:ea typeface="Tahoma"/>
                <a:cs typeface="Arial"/>
              </a:rPr>
              <a:t>MDR – Managed Detect and Response</a:t>
            </a:r>
            <a:endParaRPr lang="en-US"/>
          </a:p>
          <a:p>
            <a:pPr marL="359410" indent="-359410">
              <a:lnSpc>
                <a:spcPct val="113999"/>
              </a:lnSpc>
            </a:pPr>
            <a:r>
              <a:rPr lang="en-US">
                <a:latin typeface="Arial"/>
                <a:ea typeface="Tahoma"/>
                <a:cs typeface="Arial"/>
              </a:rPr>
              <a:t>XDR – </a:t>
            </a:r>
            <a:r>
              <a:rPr lang="en-US" err="1">
                <a:latin typeface="Arial"/>
                <a:ea typeface="Tahoma"/>
                <a:cs typeface="Arial"/>
              </a:rPr>
              <a:t>eXtended</a:t>
            </a:r>
            <a:r>
              <a:rPr lang="en-US">
                <a:latin typeface="Arial"/>
                <a:ea typeface="Tahoma"/>
                <a:cs typeface="Arial"/>
              </a:rPr>
              <a:t> Detect and Response</a:t>
            </a:r>
            <a:endParaRPr lang="en-US"/>
          </a:p>
          <a:p>
            <a:pPr marL="359410" indent="-359410">
              <a:lnSpc>
                <a:spcPct val="113999"/>
              </a:lnSpc>
            </a:pPr>
            <a:r>
              <a:rPr lang="en-US">
                <a:latin typeface="Arial"/>
                <a:ea typeface="Tahoma"/>
                <a:cs typeface="Arial"/>
              </a:rPr>
              <a:t>SIEM – Security Information Event Management</a:t>
            </a:r>
          </a:p>
          <a:p>
            <a:pPr marL="359410" indent="-359410">
              <a:lnSpc>
                <a:spcPct val="113999"/>
              </a:lnSpc>
            </a:pPr>
            <a:r>
              <a:rPr lang="en-US">
                <a:latin typeface="Arial"/>
                <a:ea typeface="Tahoma"/>
                <a:cs typeface="Arial"/>
              </a:rPr>
              <a:t>SOAR – Security Orchestration, Automation, and Response </a:t>
            </a:r>
          </a:p>
          <a:p>
            <a:pPr marL="359410" indent="-359410">
              <a:lnSpc>
                <a:spcPct val="113999"/>
              </a:lnSpc>
            </a:pPr>
            <a:r>
              <a:rPr lang="en-US">
                <a:latin typeface="Arial"/>
                <a:ea typeface="Tahoma"/>
                <a:cs typeface="Arial"/>
              </a:rPr>
              <a:t>SOC – Security Operations Center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D0B7C-7848-F7A9-7EB0-833312005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B9368-BA83-DA1A-8937-3344F0FF1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62045-CF5E-031D-54D8-CF9DC6150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5688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E8BB5-C87A-9E8A-A02C-5733C411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Hvorfor?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5E723-81EF-C228-DF2D-56F31325F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 err="1">
                <a:latin typeface="Arial"/>
                <a:ea typeface="Tahoma"/>
                <a:cs typeface="Arial"/>
              </a:rPr>
              <a:t>Mulighed</a:t>
            </a:r>
            <a:r>
              <a:rPr lang="en-US">
                <a:latin typeface="Arial"/>
                <a:ea typeface="Tahoma"/>
                <a:cs typeface="Arial"/>
              </a:rPr>
              <a:t> for </a:t>
            </a:r>
            <a:r>
              <a:rPr lang="en-US" err="1">
                <a:latin typeface="Arial"/>
                <a:ea typeface="Tahoma"/>
                <a:cs typeface="Arial"/>
              </a:rPr>
              <a:t>identificere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sikkerhedsbrud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mens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eller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før</a:t>
            </a:r>
            <a:r>
              <a:rPr lang="en-US">
                <a:latin typeface="Arial"/>
                <a:ea typeface="Tahoma"/>
                <a:cs typeface="Arial"/>
              </a:rPr>
              <a:t> de </a:t>
            </a:r>
            <a:r>
              <a:rPr lang="en-US" err="1">
                <a:latin typeface="Arial"/>
                <a:ea typeface="Tahoma"/>
                <a:cs typeface="Arial"/>
              </a:rPr>
              <a:t>sker</a:t>
            </a:r>
            <a:endParaRPr lang="en-US">
              <a:latin typeface="Arial"/>
              <a:ea typeface="Tahoma"/>
              <a:cs typeface="Arial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"Zero-days"</a:t>
            </a: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DoS</a:t>
            </a: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Bruteforce</a:t>
            </a:r>
            <a:endParaRPr lang="en-US">
              <a:latin typeface="Arial"/>
              <a:ea typeface="Tahoma"/>
              <a:cs typeface="Arial"/>
            </a:endParaRP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Opdage</a:t>
            </a:r>
            <a:r>
              <a:rPr lang="en-US">
                <a:latin typeface="Arial"/>
                <a:ea typeface="Tahoma"/>
                <a:cs typeface="Arial"/>
              </a:rPr>
              <a:t> lateral </a:t>
            </a:r>
            <a:r>
              <a:rPr lang="en-US" err="1">
                <a:latin typeface="Arial"/>
                <a:ea typeface="Tahoma"/>
                <a:cs typeface="Arial"/>
              </a:rPr>
              <a:t>bevægelse</a:t>
            </a:r>
          </a:p>
          <a:p>
            <a:pPr marL="359410" indent="-359410">
              <a:lnSpc>
                <a:spcPct val="113999"/>
              </a:lnSpc>
            </a:pPr>
            <a:r>
              <a:rPr lang="en-US" err="1">
                <a:latin typeface="Arial"/>
                <a:ea typeface="Tahoma"/>
                <a:cs typeface="Arial"/>
              </a:rPr>
              <a:t>Mulighed</a:t>
            </a:r>
            <a:r>
              <a:rPr lang="en-US">
                <a:latin typeface="Arial"/>
                <a:ea typeface="Tahoma"/>
                <a:cs typeface="Arial"/>
              </a:rPr>
              <a:t> for at </a:t>
            </a:r>
            <a:r>
              <a:rPr lang="en-US" err="1">
                <a:latin typeface="Arial"/>
                <a:ea typeface="Tahoma"/>
                <a:cs typeface="Arial"/>
              </a:rPr>
              <a:t>diagnosticere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hændelser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efter</a:t>
            </a:r>
            <a:r>
              <a:rPr lang="en-US">
                <a:latin typeface="Arial"/>
                <a:ea typeface="Tahoma"/>
                <a:cs typeface="Arial"/>
              </a:rPr>
              <a:t> de er </a:t>
            </a:r>
            <a:r>
              <a:rPr lang="en-US" err="1">
                <a:latin typeface="Arial"/>
                <a:ea typeface="Tahoma"/>
                <a:cs typeface="Arial"/>
              </a:rPr>
              <a:t>sket</a:t>
            </a:r>
            <a:endParaRPr lang="en-US">
              <a:latin typeface="Arial"/>
              <a:ea typeface="Tahoma"/>
              <a:cs typeface="Arial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Integritet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Privilegieeskalering</a:t>
            </a:r>
            <a:endParaRPr lang="en-US">
              <a:latin typeface="Arial"/>
              <a:ea typeface="Tahoma"/>
              <a:cs typeface="Arial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Analyse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af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strategier</a:t>
            </a:r>
            <a:endParaRPr lang="en-US" err="1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Opdate</a:t>
            </a:r>
            <a:r>
              <a:rPr lang="en-US">
                <a:latin typeface="Arial"/>
                <a:ea typeface="Tahoma"/>
                <a:cs typeface="Arial"/>
              </a:rPr>
              <a:t> lateral bevægelse</a:t>
            </a:r>
            <a:endParaRPr lang="en-US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en-US">
              <a:ea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BB41C-AB6F-06EA-C1DE-DFE58394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8CA17-79EB-8627-F48B-1F737F7A4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A6BF1-6300-B030-162F-8A9BEED1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30575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1513-CC79-76F2-D4CC-6BD869E94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Advarsel!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EBC4A-843B-3189-E609-DFA2A72B5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err="1">
                <a:latin typeface="Arial"/>
                <a:ea typeface="Tahoma"/>
                <a:cs typeface="Arial"/>
              </a:rPr>
              <a:t>Logdata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kan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være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underlagt</a:t>
            </a:r>
            <a:r>
              <a:rPr lang="en-US">
                <a:latin typeface="Arial"/>
                <a:ea typeface="Tahoma"/>
                <a:cs typeface="Arial"/>
              </a:rPr>
              <a:t> GDPR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E3B2D-D0FB-CCF3-DDAE-C497E5B4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558AB-3D90-D53F-8C63-FFB920F7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4B034-53FA-2F40-B653-CD84DE8C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2528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1685D-64E0-C729-C1BF-FF75C6AFE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78813"/>
          </a:xfrm>
        </p:spPr>
        <p:txBody>
          <a:bodyPr/>
          <a:lstStyle/>
          <a:p>
            <a:pPr>
              <a:lnSpc>
                <a:spcPct val="113999"/>
              </a:lnSpc>
              <a:spcBef>
                <a:spcPts val="600"/>
              </a:spcBef>
            </a:pPr>
            <a:r>
              <a:rPr lang="en-US">
                <a:latin typeface="Arial"/>
                <a:ea typeface="Verdana"/>
                <a:cs typeface="Arial"/>
              </a:rPr>
              <a:t>EDR – Endpoint Detection and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D0F91-5DCE-2E21-9D45-CCA7B4877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457200" indent="-457200">
              <a:lnSpc>
                <a:spcPct val="113999"/>
              </a:lnSpc>
            </a:pPr>
            <a:r>
              <a:rPr lang="en-US" err="1">
                <a:latin typeface="Arial"/>
                <a:ea typeface="Tahoma"/>
                <a:cs typeface="Arial"/>
              </a:rPr>
              <a:t>Indsamler</a:t>
            </a:r>
            <a:r>
              <a:rPr lang="en-US">
                <a:latin typeface="Arial"/>
                <a:ea typeface="Tahoma"/>
                <a:cs typeface="Arial"/>
              </a:rPr>
              <a:t> data via "</a:t>
            </a:r>
            <a:r>
              <a:rPr lang="en-US" err="1">
                <a:latin typeface="Arial"/>
                <a:ea typeface="Tahoma"/>
                <a:cs typeface="Arial"/>
              </a:rPr>
              <a:t>agenter</a:t>
            </a:r>
            <a:r>
              <a:rPr lang="en-US">
                <a:latin typeface="Arial"/>
                <a:ea typeface="Tahoma"/>
                <a:cs typeface="Arial"/>
              </a:rPr>
              <a:t>" (lightweight </a:t>
            </a:r>
            <a:r>
              <a:rPr lang="en-US" err="1">
                <a:latin typeface="Arial"/>
                <a:ea typeface="Tahoma"/>
                <a:cs typeface="Arial"/>
              </a:rPr>
              <a:t>klienter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på</a:t>
            </a:r>
            <a:r>
              <a:rPr lang="en-US">
                <a:latin typeface="Arial"/>
                <a:ea typeface="Tahoma"/>
                <a:cs typeface="Arial"/>
              </a:rPr>
              <a:t> EPs)</a:t>
            </a:r>
            <a:endParaRPr lang="en-US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Processer der </a:t>
            </a:r>
            <a:r>
              <a:rPr lang="en-US" err="1">
                <a:latin typeface="Arial"/>
                <a:ea typeface="Tahoma"/>
                <a:cs typeface="Arial"/>
              </a:rPr>
              <a:t>bliver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kørt</a:t>
            </a:r>
            <a:endParaRPr lang="en-US">
              <a:latin typeface="Arial"/>
              <a:ea typeface="Tahoma"/>
              <a:cs typeface="Arial"/>
            </a:endParaRP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Servers der </a:t>
            </a:r>
            <a:r>
              <a:rPr lang="en-US" err="1">
                <a:latin typeface="Arial"/>
                <a:ea typeface="Tahoma"/>
                <a:cs typeface="Arial"/>
              </a:rPr>
              <a:t>bliver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forbundet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til</a:t>
            </a:r>
            <a:endParaRPr lang="en-US">
              <a:latin typeface="Arial"/>
              <a:ea typeface="Tahoma"/>
              <a:cs typeface="Arial"/>
            </a:endParaRP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Hvilke</a:t>
            </a:r>
            <a:r>
              <a:rPr lang="en-US">
                <a:latin typeface="Arial"/>
                <a:ea typeface="Tahoma"/>
                <a:cs typeface="Arial"/>
              </a:rPr>
              <a:t> filer der </a:t>
            </a:r>
            <a:r>
              <a:rPr lang="en-US" err="1">
                <a:latin typeface="Arial"/>
                <a:ea typeface="Tahoma"/>
                <a:cs typeface="Arial"/>
              </a:rPr>
              <a:t>bliver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åbnet</a:t>
            </a:r>
            <a:r>
              <a:rPr lang="en-US">
                <a:latin typeface="Arial"/>
                <a:ea typeface="Tahoma"/>
                <a:cs typeface="Arial"/>
              </a:rPr>
              <a:t>/</a:t>
            </a:r>
            <a:r>
              <a:rPr lang="en-US" err="1">
                <a:latin typeface="Arial"/>
                <a:ea typeface="Tahoma"/>
                <a:cs typeface="Arial"/>
              </a:rPr>
              <a:t>modificeret</a:t>
            </a:r>
            <a:r>
              <a:rPr lang="en-US">
                <a:latin typeface="Arial"/>
                <a:ea typeface="Tahoma"/>
                <a:cs typeface="Arial"/>
              </a:rPr>
              <a:t>/</a:t>
            </a:r>
            <a:r>
              <a:rPr lang="en-US" err="1">
                <a:latin typeface="Arial"/>
                <a:ea typeface="Tahoma"/>
                <a:cs typeface="Arial"/>
              </a:rPr>
              <a:t>slettet</a:t>
            </a:r>
            <a:endParaRPr lang="en-US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en-US" err="1">
                <a:latin typeface="Arial"/>
                <a:ea typeface="Tahoma"/>
                <a:cs typeface="Arial"/>
              </a:rPr>
              <a:t>Opdag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på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trusler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angreb</a:t>
            </a:r>
            <a:endParaRPr lang="en-US">
              <a:latin typeface="Arial"/>
              <a:ea typeface="Tahoma"/>
              <a:cs typeface="Arial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For </a:t>
            </a:r>
            <a:r>
              <a:rPr lang="en-US" err="1">
                <a:latin typeface="Arial"/>
                <a:ea typeface="Tahoma"/>
                <a:cs typeface="Arial"/>
              </a:rPr>
              <a:t>kendte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angreb</a:t>
            </a:r>
            <a:r>
              <a:rPr lang="en-US">
                <a:latin typeface="Arial"/>
                <a:ea typeface="Tahoma"/>
                <a:cs typeface="Arial"/>
              </a:rPr>
              <a:t>: Giv alarm </a:t>
            </a:r>
            <a:r>
              <a:rPr lang="en-US" err="1">
                <a:latin typeface="Arial"/>
                <a:ea typeface="Tahoma"/>
                <a:cs typeface="Arial"/>
              </a:rPr>
              <a:t>ved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kendt</a:t>
            </a:r>
            <a:r>
              <a:rPr lang="en-US">
                <a:latin typeface="Arial"/>
                <a:ea typeface="Tahoma"/>
                <a:cs typeface="Arial"/>
              </a:rPr>
              <a:t> malware </a:t>
            </a:r>
            <a:r>
              <a:rPr lang="en-US" err="1">
                <a:latin typeface="Arial"/>
                <a:ea typeface="Tahoma"/>
                <a:cs typeface="Arial"/>
              </a:rPr>
              <a:t>kendt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ved</a:t>
            </a:r>
            <a:r>
              <a:rPr lang="en-US">
                <a:latin typeface="Arial"/>
                <a:ea typeface="Tahoma"/>
                <a:cs typeface="Arial"/>
              </a:rPr>
              <a:t> fingerprints/digests (ala anti-virus)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For </a:t>
            </a:r>
            <a:r>
              <a:rPr lang="en-US" err="1">
                <a:latin typeface="Arial"/>
                <a:ea typeface="Tahoma"/>
                <a:cs typeface="Arial"/>
              </a:rPr>
              <a:t>ukendte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angreb</a:t>
            </a:r>
            <a:r>
              <a:rPr lang="en-US">
                <a:latin typeface="Arial"/>
                <a:ea typeface="Tahoma"/>
                <a:cs typeface="Arial"/>
              </a:rPr>
              <a:t>: </a:t>
            </a:r>
            <a:r>
              <a:rPr lang="en-US" err="1">
                <a:latin typeface="Arial"/>
                <a:ea typeface="Tahoma"/>
                <a:cs typeface="Arial"/>
              </a:rPr>
              <a:t>Undersøg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opførsel</a:t>
            </a:r>
            <a:r>
              <a:rPr lang="en-US">
                <a:latin typeface="Arial"/>
                <a:ea typeface="Tahoma"/>
                <a:cs typeface="Arial"/>
              </a:rPr>
              <a:t> (</a:t>
            </a:r>
            <a:r>
              <a:rPr lang="en-US" err="1">
                <a:latin typeface="Arial"/>
                <a:ea typeface="Tahoma"/>
                <a:cs typeface="Arial"/>
              </a:rPr>
              <a:t>f.eks</a:t>
            </a:r>
            <a:r>
              <a:rPr lang="en-US">
                <a:latin typeface="Arial"/>
                <a:ea typeface="Tahoma"/>
                <a:cs typeface="Arial"/>
              </a:rPr>
              <a:t>. </a:t>
            </a:r>
            <a:r>
              <a:rPr lang="en-US" err="1">
                <a:latin typeface="Arial"/>
                <a:ea typeface="Tahoma"/>
                <a:cs typeface="Arial"/>
              </a:rPr>
              <a:t>hvis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en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applikation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uventet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anmoder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flere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privilegier</a:t>
            </a:r>
            <a:r>
              <a:rPr lang="en-US">
                <a:latin typeface="Arial"/>
                <a:ea typeface="Tahoma"/>
                <a:cs typeface="Arial"/>
              </a:rPr>
              <a:t> end </a:t>
            </a:r>
            <a:r>
              <a:rPr lang="en-US" err="1">
                <a:latin typeface="Arial"/>
                <a:ea typeface="Tahoma"/>
                <a:cs typeface="Arial"/>
              </a:rPr>
              <a:t>normalt</a:t>
            </a:r>
            <a:r>
              <a:rPr lang="en-US">
                <a:latin typeface="Arial"/>
                <a:ea typeface="Tahoma"/>
                <a:cs typeface="Arial"/>
              </a:rPr>
              <a:t>)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en-US">
              <a:latin typeface="Arial"/>
              <a:ea typeface="Tahoma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19734-8C08-A66C-3FDF-DCC9AF62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E653E-EB2B-7B5B-8727-BC717E9F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67972-3AE5-47B1-5633-29FEB15C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2761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BF86E-9C89-2532-0842-FD165E2F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537D-F6EC-52CE-36C1-352976DF6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1185581"/>
          </a:xfrm>
        </p:spPr>
        <p:txBody>
          <a:bodyPr/>
          <a:lstStyle/>
          <a:p>
            <a:pPr>
              <a:lnSpc>
                <a:spcPct val="113999"/>
              </a:lnSpc>
              <a:spcBef>
                <a:spcPts val="600"/>
              </a:spcBef>
            </a:pPr>
            <a:r>
              <a:rPr lang="en-US">
                <a:latin typeface="Arial"/>
                <a:ea typeface="Verdana"/>
                <a:cs typeface="Arial"/>
              </a:rPr>
              <a:t>EDR – Endpoint Detection and Response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EA862-372A-3BC0-8BA0-A27AD35C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42900" indent="-342900">
              <a:buClr>
                <a:srgbClr val="343434"/>
              </a:buClr>
            </a:pPr>
            <a:r>
              <a:rPr lang="en-US">
                <a:latin typeface="Arial"/>
                <a:ea typeface="Tahoma"/>
                <a:cs typeface="Arial"/>
              </a:rPr>
              <a:t>Reager </a:t>
            </a:r>
            <a:r>
              <a:rPr lang="en-US" err="1">
                <a:latin typeface="Arial"/>
                <a:ea typeface="Tahoma"/>
                <a:cs typeface="Arial"/>
              </a:rPr>
              <a:t>på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trusler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angreb</a:t>
            </a:r>
            <a:endParaRPr lang="en-US"/>
          </a:p>
          <a:p>
            <a:pPr marL="81724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Stop processer</a:t>
            </a:r>
            <a:endParaRPr lang="en-US">
              <a:ea typeface="Tahoma"/>
            </a:endParaRPr>
          </a:p>
          <a:p>
            <a:pPr marL="81724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Isoler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fra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netværk</a:t>
            </a:r>
            <a:endParaRPr lang="en-US">
              <a:latin typeface="Arial"/>
              <a:ea typeface="Tahoma"/>
              <a:cs typeface="Arial"/>
            </a:endParaRPr>
          </a:p>
          <a:p>
            <a:pPr marL="457200" indent="-457200">
              <a:lnSpc>
                <a:spcPct val="113999"/>
              </a:lnSpc>
              <a:buClr>
                <a:srgbClr val="343434"/>
              </a:buClr>
            </a:pPr>
            <a:r>
              <a:rPr lang="en-US">
                <a:latin typeface="Arial"/>
                <a:ea typeface="Tahoma"/>
                <a:cs typeface="Arial"/>
              </a:rPr>
              <a:t>Gem data </a:t>
            </a:r>
            <a:r>
              <a:rPr lang="en-US" err="1">
                <a:latin typeface="Arial"/>
                <a:ea typeface="Tahoma"/>
                <a:cs typeface="Arial"/>
              </a:rPr>
              <a:t>til</a:t>
            </a:r>
            <a:r>
              <a:rPr lang="en-US">
                <a:latin typeface="Arial"/>
                <a:ea typeface="Tahoma"/>
                <a:cs typeface="Arial"/>
              </a:rPr>
              <a:t> forensics 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compliance</a:t>
            </a:r>
          </a:p>
          <a:p>
            <a:pPr marL="81724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Gem data </a:t>
            </a:r>
            <a:r>
              <a:rPr lang="en-US" err="1">
                <a:latin typeface="Arial"/>
                <a:ea typeface="Tahoma"/>
                <a:cs typeface="Arial"/>
              </a:rPr>
              <a:t>til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analyse</a:t>
            </a:r>
            <a:r>
              <a:rPr lang="en-US">
                <a:latin typeface="Arial"/>
                <a:ea typeface="Tahoma"/>
                <a:cs typeface="Arial"/>
              </a:rPr>
              <a:t> I </a:t>
            </a:r>
            <a:r>
              <a:rPr lang="en-US" err="1">
                <a:latin typeface="Arial"/>
                <a:ea typeface="Tahoma"/>
                <a:cs typeface="Arial"/>
              </a:rPr>
              <a:t>tilfælde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af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angreb</a:t>
            </a:r>
            <a:endParaRPr lang="en-US" err="1">
              <a:ea typeface="Tahoma"/>
            </a:endParaRPr>
          </a:p>
          <a:p>
            <a:pPr marL="81724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en-US">
              <a:ea typeface="Tahoma"/>
            </a:endParaRPr>
          </a:p>
          <a:p>
            <a:pPr marL="97790" indent="0">
              <a:lnSpc>
                <a:spcPct val="113999"/>
              </a:lnSpc>
              <a:buClr>
                <a:srgbClr val="343434"/>
              </a:buClr>
              <a:buNone/>
            </a:pPr>
            <a:r>
              <a:rPr lang="en-US" err="1">
                <a:latin typeface="Arial"/>
                <a:ea typeface="Tahoma"/>
                <a:cs typeface="Arial"/>
              </a:rPr>
              <a:t>Også</a:t>
            </a:r>
            <a:r>
              <a:rPr lang="en-US">
                <a:latin typeface="Arial"/>
                <a:ea typeface="Tahoma"/>
                <a:cs typeface="Arial"/>
              </a:rPr>
              <a:t> MDR – Managed Detection and Response</a:t>
            </a:r>
            <a:endParaRPr lang="en-US">
              <a:ea typeface="Tahoma"/>
            </a:endParaRPr>
          </a:p>
          <a:p>
            <a:pPr marL="440690" indent="-342900">
              <a:lnSpc>
                <a:spcPct val="113999"/>
              </a:lnSpc>
            </a:pPr>
            <a:r>
              <a:rPr lang="en-US" err="1">
                <a:latin typeface="Arial"/>
                <a:ea typeface="Tahoma"/>
                <a:cs typeface="Arial"/>
              </a:rPr>
              <a:t>Sammenfatning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af</a:t>
            </a:r>
            <a:r>
              <a:rPr lang="en-US">
                <a:latin typeface="Arial"/>
                <a:ea typeface="Tahoma"/>
                <a:cs typeface="Arial"/>
              </a:rPr>
              <a:t> EDR </a:t>
            </a:r>
            <a:r>
              <a:rPr lang="en-US" err="1">
                <a:latin typeface="Arial"/>
                <a:ea typeface="Tahoma"/>
                <a:cs typeface="Arial"/>
              </a:rPr>
              <a:t>rapporter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alarmer</a:t>
            </a:r>
            <a:endParaRPr lang="en-US">
              <a:ea typeface="Tahoma"/>
            </a:endParaRPr>
          </a:p>
          <a:p>
            <a:pPr marL="81724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en-US">
              <a:ea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71621-DD47-1375-E846-6625E852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B9F9-4244-774E-CA4E-91D676CA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602EB-9AC0-6D36-FD48-03DF2769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5720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6CEF-2275-8546-DDDC-3B3C543A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Arial"/>
                <a:ea typeface="Verdana"/>
                <a:cs typeface="Arial"/>
              </a:rPr>
              <a:t>Ulemper</a:t>
            </a:r>
            <a:r>
              <a:rPr lang="en-US">
                <a:latin typeface="Arial"/>
                <a:ea typeface="Verdana"/>
                <a:cs typeface="Arial"/>
              </a:rPr>
              <a:t> </a:t>
            </a:r>
            <a:r>
              <a:rPr lang="en-US" err="1">
                <a:latin typeface="Arial"/>
                <a:ea typeface="Verdana"/>
                <a:cs typeface="Arial"/>
              </a:rPr>
              <a:t>ved</a:t>
            </a:r>
            <a:r>
              <a:rPr lang="en-US">
                <a:latin typeface="Arial"/>
                <a:ea typeface="Verdana"/>
                <a:cs typeface="Arial"/>
              </a:rPr>
              <a:t> EDR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8CCA1-3DE6-8EBC-3F43-4651D2DE2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>
                <a:latin typeface="Arial"/>
                <a:ea typeface="Tahoma"/>
                <a:cs typeface="Arial"/>
              </a:rPr>
              <a:t>Mange </a:t>
            </a:r>
            <a:r>
              <a:rPr lang="en-US" err="1">
                <a:latin typeface="Arial"/>
                <a:ea typeface="Tahoma"/>
                <a:cs typeface="Arial"/>
              </a:rPr>
              <a:t>forskellige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segmenter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af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netværker</a:t>
            </a:r>
            <a:endParaRPr lang="en-US"/>
          </a:p>
          <a:p>
            <a:pPr marL="359410" indent="-359410">
              <a:lnSpc>
                <a:spcPct val="113999"/>
              </a:lnSpc>
            </a:pPr>
            <a:r>
              <a:rPr lang="en-US" err="1">
                <a:latin typeface="Arial"/>
                <a:ea typeface="Tahoma"/>
                <a:cs typeface="Arial"/>
              </a:rPr>
              <a:t>Dedikeret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uddannet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personale</a:t>
            </a:r>
            <a:endParaRPr lang="en-US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r>
              <a:rPr lang="en-US" err="1">
                <a:latin typeface="Arial"/>
                <a:ea typeface="Tahoma"/>
                <a:cs typeface="Arial"/>
              </a:rPr>
              <a:t>Falske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positiver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'alert fatigue' (</a:t>
            </a:r>
            <a:r>
              <a:rPr lang="en-US" err="1">
                <a:latin typeface="Arial"/>
                <a:ea typeface="Tahoma"/>
                <a:cs typeface="Arial"/>
              </a:rPr>
              <a:t>alarmudmattelse</a:t>
            </a:r>
            <a:r>
              <a:rPr lang="en-US">
                <a:latin typeface="Arial"/>
                <a:ea typeface="Tahoma"/>
                <a:cs typeface="Arial"/>
              </a:rPr>
              <a:t>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0D22F-121F-4F78-C897-0CAC7956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0D355-EDBD-2071-15F0-6DF8C121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FCC40-9652-4096-BC25-47110774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6596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5EAE-90F5-F88E-6806-AF113BEE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BD27E-8701-5054-0B13-3F0DDE643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85153-E001-7F9D-D533-678E88EC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8D7C8-1C59-3ECC-B60B-333F5C2B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31</a:t>
            </a:fld>
            <a:endParaRPr lang="da-DK"/>
          </a:p>
        </p:txBody>
      </p:sp>
      <p:pic>
        <p:nvPicPr>
          <p:cNvPr id="8" name="Picture 7" descr="A blue background with white text and a logo&#10;&#10;AI-generated content may be incorrect.">
            <a:extLst>
              <a:ext uri="{FF2B5EF4-FFF2-40B4-BE49-F238E27FC236}">
                <a16:creationId xmlns:a16="http://schemas.microsoft.com/office/drawing/2014/main" id="{765E4347-B140-25AC-F7D7-324C0DBD4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3" y="247567"/>
            <a:ext cx="7418917" cy="4168775"/>
          </a:xfrm>
          <a:prstGeom prst="rect">
            <a:avLst/>
          </a:prstGeom>
        </p:spPr>
      </p:pic>
      <p:pic>
        <p:nvPicPr>
          <p:cNvPr id="7" name="Content Placeholder 6" descr="A blue background with a white logo&#10;&#10;AI-generated content may be incorrect.">
            <a:extLst>
              <a:ext uri="{FF2B5EF4-FFF2-40B4-BE49-F238E27FC236}">
                <a16:creationId xmlns:a16="http://schemas.microsoft.com/office/drawing/2014/main" id="{B0C9CCA0-F3E4-B7E1-2989-7EE5A5A4E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61124" y="2739810"/>
            <a:ext cx="6932083" cy="382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701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E14D6-D9EF-12EE-FCAE-C5D136770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6743D-413D-E8BF-4E5A-098D4114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DAE41-10F9-69EF-A918-25FABE34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32</a:t>
            </a:fld>
            <a:endParaRPr lang="da-DK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EB2F0D-6FA9-9F62-61F4-0096991C9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24" y="46327"/>
            <a:ext cx="11967654" cy="669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121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6FF9A-1FA6-4D3C-1217-2DB5709A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computer with a black and red screen&#10;&#10;AI-generated content may be incorrect.">
            <a:extLst>
              <a:ext uri="{FF2B5EF4-FFF2-40B4-BE49-F238E27FC236}">
                <a16:creationId xmlns:a16="http://schemas.microsoft.com/office/drawing/2014/main" id="{5DE44270-6BA2-B4C7-76C7-ACD08C187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0" y="217929"/>
            <a:ext cx="12207039" cy="656417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679A9-4F74-1EA6-5B48-4C2A3953D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977D4-2512-151E-86B5-56E33463D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B59E8-1862-D610-06FD-02BBEFD1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55774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9481-DB1F-B16A-3573-F16546A5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SIEM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7DD35-CDE9-699A-326B-98510E3BD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>
                <a:latin typeface="Arial"/>
                <a:ea typeface="Tahoma"/>
                <a:cs typeface="Arial"/>
              </a:rPr>
              <a:t>Security Information and Event Management</a:t>
            </a:r>
          </a:p>
          <a:p>
            <a:pPr marL="359410" indent="-359410">
              <a:lnSpc>
                <a:spcPct val="113999"/>
              </a:lnSpc>
            </a:pPr>
            <a:r>
              <a:rPr lang="en-US">
                <a:latin typeface="Arial"/>
                <a:ea typeface="Tahoma"/>
                <a:cs typeface="Arial"/>
              </a:rPr>
              <a:t>Interface </a:t>
            </a:r>
            <a:r>
              <a:rPr lang="en-US" err="1">
                <a:latin typeface="Arial"/>
                <a:ea typeface="Tahoma"/>
                <a:cs typeface="Arial"/>
              </a:rPr>
              <a:t>hvor</a:t>
            </a:r>
            <a:r>
              <a:rPr lang="en-US">
                <a:latin typeface="Arial"/>
                <a:ea typeface="Tahoma"/>
                <a:cs typeface="Arial"/>
              </a:rPr>
              <a:t> al </a:t>
            </a:r>
            <a:r>
              <a:rPr lang="en-US" err="1">
                <a:latin typeface="Arial"/>
                <a:ea typeface="Tahoma"/>
                <a:cs typeface="Arial"/>
              </a:rPr>
              <a:t>sikkerhedsinformation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kan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samles</a:t>
            </a:r>
            <a:r>
              <a:rPr lang="en-US">
                <a:latin typeface="Arial"/>
                <a:ea typeface="Tahoma"/>
                <a:cs typeface="Arial"/>
              </a:rPr>
              <a:t> 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analyseres</a:t>
            </a:r>
            <a:endParaRPr lang="en-US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en-US" err="1">
                <a:latin typeface="Arial"/>
                <a:ea typeface="Tahoma"/>
                <a:cs typeface="Arial"/>
              </a:rPr>
              <a:t>Funktionaliteter</a:t>
            </a:r>
            <a:r>
              <a:rPr lang="en-US">
                <a:latin typeface="Arial"/>
                <a:ea typeface="Tahoma"/>
                <a:cs typeface="Arial"/>
              </a:rPr>
              <a:t>: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Logge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Notifikationer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alarmer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Dashboards</a:t>
            </a:r>
            <a:endParaRPr lang="en-US">
              <a:ea typeface="Tahoma"/>
            </a:endParaRP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en-US" err="1">
                <a:latin typeface="Arial"/>
                <a:ea typeface="Tahoma"/>
                <a:cs typeface="Arial"/>
              </a:rPr>
              <a:t>Anvendelser</a:t>
            </a:r>
            <a:endParaRPr lang="en-US" err="1">
              <a:latin typeface="Arial" panose="020B0604020202020204" pitchFamily="34" charset="0"/>
              <a:ea typeface="Tahoma"/>
              <a:cs typeface="Arial" panose="020B0604020202020204" pitchFamily="34" charset="0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Forensic 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Compliance-</a:t>
            </a:r>
            <a:r>
              <a:rPr lang="en-US" err="1">
                <a:latin typeface="Arial"/>
                <a:ea typeface="Tahoma"/>
                <a:cs typeface="Arial"/>
              </a:rPr>
              <a:t>rapporter</a:t>
            </a:r>
            <a:endParaRPr lang="en-US" err="1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en-US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en-US">
              <a:ea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5946-BC47-53F5-4D7A-DED9E876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31CBD-5325-469D-A6AB-5507DD4C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899D3-9D14-0DB3-2285-AC8A47B5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46181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DEA2C-5991-FB4B-A05A-9A635E4C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42F940-CC85-9691-8CD2-E56F03CF8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9" y="-13067"/>
            <a:ext cx="12191706" cy="82422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49A4D-EB58-0034-980B-EA63A380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11618-103D-1667-9C33-5B6D23A06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BB67A-9745-7E42-EF6F-4D8C0894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711976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64E2-79A9-F5E2-4A48-25FAD2F0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38DCBC-69B9-9314-688C-F4929E322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3" y="747"/>
            <a:ext cx="12877800" cy="686869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DE4BB-31F9-92E6-83B0-E68B9141F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DAF80-275D-4D6E-43AC-66FE6E2E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5E3AB-4C0D-B3E0-E24A-7AB1FC4C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89015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9C19C-8F4D-C0AC-766D-D29314AD1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F3A9-A21E-E6A3-3078-2427D240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4FA58-B76F-EC7C-89AC-8A6D4D22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37</a:t>
            </a:fld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26425-6441-5C45-6712-28F35FD8EC53}"/>
              </a:ext>
            </a:extLst>
          </p:cNvPr>
          <p:cNvSpPr txBox="1"/>
          <p:nvPr/>
        </p:nvSpPr>
        <p:spPr>
          <a:xfrm>
            <a:off x="486475" y="682357"/>
            <a:ext cx="10754101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Workflow</a:t>
            </a:r>
          </a:p>
          <a:p>
            <a:r>
              <a:rPr lang="en-US"/>
              <a:t>All of these analysis tools work together to provide efficient and comprehensive analysis capabilities. For example, here’s one potential workflow:</a:t>
            </a:r>
            <a:endParaRPr lang="en-US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/>
              <a:t>Go to the </a:t>
            </a:r>
            <a:r>
              <a:rPr lang="en-US">
                <a:hlinkClick r:id="rId2"/>
              </a:rPr>
              <a:t>Alerts</a:t>
            </a:r>
            <a:r>
              <a:rPr lang="en-US"/>
              <a:t> page and review any unacknowledged alerts.</a:t>
            </a:r>
            <a:endParaRPr lang="en-US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/>
              <a:t>Use </a:t>
            </a:r>
            <a:r>
              <a:rPr lang="en-US">
                <a:hlinkClick r:id="rId3"/>
              </a:rPr>
              <a:t>Detections</a:t>
            </a:r>
            <a:r>
              <a:rPr lang="en-US"/>
              <a:t> to tune your rules to increase the signal-to-noise ratio.</a:t>
            </a:r>
            <a:endParaRPr lang="en-US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/>
              <a:t>Review </a:t>
            </a:r>
            <a:r>
              <a:rPr lang="en-US">
                <a:hlinkClick r:id="rId4"/>
              </a:rPr>
              <a:t>Dashboards</a:t>
            </a:r>
            <a:r>
              <a:rPr lang="en-US"/>
              <a:t> for anything that looks suspicious.</a:t>
            </a:r>
            <a:endParaRPr lang="en-US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/>
              <a:t>Once you’ve found something that you want to investigate, you might want to pivot to </a:t>
            </a:r>
            <a:r>
              <a:rPr lang="en-US">
                <a:hlinkClick r:id="rId5"/>
              </a:rPr>
              <a:t>Hunt</a:t>
            </a:r>
            <a:r>
              <a:rPr lang="en-US"/>
              <a:t> to expand your search and look for additional logs relating to the source and destination IP addresses.</a:t>
            </a:r>
            <a:endParaRPr lang="en-US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/>
              <a:t>If any of those alerts or logs look interesting, you might want to pivot to </a:t>
            </a:r>
            <a:r>
              <a:rPr lang="en-US">
                <a:hlinkClick r:id="rId6"/>
              </a:rPr>
              <a:t>PCAP</a:t>
            </a:r>
            <a:r>
              <a:rPr lang="en-US"/>
              <a:t> to review the full packet capture for the entire stream.</a:t>
            </a:r>
            <a:endParaRPr lang="en-US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/>
              <a:t>Depending on what you see in the stream, you might want to send it to </a:t>
            </a:r>
            <a:r>
              <a:rPr lang="en-US">
                <a:hlinkClick r:id="rId7"/>
              </a:rPr>
              <a:t>CyberChef</a:t>
            </a:r>
            <a:r>
              <a:rPr lang="en-US"/>
              <a:t> for further analysis and decoding.</a:t>
            </a:r>
            <a:endParaRPr lang="en-US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/>
              <a:t>Escalate alerts and logs to </a:t>
            </a:r>
            <a:r>
              <a:rPr lang="en-US">
                <a:hlinkClick r:id="rId8"/>
              </a:rPr>
              <a:t>Cases</a:t>
            </a:r>
            <a:r>
              <a:rPr lang="en-US"/>
              <a:t> and document any observables. Pivot to </a:t>
            </a:r>
            <a:r>
              <a:rPr lang="en-US">
                <a:hlinkClick r:id="rId5"/>
              </a:rPr>
              <a:t>Hunt</a:t>
            </a:r>
            <a:r>
              <a:rPr lang="en-US"/>
              <a:t> to cast a wider net for those observables.</a:t>
            </a:r>
            <a:endParaRPr lang="en-US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/>
              <a:t>If you have the </a:t>
            </a:r>
            <a:r>
              <a:rPr lang="en-US">
                <a:hlinkClick r:id="rId9"/>
              </a:rPr>
              <a:t>Elastic Agent</a:t>
            </a:r>
            <a:r>
              <a:rPr lang="en-US"/>
              <a:t> deployed, then you might want to search for additional host logs or run live queries against your endpoints using </a:t>
            </a:r>
            <a:r>
              <a:rPr lang="en-US">
                <a:hlinkClick r:id="rId10"/>
              </a:rPr>
              <a:t>osquery</a:t>
            </a:r>
            <a:r>
              <a:rPr lang="en-US"/>
              <a:t>.</a:t>
            </a:r>
            <a:endParaRPr lang="en-US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/>
              <a:t>Finally, return to </a:t>
            </a:r>
            <a:r>
              <a:rPr lang="en-US">
                <a:hlinkClick r:id="rId8"/>
              </a:rPr>
              <a:t>Cases</a:t>
            </a:r>
            <a:r>
              <a:rPr lang="en-US"/>
              <a:t> and document the entire investigation and close the case.</a:t>
            </a:r>
            <a:endParaRPr lang="en-US">
              <a:cs typeface="Arial"/>
            </a:endParaRPr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986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6114B-4B92-8AF4-EB84-0976CFF7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XDR – </a:t>
            </a:r>
            <a:r>
              <a:rPr lang="en-US" err="1">
                <a:latin typeface="Arial"/>
                <a:ea typeface="Verdana"/>
                <a:cs typeface="Arial"/>
              </a:rPr>
              <a:t>eXtended</a:t>
            </a:r>
            <a:r>
              <a:rPr lang="en-US">
                <a:latin typeface="Arial"/>
                <a:ea typeface="Verdana"/>
                <a:cs typeface="Arial"/>
              </a:rPr>
              <a:t> Detection and Response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63FB3-3D12-9697-D967-D355511EE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>
                <a:latin typeface="Arial"/>
                <a:ea typeface="Tahoma"/>
                <a:cs typeface="Arial"/>
              </a:rPr>
              <a:t>En </a:t>
            </a:r>
            <a:r>
              <a:rPr lang="en-US" err="1">
                <a:latin typeface="Arial"/>
                <a:ea typeface="Tahoma"/>
                <a:cs typeface="Arial"/>
              </a:rPr>
              <a:t>kombination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af</a:t>
            </a:r>
            <a:r>
              <a:rPr lang="en-US">
                <a:latin typeface="Arial"/>
                <a:ea typeface="Tahoma"/>
                <a:cs typeface="Arial"/>
              </a:rPr>
              <a:t> EDR 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SIEM (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SOAR (Security Orchestration, Automation, and Response)</a:t>
            </a:r>
          </a:p>
          <a:p>
            <a:pPr marL="342900" indent="-342900">
              <a:lnSpc>
                <a:spcPct val="113999"/>
              </a:lnSpc>
            </a:pPr>
            <a:r>
              <a:rPr lang="en-US" err="1">
                <a:latin typeface="Arial"/>
                <a:ea typeface="Tahoma"/>
                <a:cs typeface="Arial"/>
              </a:rPr>
              <a:t>Sammenholder</a:t>
            </a:r>
            <a:r>
              <a:rPr lang="en-US">
                <a:latin typeface="Arial"/>
                <a:ea typeface="Tahoma"/>
                <a:cs typeface="Arial"/>
              </a:rPr>
              <a:t> data </a:t>
            </a:r>
            <a:r>
              <a:rPr lang="en-US" err="1">
                <a:latin typeface="Arial"/>
                <a:ea typeface="Tahoma"/>
                <a:cs typeface="Arial"/>
              </a:rPr>
              <a:t>fra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netværk</a:t>
            </a:r>
            <a:r>
              <a:rPr lang="en-US">
                <a:latin typeface="Arial"/>
                <a:ea typeface="Tahoma"/>
                <a:cs typeface="Arial"/>
              </a:rPr>
              <a:t>, endpoints, cloud, etc. </a:t>
            </a:r>
            <a:endParaRPr lang="en-US"/>
          </a:p>
          <a:p>
            <a:pPr marL="342900" indent="-342900">
              <a:lnSpc>
                <a:spcPct val="113999"/>
              </a:lnSpc>
            </a:pPr>
            <a:r>
              <a:rPr lang="en-US" err="1">
                <a:latin typeface="Arial"/>
                <a:ea typeface="Tahoma"/>
                <a:cs typeface="Arial"/>
              </a:rPr>
              <a:t>Sigter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efter</a:t>
            </a:r>
            <a:r>
              <a:rPr lang="en-US">
                <a:latin typeface="Arial"/>
                <a:ea typeface="Tahoma"/>
                <a:cs typeface="Arial"/>
              </a:rPr>
              <a:t> at </a:t>
            </a:r>
            <a:r>
              <a:rPr lang="en-US" err="1">
                <a:latin typeface="Arial"/>
                <a:ea typeface="Tahoma"/>
                <a:cs typeface="Arial"/>
              </a:rPr>
              <a:t>reducere</a:t>
            </a:r>
            <a:r>
              <a:rPr lang="en-US">
                <a:latin typeface="Arial"/>
                <a:ea typeface="Tahoma"/>
                <a:cs typeface="Arial"/>
              </a:rPr>
              <a:t> 'alert fatigue'</a:t>
            </a:r>
            <a:endParaRPr lang="en-US"/>
          </a:p>
          <a:p>
            <a:pPr marL="342900" indent="-342900">
              <a:lnSpc>
                <a:spcPct val="113999"/>
              </a:lnSpc>
            </a:pPr>
            <a:r>
              <a:rPr lang="en-US">
                <a:latin typeface="Arial"/>
                <a:ea typeface="Tahoma"/>
                <a:cs typeface="Arial"/>
              </a:rPr>
              <a:t>"Single pane of Glass" - </a:t>
            </a:r>
            <a:r>
              <a:rPr lang="en-US" err="1">
                <a:latin typeface="Arial"/>
                <a:ea typeface="Tahoma"/>
                <a:cs typeface="Arial"/>
              </a:rPr>
              <a:t>samler</a:t>
            </a:r>
            <a:r>
              <a:rPr lang="en-US">
                <a:latin typeface="Arial"/>
                <a:ea typeface="Tahoma"/>
                <a:cs typeface="Arial"/>
              </a:rPr>
              <a:t> data et </a:t>
            </a:r>
            <a:r>
              <a:rPr lang="en-US" err="1">
                <a:latin typeface="Arial"/>
                <a:ea typeface="Tahoma"/>
                <a:cs typeface="Arial"/>
              </a:rPr>
              <a:t>sted</a:t>
            </a:r>
            <a:endParaRPr lang="en-US" err="1"/>
          </a:p>
          <a:p>
            <a:pPr marL="0" indent="0">
              <a:lnSpc>
                <a:spcPct val="113999"/>
              </a:lnSpc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52709-A6A0-9DD2-61E0-AE3584574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2AF34-728A-2F7E-6419-75729B9C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435B6-369E-6FA0-A7FD-A5D15E77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066349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A4794A-ADF4-31BE-DFCD-68AA3EEAA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2021" y="817911"/>
            <a:ext cx="9824787" cy="55427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EDE28-CCC9-A8BA-8E0E-85A854AD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Windows Defender XDR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740EC-AC14-A7FB-C060-0F633AE7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A4D48-21CB-E806-8ECF-929F813F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4A08-F462-9D5A-0975-06D9F08D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233722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90C48-0828-D377-F3E8-662D980D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Palo Alto Cortex XDR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3E6F5-3BA0-E7D5-2DDB-9865D88B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7CFEE-A117-7323-E8F7-2DED5EDA9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722B2-EA6A-CD61-E367-03998BDE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40</a:t>
            </a:fld>
            <a:endParaRPr lang="da-DK"/>
          </a:p>
        </p:txBody>
      </p:sp>
      <p:pic>
        <p:nvPicPr>
          <p:cNvPr id="7" name="Picture 6" descr="A diagram of a cloud network&#10;&#10;AI-generated content may be incorrect.">
            <a:extLst>
              <a:ext uri="{FF2B5EF4-FFF2-40B4-BE49-F238E27FC236}">
                <a16:creationId xmlns:a16="http://schemas.microsoft.com/office/drawing/2014/main" id="{9D15157D-1C82-1607-824C-7CC9C1687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915" y="1406691"/>
            <a:ext cx="7940843" cy="462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761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4984-7F35-6A3E-4AC1-6D51830D5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32" y="2878917"/>
            <a:ext cx="10440000" cy="553998"/>
          </a:xfrm>
        </p:spPr>
        <p:txBody>
          <a:bodyPr/>
          <a:lstStyle/>
          <a:p>
            <a:r>
              <a:rPr lang="en-US" err="1">
                <a:latin typeface="Arial"/>
                <a:ea typeface="Verdana"/>
                <a:cs typeface="Arial"/>
              </a:rPr>
              <a:t>Hvordan</a:t>
            </a:r>
            <a:r>
              <a:rPr lang="en-US">
                <a:latin typeface="Arial"/>
                <a:ea typeface="Verdana"/>
                <a:cs typeface="Arial"/>
              </a:rPr>
              <a:t> </a:t>
            </a:r>
            <a:r>
              <a:rPr lang="en-US" err="1">
                <a:latin typeface="Arial"/>
                <a:ea typeface="Verdana"/>
                <a:cs typeface="Arial"/>
              </a:rPr>
              <a:t>skal</a:t>
            </a:r>
            <a:r>
              <a:rPr lang="en-US">
                <a:latin typeface="Arial"/>
                <a:ea typeface="Verdana"/>
                <a:cs typeface="Arial"/>
              </a:rPr>
              <a:t> </a:t>
            </a:r>
            <a:r>
              <a:rPr lang="en-US" err="1">
                <a:latin typeface="Arial"/>
                <a:ea typeface="Verdana"/>
                <a:cs typeface="Arial"/>
              </a:rPr>
              <a:t>eleverne</a:t>
            </a:r>
            <a:r>
              <a:rPr lang="en-US">
                <a:latin typeface="Arial"/>
                <a:ea typeface="Verdana"/>
                <a:cs typeface="Arial"/>
              </a:rPr>
              <a:t> </a:t>
            </a:r>
            <a:r>
              <a:rPr lang="en-US" err="1">
                <a:latin typeface="Arial"/>
                <a:ea typeface="Verdana"/>
                <a:cs typeface="Arial"/>
              </a:rPr>
              <a:t>lære</a:t>
            </a:r>
            <a:r>
              <a:rPr lang="en-US">
                <a:latin typeface="Arial"/>
                <a:ea typeface="Verdana"/>
                <a:cs typeface="Arial"/>
              </a:rPr>
              <a:t> </a:t>
            </a:r>
            <a:r>
              <a:rPr lang="en-US" err="1">
                <a:latin typeface="Arial"/>
                <a:ea typeface="Verdana"/>
                <a:cs typeface="Arial"/>
              </a:rPr>
              <a:t>disse</a:t>
            </a:r>
            <a:r>
              <a:rPr lang="en-US">
                <a:latin typeface="Arial"/>
                <a:ea typeface="Verdana"/>
                <a:cs typeface="Arial"/>
              </a:rPr>
              <a:t> </a:t>
            </a:r>
            <a:r>
              <a:rPr lang="en-US" err="1">
                <a:latin typeface="Arial"/>
                <a:ea typeface="Verdana"/>
                <a:cs typeface="Arial"/>
              </a:rPr>
              <a:t>værktøjer</a:t>
            </a:r>
            <a:r>
              <a:rPr lang="en-US">
                <a:latin typeface="Arial"/>
                <a:ea typeface="Verdana"/>
                <a:cs typeface="Arial"/>
              </a:rPr>
              <a:t>?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69365-4DED-BD60-C031-F617D07C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10FAD-727D-78AF-B1EE-0716DC5FA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7B04A-43BD-B433-51D1-E82C9C5F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507154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5E792-143D-9C00-1637-21DE8E68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9D65905-6148-9261-989B-D09082C3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Øvelse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05FECA6-C3A0-57B3-0851-EA6F85B25F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42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8648965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A463-1AFF-B592-3AA2-C654E7E72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FC25D7B-06F6-1B9E-69C1-DF8996B9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Pause til 11.15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DCA7475-4530-BDE6-FC08-82A6D31C31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43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6914105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DD038-423C-22F3-F6FC-4580CB228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6DF0F1-E45B-8A92-0C90-B20FFBD1B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en-US"/>
              <a:t>H</a:t>
            </a:r>
            <a:r>
              <a:rPr lang="da-DK"/>
              <a:t>vordan laver vi undervisningsmateriale</a:t>
            </a:r>
            <a:endParaRPr lang="da-DK" noProof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C2F7FD9-1B78-8C5B-FCB2-A7902A594E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/>
              <a:t>Styring af endpoint sikkerhed</a:t>
            </a:r>
          </a:p>
          <a:p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06821B28-3C4C-60A9-82DF-2FF001F90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4653031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A150-5A02-4390-19C7-02DB678A3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DA656-C9AF-90AC-95AE-4AE0689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Relation til målpinde: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248F9-A8CA-C4F5-66B8-ACD944B4C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i="1"/>
              <a:t>5. Lærlingen kan anvende virksomhedens Endpoint Security Policy, herunder håndtering af BYOD, softwarebegrænsninger og adgangsregler.    </a:t>
            </a:r>
          </a:p>
          <a:p>
            <a:r>
              <a:rPr lang="da-DK" i="1">
                <a:latin typeface="+mj-lt"/>
              </a:rPr>
              <a:t>7. Lærlingen kan beskrive og anvende funktionerne i Endpoint Detection and Response, Security Information and Event Management (SIEM), Extended Detection and Response, samt Security Operations Center (SOC) som led i overvågning og respons på endpoint-hændelser. 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43D5E-24C4-90D2-6BF0-6C2D66EB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10F19-21FC-5940-CCE4-4B5B1230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885CF-7FF5-BAE4-62E3-1B45A168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45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7346982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0828D-0046-EF2E-495F-2393A6D2E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9B5A-5DDF-E263-99BD-CB9238143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Den originale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A7E68-0DAF-CCE2-FF46-2BDDB4B98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Vi </a:t>
            </a:r>
            <a:r>
              <a:rPr lang="en-US" err="1">
                <a:latin typeface="+mj-lt"/>
              </a:rPr>
              <a:t>vælger</a:t>
            </a:r>
            <a:r>
              <a:rPr lang="en-US">
                <a:latin typeface="+mj-lt"/>
              </a:rPr>
              <a:t> et </a:t>
            </a:r>
            <a:r>
              <a:rPr lang="en-US" err="1">
                <a:latin typeface="+mj-lt"/>
              </a:rPr>
              <a:t>værktøj</a:t>
            </a:r>
            <a:r>
              <a:rPr lang="en-US">
                <a:latin typeface="+mj-lt"/>
              </a:rPr>
              <a:t> (Intune-&gt; OSSEC -&gt; </a:t>
            </a:r>
            <a:r>
              <a:rPr lang="en-US" err="1">
                <a:latin typeface="+mj-lt"/>
              </a:rPr>
              <a:t>OpenUEM</a:t>
            </a:r>
            <a:r>
              <a:rPr lang="en-US">
                <a:latin typeface="+mj-lt"/>
              </a:rPr>
              <a:t>)</a:t>
            </a:r>
          </a:p>
          <a:p>
            <a:r>
              <a:rPr lang="en-US">
                <a:latin typeface="+mj-lt"/>
              </a:rPr>
              <a:t>Vi finder </a:t>
            </a:r>
            <a:r>
              <a:rPr lang="en-US" err="1">
                <a:latin typeface="+mj-lt"/>
              </a:rPr>
              <a:t>nogle</a:t>
            </a:r>
            <a:r>
              <a:rPr lang="en-US">
                <a:latin typeface="+mj-lt"/>
              </a:rPr>
              <a:t> “</a:t>
            </a:r>
            <a:r>
              <a:rPr lang="en-US" err="1">
                <a:latin typeface="+mj-lt"/>
              </a:rPr>
              <a:t>højniveau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opgaver</a:t>
            </a:r>
            <a:r>
              <a:rPr lang="en-US">
                <a:latin typeface="+mj-lt"/>
              </a:rPr>
              <a:t>” (</a:t>
            </a:r>
            <a:r>
              <a:rPr lang="en-US" err="1">
                <a:latin typeface="+mj-lt"/>
              </a:rPr>
              <a:t>f.eks</a:t>
            </a:r>
            <a:r>
              <a:rPr lang="en-US">
                <a:latin typeface="+mj-lt"/>
              </a:rPr>
              <a:t> alle </a:t>
            </a:r>
            <a:r>
              <a:rPr lang="en-US" err="1">
                <a:latin typeface="+mj-lt"/>
              </a:rPr>
              <a:t>overvågede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maskiner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skal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være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opdaterede</a:t>
            </a:r>
            <a:r>
              <a:rPr lang="en-US">
                <a:latin typeface="+mj-lt"/>
              </a:rPr>
              <a:t>)</a:t>
            </a:r>
          </a:p>
          <a:p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I </a:t>
            </a:r>
            <a:r>
              <a:rPr lang="en-US" err="1">
                <a:latin typeface="+mj-lt"/>
              </a:rPr>
              <a:t>får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skabt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og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konfigureret</a:t>
            </a:r>
            <a:r>
              <a:rPr lang="en-US">
                <a:latin typeface="+mj-lt"/>
              </a:rPr>
              <a:t> et (</a:t>
            </a:r>
            <a:r>
              <a:rPr lang="en-US" err="1">
                <a:latin typeface="+mj-lt"/>
              </a:rPr>
              <a:t>virtuelt</a:t>
            </a:r>
            <a:r>
              <a:rPr lang="en-US">
                <a:latin typeface="+mj-lt"/>
              </a:rPr>
              <a:t>) </a:t>
            </a:r>
            <a:r>
              <a:rPr lang="en-US" err="1">
                <a:latin typeface="+mj-lt"/>
              </a:rPr>
              <a:t>miljø</a:t>
            </a:r>
            <a:r>
              <a:rPr lang="en-US">
                <a:latin typeface="+mj-lt"/>
              </a:rPr>
              <a:t> med server </a:t>
            </a:r>
            <a:r>
              <a:rPr lang="en-US" err="1">
                <a:latin typeface="+mj-lt"/>
              </a:rPr>
              <a:t>og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agenter</a:t>
            </a:r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I </a:t>
            </a:r>
            <a:r>
              <a:rPr lang="en-US" err="1">
                <a:latin typeface="+mj-lt"/>
              </a:rPr>
              <a:t>får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nedbrudt</a:t>
            </a:r>
            <a:r>
              <a:rPr lang="en-US">
                <a:latin typeface="+mj-lt"/>
              </a:rPr>
              <a:t> “</a:t>
            </a:r>
            <a:r>
              <a:rPr lang="en-US" err="1">
                <a:latin typeface="+mj-lt"/>
              </a:rPr>
              <a:t>højniveau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opgaverne</a:t>
            </a:r>
            <a:r>
              <a:rPr lang="en-US">
                <a:latin typeface="+mj-lt"/>
              </a:rPr>
              <a:t>” </a:t>
            </a:r>
            <a:r>
              <a:rPr lang="en-US" err="1">
                <a:latin typeface="+mj-lt"/>
              </a:rPr>
              <a:t>til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noget</a:t>
            </a:r>
            <a:r>
              <a:rPr lang="en-US">
                <a:latin typeface="+mj-lt"/>
              </a:rPr>
              <a:t> mere </a:t>
            </a:r>
            <a:r>
              <a:rPr lang="en-US" err="1">
                <a:latin typeface="+mj-lt"/>
              </a:rPr>
              <a:t>konkret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som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kan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anvendes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direkte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i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en</a:t>
            </a:r>
            <a:r>
              <a:rPr lang="en-US">
                <a:latin typeface="+mj-lt"/>
              </a:rPr>
              <a:t> case </a:t>
            </a:r>
            <a:r>
              <a:rPr lang="en-US" err="1">
                <a:latin typeface="+mj-lt"/>
              </a:rPr>
              <a:t>i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undervisningen</a:t>
            </a:r>
            <a:endParaRPr lang="da-DK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D4B20-D118-4DF9-BAE7-B1FCC77E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CBF10-E8BA-EF27-130C-3118A73B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4546C-26C5-B229-8E6B-3C27689F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46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1890760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5C9C7-2FA1-8A48-67DB-4D0AA05E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4E667-4672-8A8A-19C3-D51593AB4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Virkeligheden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FD5F1-54E5-E27D-992A-39522CC5D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Intune er (</a:t>
            </a:r>
            <a:r>
              <a:rPr lang="en-US" err="1">
                <a:latin typeface="+mj-lt"/>
              </a:rPr>
              <a:t>sandsynligvis</a:t>
            </a:r>
            <a:r>
              <a:rPr lang="en-US">
                <a:latin typeface="+mj-lt"/>
              </a:rPr>
              <a:t>) et </a:t>
            </a:r>
            <a:r>
              <a:rPr lang="en-US" err="1">
                <a:latin typeface="+mj-lt"/>
              </a:rPr>
              <a:t>godt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værktøj</a:t>
            </a:r>
            <a:r>
              <a:rPr lang="en-US">
                <a:latin typeface="+mj-lt"/>
              </a:rPr>
              <a:t>, men licenser </a:t>
            </a:r>
            <a:r>
              <a:rPr lang="en-US" err="1">
                <a:latin typeface="+mj-lt"/>
              </a:rPr>
              <a:t>og</a:t>
            </a:r>
            <a:r>
              <a:rPr lang="en-US">
                <a:latin typeface="+mj-lt"/>
              </a:rPr>
              <a:t> integration er </a:t>
            </a:r>
            <a:r>
              <a:rPr lang="en-US" err="1">
                <a:latin typeface="+mj-lt"/>
              </a:rPr>
              <a:t>problematisk</a:t>
            </a:r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OSSEC+ er </a:t>
            </a:r>
            <a:r>
              <a:rPr lang="en-US" err="1">
                <a:latin typeface="+mj-lt"/>
              </a:rPr>
              <a:t>udbredt</a:t>
            </a:r>
            <a:r>
              <a:rPr lang="en-US">
                <a:latin typeface="+mj-lt"/>
              </a:rPr>
              <a:t>, men </a:t>
            </a:r>
            <a:r>
              <a:rPr lang="en-US" err="1">
                <a:latin typeface="+mj-lt"/>
              </a:rPr>
              <a:t>kan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være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vanskeligt</a:t>
            </a:r>
            <a:r>
              <a:rPr lang="en-US">
                <a:latin typeface="+mj-lt"/>
              </a:rPr>
              <a:t> at </a:t>
            </a:r>
            <a:r>
              <a:rPr lang="en-US" err="1">
                <a:latin typeface="+mj-lt"/>
              </a:rPr>
              <a:t>få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til</a:t>
            </a:r>
            <a:r>
              <a:rPr lang="en-US">
                <a:latin typeface="+mj-lt"/>
              </a:rPr>
              <a:t> at </a:t>
            </a:r>
            <a:r>
              <a:rPr lang="en-US" err="1">
                <a:latin typeface="+mj-lt"/>
              </a:rPr>
              <a:t>køre</a:t>
            </a:r>
            <a:endParaRPr lang="en-US">
              <a:latin typeface="+mj-lt"/>
            </a:endParaRPr>
          </a:p>
          <a:p>
            <a:r>
              <a:rPr lang="en-US" err="1">
                <a:latin typeface="+mj-lt"/>
              </a:rPr>
              <a:t>OpenUEM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virker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lige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til</a:t>
            </a:r>
            <a:r>
              <a:rPr lang="en-US">
                <a:latin typeface="+mj-lt"/>
              </a:rPr>
              <a:t>, men </a:t>
            </a:r>
            <a:r>
              <a:rPr lang="en-US" err="1">
                <a:latin typeface="+mj-lt"/>
              </a:rPr>
              <a:t>kan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også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være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vanskeligt</a:t>
            </a:r>
            <a:r>
              <a:rPr lang="en-US">
                <a:latin typeface="+mj-lt"/>
              </a:rPr>
              <a:t> at </a:t>
            </a:r>
            <a:r>
              <a:rPr lang="en-US" err="1">
                <a:latin typeface="+mj-lt"/>
              </a:rPr>
              <a:t>få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til</a:t>
            </a:r>
            <a:r>
              <a:rPr lang="en-US">
                <a:latin typeface="+mj-lt"/>
              </a:rPr>
              <a:t> at </a:t>
            </a:r>
            <a:r>
              <a:rPr lang="en-US" err="1">
                <a:latin typeface="+mj-lt"/>
              </a:rPr>
              <a:t>køre</a:t>
            </a:r>
            <a:endParaRPr lang="en-US">
              <a:latin typeface="+mj-lt"/>
            </a:endParaRPr>
          </a:p>
          <a:p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Det </a:t>
            </a:r>
            <a:r>
              <a:rPr lang="en-US" err="1">
                <a:latin typeface="+mj-lt"/>
              </a:rPr>
              <a:t>lykkedes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ikke</a:t>
            </a:r>
            <a:r>
              <a:rPr lang="en-US">
                <a:latin typeface="+mj-lt"/>
              </a:rPr>
              <a:t> at </a:t>
            </a:r>
            <a:r>
              <a:rPr lang="en-US" err="1">
                <a:latin typeface="+mj-lt"/>
              </a:rPr>
              <a:t>få</a:t>
            </a:r>
            <a:r>
              <a:rPr lang="en-US">
                <a:latin typeface="+mj-lt"/>
              </a:rPr>
              <a:t> et demo/test </a:t>
            </a:r>
            <a:r>
              <a:rPr lang="en-US" err="1">
                <a:latin typeface="+mj-lt"/>
              </a:rPr>
              <a:t>miljø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kørende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på</a:t>
            </a:r>
            <a:r>
              <a:rPr lang="en-US">
                <a:latin typeface="+mj-lt"/>
              </a:rPr>
              <a:t> et par </a:t>
            </a:r>
            <a:r>
              <a:rPr lang="en-US" err="1">
                <a:latin typeface="+mj-lt"/>
              </a:rPr>
              <a:t>dage</a:t>
            </a:r>
            <a:r>
              <a:rPr lang="en-US">
                <a:latin typeface="+mj-lt"/>
              </a:rPr>
              <a:t> </a:t>
            </a:r>
            <a:r>
              <a:rPr lang="en-US">
                <a:latin typeface="+mj-lt"/>
                <a:sym typeface="Wingdings" panose="05000000000000000000" pitchFamily="2" charset="2"/>
              </a:rPr>
              <a:t></a:t>
            </a:r>
            <a:endParaRPr lang="en-US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B2AE9-F37B-8C30-2306-8CA1B46CB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5C6E8-D8FE-08B4-D119-8485A7240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0E45B-8EFE-1786-9B0E-A494E047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47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3079300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726DA-9DEB-C990-9986-C55C31A96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D52D-694A-6943-4AF7-29F56DBED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Alternativet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B7673-8601-38D2-A324-20BD626BE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>
                <a:latin typeface="+mj-lt"/>
              </a:rPr>
              <a:t>Værktøjerne</a:t>
            </a:r>
            <a:r>
              <a:rPr lang="en-US">
                <a:latin typeface="+mj-lt"/>
              </a:rPr>
              <a:t> er (</a:t>
            </a:r>
            <a:r>
              <a:rPr lang="en-US" err="1">
                <a:latin typeface="+mj-lt"/>
              </a:rPr>
              <a:t>sandsynligvis</a:t>
            </a:r>
            <a:r>
              <a:rPr lang="en-US">
                <a:latin typeface="+mj-lt"/>
              </a:rPr>
              <a:t>) </a:t>
            </a:r>
            <a:r>
              <a:rPr lang="en-US" err="1">
                <a:latin typeface="+mj-lt"/>
              </a:rPr>
              <a:t>gode</a:t>
            </a:r>
            <a:r>
              <a:rPr lang="en-US">
                <a:latin typeface="+mj-lt"/>
              </a:rPr>
              <a:t>, men </a:t>
            </a:r>
            <a:r>
              <a:rPr lang="en-US" err="1">
                <a:latin typeface="+mj-lt"/>
              </a:rPr>
              <a:t>kræver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arbejde</a:t>
            </a:r>
            <a:r>
              <a:rPr lang="en-US">
                <a:latin typeface="+mj-lt"/>
              </a:rPr>
              <a:t> at </a:t>
            </a:r>
            <a:r>
              <a:rPr lang="en-US" err="1">
                <a:latin typeface="+mj-lt"/>
              </a:rPr>
              <a:t>få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til</a:t>
            </a:r>
            <a:r>
              <a:rPr lang="en-US">
                <a:latin typeface="+mj-lt"/>
              </a:rPr>
              <a:t> at </a:t>
            </a:r>
            <a:r>
              <a:rPr lang="en-US" err="1">
                <a:latin typeface="+mj-lt"/>
              </a:rPr>
              <a:t>fungere</a:t>
            </a:r>
            <a:endParaRPr lang="en-US">
              <a:latin typeface="+mj-lt"/>
            </a:endParaRPr>
          </a:p>
          <a:p>
            <a:r>
              <a:rPr lang="en-US" err="1"/>
              <a:t>Eleverne</a:t>
            </a:r>
            <a:r>
              <a:rPr lang="en-US"/>
              <a:t> </a:t>
            </a:r>
            <a:r>
              <a:rPr lang="en-US" err="1"/>
              <a:t>vil</a:t>
            </a:r>
            <a:r>
              <a:rPr lang="en-US"/>
              <a:t> </a:t>
            </a:r>
            <a:r>
              <a:rPr lang="en-US" err="1"/>
              <a:t>komme</a:t>
            </a:r>
            <a:r>
              <a:rPr lang="en-US"/>
              <a:t> </a:t>
            </a:r>
            <a:r>
              <a:rPr lang="en-US" err="1"/>
              <a:t>til</a:t>
            </a:r>
            <a:r>
              <a:rPr lang="en-US"/>
              <a:t> at </a:t>
            </a:r>
            <a:r>
              <a:rPr lang="en-US" err="1"/>
              <a:t>benytte</a:t>
            </a:r>
            <a:r>
              <a:rPr lang="en-US"/>
              <a:t> sig </a:t>
            </a:r>
            <a:r>
              <a:rPr lang="en-US" err="1"/>
              <a:t>af</a:t>
            </a:r>
            <a:r>
              <a:rPr lang="en-US"/>
              <a:t> </a:t>
            </a:r>
            <a:r>
              <a:rPr lang="en-US" err="1"/>
              <a:t>værktøjerne</a:t>
            </a:r>
            <a:r>
              <a:rPr lang="en-US"/>
              <a:t> (</a:t>
            </a:r>
            <a:r>
              <a:rPr lang="en-US" err="1"/>
              <a:t>eller</a:t>
            </a:r>
            <a:r>
              <a:rPr lang="en-US"/>
              <a:t> </a:t>
            </a:r>
            <a:r>
              <a:rPr lang="en-US" err="1"/>
              <a:t>lignende</a:t>
            </a:r>
            <a:r>
              <a:rPr lang="en-US"/>
              <a:t>)</a:t>
            </a:r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De </a:t>
            </a:r>
            <a:r>
              <a:rPr lang="en-US" err="1">
                <a:latin typeface="+mj-lt"/>
              </a:rPr>
              <a:t>faglige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udfordringer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ved</a:t>
            </a:r>
            <a:r>
              <a:rPr lang="en-US">
                <a:latin typeface="+mj-lt"/>
              </a:rPr>
              <a:t> installation/configuration er </a:t>
            </a:r>
            <a:r>
              <a:rPr lang="en-US" err="1">
                <a:latin typeface="+mj-lt"/>
              </a:rPr>
              <a:t>relevante</a:t>
            </a:r>
            <a:r>
              <a:rPr lang="en-US">
                <a:latin typeface="+mj-lt"/>
              </a:rPr>
              <a:t> for </a:t>
            </a:r>
            <a:r>
              <a:rPr lang="en-US" err="1">
                <a:latin typeface="+mj-lt"/>
              </a:rPr>
              <a:t>eleverne</a:t>
            </a:r>
            <a:endParaRPr lang="en-US">
              <a:latin typeface="+mj-lt"/>
            </a:endParaRPr>
          </a:p>
          <a:p>
            <a:endParaRPr lang="en-US">
              <a:latin typeface="+mj-lt"/>
            </a:endParaRPr>
          </a:p>
          <a:p>
            <a:r>
              <a:rPr lang="en-US" err="1">
                <a:latin typeface="+mj-lt"/>
              </a:rPr>
              <a:t>Hvordan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kommer</a:t>
            </a:r>
            <a:r>
              <a:rPr lang="en-US">
                <a:latin typeface="+mj-lt"/>
              </a:rPr>
              <a:t> vi </a:t>
            </a:r>
            <a:r>
              <a:rPr lang="en-US" err="1">
                <a:latin typeface="+mj-lt"/>
              </a:rPr>
              <a:t>så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videre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herfra</a:t>
            </a:r>
            <a:r>
              <a:rPr lang="en-US">
                <a:latin typeface="+mj-lt"/>
              </a:rPr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B1435-9294-38DE-BBD0-2AD441AD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27346-2595-7AEA-BD88-4648FD3A3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616D2-D623-366E-3C8E-ECAB9B1D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48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2289653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EBAD-CE70-5F9A-0EC6-EBE4D4C7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B7808-40C3-D16C-DCCE-1554B86F6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Planen herfra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D18A5-6BA2-C3DE-91F3-DF12C0D47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Vi giver </a:t>
            </a:r>
            <a:r>
              <a:rPr lang="en-US" err="1">
                <a:latin typeface="+mj-lt"/>
              </a:rPr>
              <a:t>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teoretisk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beskrivelse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af</a:t>
            </a:r>
            <a:r>
              <a:rPr lang="en-US">
                <a:latin typeface="+mj-lt"/>
              </a:rPr>
              <a:t> Intune, OSSEC+ </a:t>
            </a:r>
            <a:r>
              <a:rPr lang="en-US" err="1">
                <a:latin typeface="+mj-lt"/>
              </a:rPr>
              <a:t>og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OpenUEM</a:t>
            </a:r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I </a:t>
            </a:r>
            <a:r>
              <a:rPr lang="en-US" err="1">
                <a:latin typeface="+mj-lt"/>
              </a:rPr>
              <a:t>får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noget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tid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til</a:t>
            </a:r>
            <a:r>
              <a:rPr lang="en-US">
                <a:latin typeface="+mj-lt"/>
              </a:rPr>
              <a:t> at lave </a:t>
            </a:r>
            <a:r>
              <a:rPr lang="en-US" err="1">
                <a:latin typeface="+mj-lt"/>
              </a:rPr>
              <a:t>noget</a:t>
            </a:r>
            <a:r>
              <a:rPr lang="en-US">
                <a:latin typeface="+mj-lt"/>
              </a:rPr>
              <a:t> individual research</a:t>
            </a:r>
          </a:p>
          <a:p>
            <a:pPr lvl="2"/>
            <a:r>
              <a:rPr lang="en-US" err="1">
                <a:latin typeface="+mj-lt"/>
              </a:rPr>
              <a:t>Hvordan</a:t>
            </a:r>
            <a:r>
              <a:rPr lang="en-US">
                <a:latin typeface="+mj-lt"/>
              </a:rPr>
              <a:t> passer </a:t>
            </a:r>
            <a:r>
              <a:rPr lang="en-US" err="1">
                <a:latin typeface="+mj-lt"/>
              </a:rPr>
              <a:t>løsningerne</a:t>
            </a:r>
            <a:r>
              <a:rPr lang="en-US">
                <a:latin typeface="+mj-lt"/>
              </a:rPr>
              <a:t> med </a:t>
            </a:r>
            <a:r>
              <a:rPr lang="en-US" err="1">
                <a:latin typeface="+mj-lt"/>
              </a:rPr>
              <a:t>vores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eksisterende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systemer</a:t>
            </a:r>
            <a:r>
              <a:rPr lang="en-US">
                <a:latin typeface="+mj-lt"/>
              </a:rPr>
              <a:t>/</a:t>
            </a:r>
            <a:r>
              <a:rPr lang="en-US" err="1">
                <a:latin typeface="+mj-lt"/>
              </a:rPr>
              <a:t>materialer</a:t>
            </a:r>
            <a:r>
              <a:rPr lang="en-US">
                <a:latin typeface="+mj-lt"/>
              </a:rPr>
              <a:t>/cases?</a:t>
            </a:r>
          </a:p>
          <a:p>
            <a:pPr lvl="2"/>
            <a:r>
              <a:rPr lang="en-US" err="1">
                <a:latin typeface="+mj-lt"/>
              </a:rPr>
              <a:t>Hvilken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retning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skal</a:t>
            </a:r>
            <a:r>
              <a:rPr lang="en-US">
                <a:latin typeface="+mj-lt"/>
              </a:rPr>
              <a:t> vi </a:t>
            </a:r>
            <a:r>
              <a:rPr lang="en-US" err="1">
                <a:latin typeface="+mj-lt"/>
              </a:rPr>
              <a:t>gå</a:t>
            </a:r>
            <a:r>
              <a:rPr lang="en-US">
                <a:latin typeface="+mj-lt"/>
              </a:rPr>
              <a:t>?</a:t>
            </a:r>
          </a:p>
          <a:p>
            <a:r>
              <a:rPr lang="en-US">
                <a:latin typeface="+mj-lt"/>
              </a:rPr>
              <a:t>Vi </a:t>
            </a:r>
            <a:r>
              <a:rPr lang="en-US" err="1">
                <a:latin typeface="+mj-lt"/>
              </a:rPr>
              <a:t>diskutterer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i</a:t>
            </a:r>
            <a:r>
              <a:rPr lang="en-US">
                <a:latin typeface="+mj-lt"/>
              </a:rPr>
              <a:t> plenum – </a:t>
            </a:r>
            <a:r>
              <a:rPr lang="en-US" sz="1800" err="1">
                <a:latin typeface="+mj-lt"/>
              </a:rPr>
              <a:t>Måske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skal</a:t>
            </a:r>
            <a:r>
              <a:rPr lang="en-US" sz="1800">
                <a:latin typeface="+mj-lt"/>
              </a:rPr>
              <a:t> den </a:t>
            </a:r>
            <a:r>
              <a:rPr lang="en-US" sz="1800" err="1">
                <a:latin typeface="+mj-lt"/>
              </a:rPr>
              <a:t>valgte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retning</a:t>
            </a:r>
            <a:r>
              <a:rPr lang="en-US" sz="1800">
                <a:latin typeface="+mj-lt"/>
              </a:rPr>
              <a:t> </a:t>
            </a:r>
            <a:r>
              <a:rPr lang="en-US" sz="1800" err="1">
                <a:latin typeface="+mj-lt"/>
              </a:rPr>
              <a:t>revurderes</a:t>
            </a:r>
            <a:r>
              <a:rPr lang="en-US" sz="1800">
                <a:latin typeface="+mj-lt"/>
              </a:rPr>
              <a:t>?</a:t>
            </a:r>
            <a:endParaRPr lang="en-US">
              <a:latin typeface="+mj-lt"/>
            </a:endParaRPr>
          </a:p>
          <a:p>
            <a:r>
              <a:rPr lang="en-US">
                <a:latin typeface="+mj-lt"/>
              </a:rPr>
              <a:t>I </a:t>
            </a:r>
            <a:r>
              <a:rPr lang="en-US" err="1">
                <a:latin typeface="+mj-lt"/>
              </a:rPr>
              <a:t>får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tid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til</a:t>
            </a:r>
            <a:r>
              <a:rPr lang="en-US">
                <a:latin typeface="+mj-lt"/>
              </a:rPr>
              <a:t> at </a:t>
            </a:r>
            <a:r>
              <a:rPr lang="en-US" err="1">
                <a:latin typeface="+mj-lt"/>
              </a:rPr>
              <a:t>skitsere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hvordan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løsningen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kan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indgå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i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en</a:t>
            </a:r>
            <a:r>
              <a:rPr lang="en-US">
                <a:latin typeface="+mj-lt"/>
              </a:rPr>
              <a:t> case/</a:t>
            </a:r>
            <a:r>
              <a:rPr lang="en-US" err="1">
                <a:latin typeface="+mj-lt"/>
              </a:rPr>
              <a:t>undervisningsmateriale</a:t>
            </a:r>
            <a:endParaRPr lang="en-US">
              <a:latin typeface="+mj-lt"/>
            </a:endParaRPr>
          </a:p>
          <a:p>
            <a:pPr lvl="2"/>
            <a:r>
              <a:rPr lang="en-US" err="1">
                <a:latin typeface="+mj-lt"/>
              </a:rPr>
              <a:t>Evt</a:t>
            </a:r>
            <a:r>
              <a:rPr lang="en-US">
                <a:latin typeface="+mj-lt"/>
              </a:rPr>
              <a:t>. </a:t>
            </a:r>
            <a:r>
              <a:rPr lang="en-US" err="1">
                <a:latin typeface="+mj-lt"/>
              </a:rPr>
              <a:t>Overskydende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tid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kan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bruges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på</a:t>
            </a:r>
            <a:r>
              <a:rPr lang="en-US">
                <a:latin typeface="+mj-lt"/>
              </a:rPr>
              <a:t> at </a:t>
            </a:r>
            <a:r>
              <a:rPr lang="en-US" err="1">
                <a:latin typeface="+mj-lt"/>
              </a:rPr>
              <a:t>få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installeret</a:t>
            </a:r>
            <a:r>
              <a:rPr lang="en-US">
                <a:latin typeface="+mj-lt"/>
              </a:rPr>
              <a:t>/</a:t>
            </a:r>
            <a:r>
              <a:rPr lang="en-US" err="1">
                <a:latin typeface="+mj-lt"/>
              </a:rPr>
              <a:t>konfigureret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løsningen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og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eksperimentere</a:t>
            </a:r>
            <a:r>
              <a:rPr lang="en-US">
                <a:latin typeface="+mj-lt"/>
              </a:rPr>
              <a:t> med den</a:t>
            </a:r>
          </a:p>
          <a:p>
            <a:endParaRPr lang="en-US" i="1">
              <a:latin typeface="+mj-lt"/>
            </a:endParaRPr>
          </a:p>
          <a:p>
            <a:endParaRPr lang="en-US" i="1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F0076-05EA-3A28-5C26-777D5C4E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24179-D989-3959-3CBD-73B36647D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34DF0-4E1D-9A06-B202-6E3D4485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49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3216702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87D3-851A-7CA9-5F77-DD99637FC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8A58-FBAB-AC55-79D6-001E14D5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Frokost til 13.00</a:t>
            </a:r>
          </a:p>
        </p:txBody>
      </p:sp>
    </p:spTree>
    <p:extLst>
      <p:ext uri="{BB962C8B-B14F-4D97-AF65-F5344CB8AC3E}">
        <p14:creationId xmlns:p14="http://schemas.microsoft.com/office/powerpoint/2010/main" val="2984463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8A1DB-4D43-2B2B-C348-9FB19860F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7501-2D3D-CF3D-40F3-47E0C12DA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553998"/>
          </a:xfrm>
        </p:spPr>
        <p:txBody>
          <a:bodyPr/>
          <a:lstStyle/>
          <a:p>
            <a:r>
              <a:rPr lang="en-US" noProof="0"/>
              <a:t>Endpoint management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1EC68-9F16-BCF0-767A-9B7C7F68AD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0744" y="1600200"/>
            <a:ext cx="9984077" cy="4505178"/>
          </a:xfrm>
        </p:spPr>
        <p:txBody>
          <a:bodyPr/>
          <a:lstStyle/>
          <a:p>
            <a:endParaRPr lang="da-DK" sz="2800"/>
          </a:p>
          <a:p>
            <a:r>
              <a:rPr lang="da-DK" sz="2800"/>
              <a:t>Central overvågning og styring af endpoints:</a:t>
            </a:r>
          </a:p>
          <a:p>
            <a:pPr lvl="1"/>
            <a:r>
              <a:rPr lang="da-DK" sz="2400"/>
              <a:t>En klient sender (relevant) data til en server</a:t>
            </a:r>
          </a:p>
          <a:p>
            <a:pPr lvl="1"/>
            <a:r>
              <a:rPr lang="da-DK" sz="2400"/>
              <a:t>Passivt: Serveren alarmerer administrator ved hændelser</a:t>
            </a:r>
          </a:p>
          <a:p>
            <a:pPr lvl="1"/>
            <a:r>
              <a:rPr lang="da-DK" sz="2400"/>
              <a:t>Aktivt: Serveren anvendes i forbindelse med adgangskontrol</a:t>
            </a:r>
          </a:p>
          <a:p>
            <a:pPr lvl="1"/>
            <a:endParaRPr lang="da-DK" sz="2400"/>
          </a:p>
          <a:p>
            <a:pPr lvl="1"/>
            <a:endParaRPr lang="da-DK" sz="2400"/>
          </a:p>
          <a:p>
            <a:endParaRPr lang="da-DK" noProof="0"/>
          </a:p>
          <a:p>
            <a:endParaRPr lang="da-DK"/>
          </a:p>
          <a:p>
            <a:endParaRPr lang="da-DK" noProof="0"/>
          </a:p>
          <a:p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4D189-D697-599B-B73D-064C01D25CA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55540-2EE0-1FC6-62BB-770E53501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8A3CE-FEEA-CDD9-4FD8-F70B9E77A8A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51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648975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FBEE2-D8D9-D8EF-F047-2B0FF50E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C1F2D-415E-68B9-C404-C8FB18EA3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553998"/>
          </a:xfrm>
        </p:spPr>
        <p:txBody>
          <a:bodyPr/>
          <a:lstStyle/>
          <a:p>
            <a:r>
              <a:rPr lang="en-US" noProof="0"/>
              <a:t>Microsoft Intune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2579E-1248-98FF-A507-05C5BA4438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5808" y="1600200"/>
            <a:ext cx="8329013" cy="4505178"/>
          </a:xfrm>
        </p:spPr>
        <p:txBody>
          <a:bodyPr/>
          <a:lstStyle/>
          <a:p>
            <a:r>
              <a:rPr lang="da-DK" sz="2800"/>
              <a:t>”Cloud based endpoint management solution”</a:t>
            </a:r>
          </a:p>
          <a:p>
            <a:r>
              <a:rPr lang="da-DK" sz="2800"/>
              <a:t>Integration med Windows/Azure/AD økosystemer – Azure AD eller Azure AD + AD integration</a:t>
            </a:r>
          </a:p>
          <a:p>
            <a:endParaRPr lang="da-DK" sz="2800"/>
          </a:p>
          <a:p>
            <a:r>
              <a:rPr lang="da-DK" sz="2800"/>
              <a:t>Håndterer Bring-Your-Own-Device </a:t>
            </a:r>
          </a:p>
          <a:p>
            <a:endParaRPr lang="da-DK" sz="2800"/>
          </a:p>
          <a:p>
            <a:r>
              <a:rPr lang="da-DK" sz="2800"/>
              <a:t>AD og GPO på steroider?</a:t>
            </a:r>
          </a:p>
          <a:p>
            <a:endParaRPr lang="da-DK" sz="2800"/>
          </a:p>
          <a:p>
            <a:endParaRPr lang="da-DK" noProof="0"/>
          </a:p>
          <a:p>
            <a:endParaRPr lang="da-DK"/>
          </a:p>
          <a:p>
            <a:endParaRPr lang="da-DK" noProof="0"/>
          </a:p>
          <a:p>
            <a:endParaRPr lang="da-DK"/>
          </a:p>
          <a:p>
            <a:r>
              <a:rPr lang="da-DK"/>
              <a:t>https://learn.microsoft.com/en-us/intune/</a:t>
            </a:r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5424D-2F20-A3F1-7D99-FD02813E707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DBAC8-3F6D-D157-6072-60FBDA9B23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5ED0E-2E43-064C-7102-47C9D8AB3D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52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6715425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3237-B310-8AF2-7D11-6A61556FB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86B4-87C3-A54C-C1FB-001700793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553998"/>
          </a:xfrm>
        </p:spPr>
        <p:txBody>
          <a:bodyPr/>
          <a:lstStyle/>
          <a:p>
            <a:r>
              <a:rPr lang="en-US" noProof="0"/>
              <a:t>Microsoft Intune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8FBA5-8684-CA54-9AB8-BB79AE8F92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5808" y="1600200"/>
            <a:ext cx="8329013" cy="4505178"/>
          </a:xfrm>
        </p:spPr>
        <p:txBody>
          <a:bodyPr/>
          <a:lstStyle/>
          <a:p>
            <a:endParaRPr lang="da-DK" sz="2800"/>
          </a:p>
          <a:p>
            <a:endParaRPr lang="da-DK" noProof="0"/>
          </a:p>
          <a:p>
            <a:endParaRPr lang="da-DK"/>
          </a:p>
          <a:p>
            <a:endParaRPr lang="da-DK" noProof="0"/>
          </a:p>
          <a:p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C0DD6-4C35-DB31-8F0A-4ADFD8E5462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2B41D-A341-EB9D-C1CE-0076360D97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08844-C04B-3430-BE6D-AB4B402261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53</a:t>
            </a:fld>
            <a:endParaRPr lang="da-DK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285DDA-5545-2DFC-699E-C9AA29FAD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1642619"/>
            <a:ext cx="9237953" cy="468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146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0512C-50B4-FC6C-BF18-E7C208D39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8795-588E-6609-DC34-358688D2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1" y="379993"/>
            <a:ext cx="4790953" cy="553998"/>
          </a:xfrm>
        </p:spPr>
        <p:txBody>
          <a:bodyPr/>
          <a:lstStyle/>
          <a:p>
            <a:r>
              <a:rPr lang="en-US" noProof="0"/>
              <a:t>Microsoft Intune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5F871-61FF-C43D-ABAF-0C3B6F264D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5808" y="1600200"/>
            <a:ext cx="8329013" cy="4505178"/>
          </a:xfrm>
        </p:spPr>
        <p:txBody>
          <a:bodyPr/>
          <a:lstStyle/>
          <a:p>
            <a:endParaRPr lang="da-DK" sz="2800"/>
          </a:p>
          <a:p>
            <a:endParaRPr lang="da-DK" noProof="0"/>
          </a:p>
          <a:p>
            <a:endParaRPr lang="da-DK"/>
          </a:p>
          <a:p>
            <a:endParaRPr lang="da-DK" noProof="0"/>
          </a:p>
          <a:p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6BC47-E32E-CF5B-80A3-98AD96F2DD6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B074A-F27B-CFD3-BFD1-62B165BF46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B686D-2A6B-B5CD-541E-36541A0EDF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54</a:t>
            </a:fld>
            <a:endParaRPr lang="da-DK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9F6A33-876B-117D-0327-497F9DEB9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11" y="1161213"/>
            <a:ext cx="5953956" cy="49441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3667AD-73BA-068C-BB8E-4A763A93A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705" y="2619166"/>
            <a:ext cx="7640116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741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3A25A-E261-D0AC-5617-DA18B668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7525B-9883-05A1-CE32-CAAD386C3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553998"/>
          </a:xfrm>
        </p:spPr>
        <p:txBody>
          <a:bodyPr/>
          <a:lstStyle/>
          <a:p>
            <a:r>
              <a:rPr lang="en-US" noProof="0"/>
              <a:t>Microsoft Intune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ECC9-06BC-1971-3267-C40927F23E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35808" y="1600200"/>
            <a:ext cx="8329013" cy="4505178"/>
          </a:xfrm>
        </p:spPr>
        <p:txBody>
          <a:bodyPr/>
          <a:lstStyle/>
          <a:p>
            <a:r>
              <a:rPr lang="da-DK"/>
              <a:t>Meget let integration med Windows økosystem</a:t>
            </a:r>
          </a:p>
          <a:p>
            <a:pPr lvl="1"/>
            <a:r>
              <a:rPr lang="da-DK"/>
              <a:t>Det bliver brugt i virkeligheden</a:t>
            </a:r>
          </a:p>
          <a:p>
            <a:pPr lvl="1"/>
            <a:endParaRPr lang="da-DK"/>
          </a:p>
          <a:p>
            <a:r>
              <a:rPr lang="da-DK"/>
              <a:t>Licenser: Starter på omkring 50 DKK/bruger/måneden</a:t>
            </a:r>
          </a:p>
          <a:p>
            <a:r>
              <a:rPr lang="da-DK"/>
              <a:t>Testmiljø kan konflikte med ”det rigtige” IT setup </a:t>
            </a:r>
          </a:p>
          <a:p>
            <a:endParaRPr lang="da-DK" noProof="0"/>
          </a:p>
          <a:p>
            <a:endParaRPr lang="da-DK" noProof="0"/>
          </a:p>
          <a:p>
            <a:r>
              <a:rPr lang="da-DK">
                <a:hlinkClick r:id="rId2"/>
              </a:rPr>
              <a:t>https://learn.microsoft.com/en-us/intune/</a:t>
            </a:r>
            <a:endParaRPr lang="da-DK"/>
          </a:p>
          <a:p>
            <a:r>
              <a:rPr lang="da-DK" noProof="0"/>
              <a:t>Youtube video med ”An</a:t>
            </a:r>
            <a:r>
              <a:rPr lang="da-DK"/>
              <a:t>dy Malone MVP”</a:t>
            </a:r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C3D69-0C0E-BA0F-06B5-C33C8932461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99AF6-A53B-1E91-7B2E-DBF28D9DFF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CB07C-C647-5525-E496-448CD1E9C95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55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9756262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00604-2ACD-2529-6091-18E7BB776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FE02-6685-9F40-00A4-4982B37B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OSSEC 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54BCA-4820-83D5-7E48-6D26A600A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OSSEC+: Open Source Log Based Host Intrusion Detection System (HIDS)</a:t>
            </a:r>
          </a:p>
          <a:p>
            <a:r>
              <a:rPr lang="da-DK"/>
              <a:t>Der findes også en enterprise løsning: Atomic OSSEC</a:t>
            </a:r>
          </a:p>
          <a:p>
            <a:pPr lvl="2"/>
            <a:r>
              <a:rPr lang="da-DK"/>
              <a:t>Sårbarhedshåndtering, compliance scanning, Machine Learning (ML) til forbedring af falske positiver/negativer</a:t>
            </a:r>
          </a:p>
          <a:p>
            <a:pPr lvl="2"/>
            <a:r>
              <a:rPr lang="da-DK"/>
              <a:t>GUI (!) </a:t>
            </a:r>
          </a:p>
          <a:p>
            <a:pPr lvl="2"/>
            <a:r>
              <a:rPr lang="da-DK"/>
              <a:t>SAAS eller On-Premise løsning </a:t>
            </a:r>
          </a:p>
          <a:p>
            <a:r>
              <a:rPr lang="da-DK"/>
              <a:t>Gammelt projekt -&gt; ”forket” til Wazuh</a:t>
            </a:r>
          </a:p>
          <a:p>
            <a:pPr lvl="2"/>
            <a:endParaRPr lang="da-DK"/>
          </a:p>
          <a:p>
            <a:endParaRPr lang="da-DK"/>
          </a:p>
          <a:p>
            <a:endParaRPr lang="da-DK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C057D-99EC-DB16-EFBF-6F2590235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B33D0-F88D-A38F-6C18-1369FD5F2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E7EDA-E818-8A01-D7D0-E0E3EBA5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56</a:t>
            </a:fld>
            <a:endParaRPr lang="da-DK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B35398-8F9B-714F-4241-2435799AB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57" y="298788"/>
            <a:ext cx="3019846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322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D186E-778C-A7D7-8D9B-1982EA83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A1A5C-107D-A872-C131-944078B2E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OSSEC 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D3244-BEE0-7FD4-79A1-47AD33B71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OSSEC +: Linux server og en række agenter </a:t>
            </a:r>
          </a:p>
          <a:p>
            <a:endParaRPr lang="da-DK"/>
          </a:p>
          <a:p>
            <a:endParaRPr lang="da-DK"/>
          </a:p>
          <a:p>
            <a:r>
              <a:rPr lang="da-DK"/>
              <a:t>Baseret på ELK stack</a:t>
            </a:r>
          </a:p>
          <a:p>
            <a:pPr lvl="2"/>
            <a:r>
              <a:rPr lang="da-DK"/>
              <a:t>Serveren bygget op omkring en række regler for hvornår der skal alarmeres</a:t>
            </a:r>
          </a:p>
          <a:p>
            <a:pPr lvl="2"/>
            <a:r>
              <a:rPr lang="da-DK"/>
              <a:t>Derudver en række scripts der kan afvikles i forbindelse med en alarm</a:t>
            </a:r>
          </a:p>
          <a:p>
            <a:pPr lvl="2"/>
            <a:r>
              <a:rPr lang="da-DK"/>
              <a:t>F.eks. Ved tegn på angreb på SMTP serveren, skal source ip tilføjes ”host.deny” filen</a:t>
            </a:r>
          </a:p>
          <a:p>
            <a:pPr lvl="2"/>
            <a:endParaRPr lang="da-DK"/>
          </a:p>
          <a:p>
            <a:endParaRPr lang="da-DK"/>
          </a:p>
          <a:p>
            <a:endParaRPr lang="da-DK"/>
          </a:p>
          <a:p>
            <a:endParaRPr lang="da-DK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558AF-D8BE-B5A9-56C5-FBE1254ED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64699-8AB3-9489-6CDE-993251C2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AB530-04BB-D4A7-34B7-DCFD184A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57</a:t>
            </a:fld>
            <a:endParaRPr lang="da-DK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C8D53C-3880-6BF1-E5F6-1EA24332C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57" y="298788"/>
            <a:ext cx="3019846" cy="1238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A5C423-0B48-739E-80E0-AE8DD6BA9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310" y="694943"/>
            <a:ext cx="3086531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622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8D1A9-0868-A6C0-DB15-3C1A3FD1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C6E6D-433B-994D-3B4D-657109A6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OSSEC 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6593D-797E-C382-94A6-EC3FA913D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1" y="1620000"/>
            <a:ext cx="3351960" cy="4320000"/>
          </a:xfrm>
        </p:spPr>
        <p:txBody>
          <a:bodyPr/>
          <a:lstStyle/>
          <a:p>
            <a:r>
              <a:rPr lang="da-DK"/>
              <a:t>Styres fra ossec.conf og scripts</a:t>
            </a:r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B1E72-30F6-7EEB-4790-6E3A39DB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1198-20CB-3759-6FEA-15DACE5A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49004-31C6-769B-E396-C9628D9F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58</a:t>
            </a:fld>
            <a:endParaRPr lang="da-DK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2F3D93-D271-456E-0525-70BDA73D7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57" y="298788"/>
            <a:ext cx="3019846" cy="1238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4E93F8-20CF-16BD-8754-DB644D6C6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570" y="917999"/>
            <a:ext cx="4344006" cy="3915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53B166-A4A7-322B-EF28-7C15C5E16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327" y="1083329"/>
            <a:ext cx="3829848" cy="48230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2978E6-61C4-2CA8-BC11-358F47FB12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463" y="2419998"/>
            <a:ext cx="3001895" cy="369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454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94C2F-7075-8CD8-8B2B-C2FAF285B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FC122-B67F-6CD0-9478-C964A4076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OSSEC 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B8976-C375-EBB4-905E-76E0B8C0C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Opsummering:</a:t>
            </a:r>
          </a:p>
          <a:p>
            <a:endParaRPr lang="da-DK"/>
          </a:p>
          <a:p>
            <a:r>
              <a:rPr lang="da-DK"/>
              <a:t>Begrænsede platforme</a:t>
            </a:r>
          </a:p>
          <a:p>
            <a:r>
              <a:rPr lang="da-DK"/>
              <a:t>Ingen GUI</a:t>
            </a:r>
          </a:p>
          <a:p>
            <a:pPr lvl="2"/>
            <a:r>
              <a:rPr lang="da-DK" b="1"/>
              <a:t>Kræver kendskab til Linux</a:t>
            </a:r>
          </a:p>
          <a:p>
            <a:pPr lvl="2"/>
            <a:endParaRPr lang="da-DK"/>
          </a:p>
          <a:p>
            <a:r>
              <a:rPr lang="da-DK"/>
              <a:t>Meget potent når det er integreret</a:t>
            </a:r>
          </a:p>
          <a:p>
            <a:endParaRPr lang="da-DK"/>
          </a:p>
          <a:p>
            <a:pPr lvl="2"/>
            <a:endParaRPr lang="da-DK"/>
          </a:p>
          <a:p>
            <a:endParaRPr lang="da-DK"/>
          </a:p>
          <a:p>
            <a:endParaRPr lang="da-DK"/>
          </a:p>
          <a:p>
            <a:endParaRPr lang="da-DK"/>
          </a:p>
          <a:p>
            <a:endParaRPr lang="da-DK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51FC2-EAF8-AC7B-48FE-3D00B0AAF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25-11-2025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B22B5-0779-B6AE-323D-57AA20082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00AB8-1D3C-4E9B-FB77-D33E52AF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59</a:t>
            </a:fld>
            <a:endParaRPr lang="da-DK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BC4DAC-101E-01B4-3A51-4F6A154B5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57" y="298788"/>
            <a:ext cx="3019846" cy="1238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BF8CFF-D00E-CAF6-1F4F-40B0DDE73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8" y="1389226"/>
            <a:ext cx="6017117" cy="11501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0BD6FE-2DB9-7E12-9110-668AE40E7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016" y="2770140"/>
            <a:ext cx="4047318" cy="32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731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8445-F16E-48B3-9E1D-EBE4B75CF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661993"/>
          </a:xfrm>
        </p:spPr>
        <p:txBody>
          <a:bodyPr/>
          <a:lstStyle/>
          <a:p>
            <a:r>
              <a:rPr lang="en-US"/>
              <a:t>Open Source Unified Endpoint Management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F9043-12FF-9AF3-6AD6-5484F1B29D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1184" y="2011679"/>
            <a:ext cx="6889664" cy="3957137"/>
          </a:xfrm>
        </p:spPr>
        <p:txBody>
          <a:bodyPr/>
          <a:lstStyle/>
          <a:p>
            <a:r>
              <a:rPr lang="en-US"/>
              <a:t>“</a:t>
            </a:r>
            <a:r>
              <a:rPr lang="en-US" err="1"/>
              <a:t>Brugervenligt</a:t>
            </a:r>
            <a:r>
              <a:rPr lang="en-US"/>
              <a:t>” system </a:t>
            </a:r>
            <a:r>
              <a:rPr lang="en-US" err="1"/>
              <a:t>til</a:t>
            </a:r>
            <a:r>
              <a:rPr lang="en-US"/>
              <a:t>:</a:t>
            </a:r>
          </a:p>
          <a:p>
            <a:pPr lvl="1"/>
            <a:r>
              <a:rPr lang="en-US"/>
              <a:t>An IT assets inventory</a:t>
            </a:r>
          </a:p>
          <a:p>
            <a:pPr lvl="1"/>
            <a:r>
              <a:rPr lang="en-US"/>
              <a:t>An unified endpoint management tool (UEM)</a:t>
            </a:r>
          </a:p>
          <a:p>
            <a:pPr lvl="1"/>
            <a:r>
              <a:rPr lang="en-US"/>
              <a:t>A remote monitoring and management tool (RMM)</a:t>
            </a:r>
          </a:p>
          <a:p>
            <a:pPr lvl="1"/>
            <a:r>
              <a:rPr lang="en-US"/>
              <a:t>A mobile device management tool (MDM)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CDD85-C0CE-9EB4-A494-C9A21A6C768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EA3FE-73FF-BBA6-17FB-8C3E5E3C3B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0660D-DF24-5E6C-2FF6-6AD9765D0C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60</a:t>
            </a:fld>
            <a:endParaRPr lang="da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A71CEC-007D-0D13-5C16-41820577B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139" y="198612"/>
            <a:ext cx="3620917" cy="94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4205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05431-40B7-1A50-5288-562C39CEA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7FD57-106E-76B0-B851-E77BB5D70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</p:spPr>
        <p:txBody>
          <a:bodyPr/>
          <a:lstStyle/>
          <a:p>
            <a:r>
              <a:rPr lang="en-US"/>
              <a:t>Features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9B6D3-86B3-CB33-DFB1-1C3497929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1792" y="2011679"/>
            <a:ext cx="11169056" cy="3957137"/>
          </a:xfrm>
        </p:spPr>
        <p:txBody>
          <a:bodyPr/>
          <a:lstStyle/>
          <a:p>
            <a:r>
              <a:rPr lang="en-US"/>
              <a:t>VNC </a:t>
            </a:r>
            <a:r>
              <a:rPr lang="en-US" err="1"/>
              <a:t>eller</a:t>
            </a:r>
            <a:r>
              <a:rPr lang="en-US"/>
              <a:t> RDP </a:t>
            </a:r>
            <a:r>
              <a:rPr lang="en-US" err="1"/>
              <a:t>til</a:t>
            </a:r>
            <a:r>
              <a:rPr lang="en-US"/>
              <a:t> remote access</a:t>
            </a:r>
          </a:p>
          <a:p>
            <a:r>
              <a:rPr lang="en-US"/>
              <a:t>SFTP </a:t>
            </a:r>
            <a:r>
              <a:rPr lang="en-US" err="1"/>
              <a:t>til</a:t>
            </a:r>
            <a:r>
              <a:rPr lang="en-US"/>
              <a:t> </a:t>
            </a:r>
            <a:r>
              <a:rPr lang="en-US" err="1"/>
              <a:t>filoverførsel</a:t>
            </a:r>
            <a:endParaRPr lang="en-US"/>
          </a:p>
          <a:p>
            <a:r>
              <a:rPr lang="en-US"/>
              <a:t>WMI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hwinfo</a:t>
            </a:r>
            <a:r>
              <a:rPr lang="en-US"/>
              <a:t> </a:t>
            </a:r>
            <a:r>
              <a:rPr lang="en-US" err="1"/>
              <a:t>til</a:t>
            </a:r>
            <a:r>
              <a:rPr lang="en-US"/>
              <a:t> </a:t>
            </a:r>
            <a:r>
              <a:rPr lang="en-US" err="1"/>
              <a:t>opsamling</a:t>
            </a:r>
            <a:r>
              <a:rPr lang="en-US"/>
              <a:t> </a:t>
            </a:r>
            <a:r>
              <a:rPr lang="en-US" err="1"/>
              <a:t>af</a:t>
            </a:r>
            <a:r>
              <a:rPr lang="en-US"/>
              <a:t> information </a:t>
            </a:r>
            <a:r>
              <a:rPr lang="en-US" err="1"/>
              <a:t>fra</a:t>
            </a:r>
            <a:r>
              <a:rPr lang="en-US"/>
              <a:t> Windows </a:t>
            </a:r>
            <a:r>
              <a:rPr lang="en-US" err="1"/>
              <a:t>og</a:t>
            </a:r>
            <a:r>
              <a:rPr lang="en-US"/>
              <a:t> Linux</a:t>
            </a:r>
          </a:p>
          <a:p>
            <a:r>
              <a:rPr lang="en-US"/>
              <a:t>Winget, </a:t>
            </a:r>
            <a:r>
              <a:rPr lang="en-US" err="1"/>
              <a:t>flatpak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Homebrew </a:t>
            </a:r>
            <a:r>
              <a:rPr lang="en-US" err="1"/>
              <a:t>til</a:t>
            </a:r>
            <a:r>
              <a:rPr lang="en-US"/>
              <a:t> installation </a:t>
            </a:r>
            <a:r>
              <a:rPr lang="en-US" err="1"/>
              <a:t>af</a:t>
            </a:r>
            <a:r>
              <a:rPr lang="en-US"/>
              <a:t> </a:t>
            </a:r>
            <a:r>
              <a:rPr lang="en-US" err="1"/>
              <a:t>applikationer</a:t>
            </a:r>
            <a:endParaRPr lang="en-US"/>
          </a:p>
          <a:p>
            <a:endParaRPr lang="en-US"/>
          </a:p>
          <a:p>
            <a:r>
              <a:rPr lang="en-US" err="1"/>
              <a:t>Webapplikation</a:t>
            </a:r>
            <a:r>
              <a:rPr lang="en-US"/>
              <a:t>/</a:t>
            </a:r>
            <a:r>
              <a:rPr lang="en-US" err="1"/>
              <a:t>webconsole</a:t>
            </a:r>
            <a:r>
              <a:rPr lang="en-US"/>
              <a:t> </a:t>
            </a:r>
            <a:r>
              <a:rPr lang="en-US" err="1"/>
              <a:t>til</a:t>
            </a:r>
            <a:r>
              <a:rPr lang="en-US"/>
              <a:t> </a:t>
            </a:r>
            <a:r>
              <a:rPr lang="en-US" err="1"/>
              <a:t>styring</a:t>
            </a:r>
            <a:r>
              <a:rPr lang="en-US"/>
              <a:t> </a:t>
            </a:r>
            <a:r>
              <a:rPr lang="en-US" err="1"/>
              <a:t>af</a:t>
            </a:r>
            <a:r>
              <a:rPr lang="en-US"/>
              <a:t> det hele</a:t>
            </a:r>
          </a:p>
          <a:p>
            <a:r>
              <a:rPr lang="en-US"/>
              <a:t>Multi tenancy (!)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BB598-DC57-8CD8-A935-9B8B1018894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8D6E6-971C-395B-9236-A6D53F0E9B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18DC0-9685-3854-17B2-9FF33D02B3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61</a:t>
            </a:fld>
            <a:endParaRPr lang="da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8BFA8B-EE46-6525-4A5D-8036A9A94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139" y="198612"/>
            <a:ext cx="3620917" cy="94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237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7D3AE-E0B6-1F8E-8AC1-64EF4FA9B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DC07-CB86-ED42-326A-D84883E2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</p:spPr>
        <p:txBody>
          <a:bodyPr/>
          <a:lstStyle/>
          <a:p>
            <a:r>
              <a:rPr lang="en-US"/>
              <a:t>Dashboard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00066-06BF-A44D-0D12-553B61750B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1792" y="2011679"/>
            <a:ext cx="11169056" cy="395713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BA612-11B1-0935-B829-177E875C170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73337-6D74-BBF0-D63C-5E52178FEA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C05DB-D663-A64A-855F-D0EC91DC058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62</a:t>
            </a:fld>
            <a:endParaRPr lang="da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B7819C-7C1F-DFBB-6D06-4D32F7425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139" y="198612"/>
            <a:ext cx="3620917" cy="941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829839-0E1C-0DD2-71BC-0E145206F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728676"/>
            <a:ext cx="9069066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3683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91C5A-1738-2E5E-72A8-82D9EBB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F2F3A-B594-543E-8B2C-DDBB5138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</p:spPr>
        <p:txBody>
          <a:bodyPr/>
          <a:lstStyle/>
          <a:p>
            <a:r>
              <a:rPr lang="en-US"/>
              <a:t>Docker image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DF025-7DB2-D4BF-C27C-E76840AA75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1792" y="2011679"/>
            <a:ext cx="5047488" cy="3957137"/>
          </a:xfrm>
        </p:spPr>
        <p:txBody>
          <a:bodyPr/>
          <a:lstStyle/>
          <a:p>
            <a:r>
              <a:rPr lang="en-US"/>
              <a:t>“Demo” setup</a:t>
            </a:r>
          </a:p>
          <a:p>
            <a:pPr lvl="1"/>
            <a:r>
              <a:rPr lang="en-US"/>
              <a:t>7 </a:t>
            </a:r>
            <a:r>
              <a:rPr lang="en-US" err="1"/>
              <a:t>forskellige</a:t>
            </a:r>
            <a:r>
              <a:rPr lang="en-US"/>
              <a:t> services</a:t>
            </a:r>
          </a:p>
          <a:p>
            <a:endParaRPr lang="en-US"/>
          </a:p>
          <a:p>
            <a:endParaRPr lang="en-US"/>
          </a:p>
          <a:p>
            <a:r>
              <a:rPr lang="en-US" err="1"/>
              <a:t>Certifikater</a:t>
            </a:r>
            <a:r>
              <a:rPr lang="en-US"/>
              <a:t> (</a:t>
            </a:r>
            <a:r>
              <a:rPr lang="en-US" err="1"/>
              <a:t>og</a:t>
            </a:r>
            <a:r>
              <a:rPr lang="en-US"/>
              <a:t> OCSP) er </a:t>
            </a:r>
            <a:r>
              <a:rPr lang="en-US" err="1"/>
              <a:t>bøvlet</a:t>
            </a:r>
            <a:endParaRPr lang="en-US"/>
          </a:p>
          <a:p>
            <a:pPr lvl="1"/>
            <a:r>
              <a:rPr lang="en-US"/>
              <a:t>Men </a:t>
            </a:r>
            <a:r>
              <a:rPr lang="en-US" err="1"/>
              <a:t>også</a:t>
            </a:r>
            <a:r>
              <a:rPr lang="en-US"/>
              <a:t> </a:t>
            </a:r>
            <a:r>
              <a:rPr lang="en-US" err="1"/>
              <a:t>virkeligheden</a:t>
            </a:r>
            <a:r>
              <a:rPr lang="en-US"/>
              <a:t> </a:t>
            </a:r>
            <a:r>
              <a:rPr lang="en-US" err="1"/>
              <a:t>indefor</a:t>
            </a:r>
            <a:r>
              <a:rPr lang="en-US"/>
              <a:t> </a:t>
            </a:r>
            <a:r>
              <a:rPr lang="en-US" err="1"/>
              <a:t>sikkerhed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EB9EC-C288-9822-033C-EC9B790DF32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782F3-1CD2-5325-2BBE-21B49B75B0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3CAAB-9A0F-8DBF-8588-309AF692409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63</a:t>
            </a:fld>
            <a:endParaRPr lang="da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600C39-E572-9CAD-6A40-9EBE09AB7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139" y="198612"/>
            <a:ext cx="3620917" cy="941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825AAA-93F9-1B5E-CD7C-F6B96766B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735" y="2072045"/>
            <a:ext cx="4867954" cy="354379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19FFC6BF-36B6-1EB6-F2D1-D99B19A1F054}"/>
              </a:ext>
            </a:extLst>
          </p:cNvPr>
          <p:cNvSpPr/>
          <p:nvPr/>
        </p:nvSpPr>
        <p:spPr>
          <a:xfrm>
            <a:off x="5050383" y="2072045"/>
            <a:ext cx="810921" cy="352973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C9A7E5E-614E-7DB6-84B3-73CD0DA7181A}"/>
              </a:ext>
            </a:extLst>
          </p:cNvPr>
          <p:cNvSpPr/>
          <p:nvPr/>
        </p:nvSpPr>
        <p:spPr>
          <a:xfrm>
            <a:off x="5092978" y="3252513"/>
            <a:ext cx="810921" cy="352973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1E69F68-6A24-178F-1649-2FE517FA3F02}"/>
              </a:ext>
            </a:extLst>
          </p:cNvPr>
          <p:cNvSpPr/>
          <p:nvPr/>
        </p:nvSpPr>
        <p:spPr>
          <a:xfrm>
            <a:off x="5105896" y="3370544"/>
            <a:ext cx="810921" cy="352973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592CBED-A283-F8A6-7CEE-8F2F79AEB3F0}"/>
              </a:ext>
            </a:extLst>
          </p:cNvPr>
          <p:cNvSpPr/>
          <p:nvPr/>
        </p:nvSpPr>
        <p:spPr>
          <a:xfrm>
            <a:off x="5050382" y="4802458"/>
            <a:ext cx="810921" cy="352973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860819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57662-D676-1E32-BC29-EA12C2440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47AF-2378-119B-50E2-8BDC3118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</p:spPr>
        <p:txBody>
          <a:bodyPr/>
          <a:lstStyle/>
          <a:p>
            <a:r>
              <a:rPr lang="en-US" err="1"/>
              <a:t>Opsummering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81127-9EE3-F983-5B41-AECA8F48A2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1792" y="2011679"/>
            <a:ext cx="11169056" cy="3957137"/>
          </a:xfrm>
        </p:spPr>
        <p:txBody>
          <a:bodyPr/>
          <a:lstStyle/>
          <a:p>
            <a:r>
              <a:rPr lang="en-US"/>
              <a:t>Intune: Stærk integration med AD/Windows </a:t>
            </a:r>
            <a:r>
              <a:rPr lang="en-US" err="1"/>
              <a:t>økosystemer</a:t>
            </a:r>
            <a:endParaRPr lang="en-US"/>
          </a:p>
          <a:p>
            <a:pPr lvl="1"/>
            <a:r>
              <a:rPr lang="en-US"/>
              <a:t>Men licenser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testmiljø</a:t>
            </a:r>
            <a:r>
              <a:rPr lang="en-US"/>
              <a:t> </a:t>
            </a:r>
            <a:r>
              <a:rPr lang="en-US" err="1"/>
              <a:t>kan</a:t>
            </a:r>
            <a:r>
              <a:rPr lang="en-US"/>
              <a:t> </a:t>
            </a:r>
            <a:r>
              <a:rPr lang="en-US" err="1"/>
              <a:t>være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udfordring</a:t>
            </a:r>
            <a:r>
              <a:rPr lang="en-US"/>
              <a:t> </a:t>
            </a:r>
          </a:p>
          <a:p>
            <a:endParaRPr lang="en-US"/>
          </a:p>
          <a:p>
            <a:r>
              <a:rPr lang="en-US"/>
              <a:t>OSSEC: </a:t>
            </a:r>
            <a:r>
              <a:rPr lang="en-US" err="1"/>
              <a:t>Meget</a:t>
            </a:r>
            <a:r>
              <a:rPr lang="en-US"/>
              <a:t> </a:t>
            </a:r>
            <a:r>
              <a:rPr lang="en-US" err="1"/>
              <a:t>alsidigt</a:t>
            </a:r>
            <a:endParaRPr lang="en-US"/>
          </a:p>
          <a:p>
            <a:pPr lvl="1"/>
            <a:r>
              <a:rPr lang="en-US"/>
              <a:t>Men </a:t>
            </a:r>
            <a:r>
              <a:rPr lang="en-US" err="1"/>
              <a:t>meget</a:t>
            </a:r>
            <a:r>
              <a:rPr lang="en-US"/>
              <a:t> Linux </a:t>
            </a:r>
            <a:r>
              <a:rPr lang="en-US" err="1"/>
              <a:t>tungt</a:t>
            </a:r>
            <a:r>
              <a:rPr lang="en-US"/>
              <a:t> </a:t>
            </a:r>
          </a:p>
          <a:p>
            <a:pPr lvl="1"/>
            <a:endParaRPr lang="en-US"/>
          </a:p>
          <a:p>
            <a:r>
              <a:rPr lang="en-US" err="1"/>
              <a:t>OpenUEM</a:t>
            </a:r>
            <a:r>
              <a:rPr lang="en-US"/>
              <a:t>: Moderne </a:t>
            </a:r>
            <a:r>
              <a:rPr lang="en-US" err="1"/>
              <a:t>og</a:t>
            </a:r>
            <a:r>
              <a:rPr lang="en-US"/>
              <a:t> med GUI</a:t>
            </a:r>
          </a:p>
          <a:p>
            <a:pPr lvl="1"/>
            <a:r>
              <a:rPr lang="en-US"/>
              <a:t>Mange dele der </a:t>
            </a:r>
            <a:r>
              <a:rPr lang="en-US" err="1"/>
              <a:t>skal</a:t>
            </a:r>
            <a:r>
              <a:rPr lang="en-US"/>
              <a:t> </a:t>
            </a:r>
            <a:r>
              <a:rPr lang="en-US" err="1"/>
              <a:t>spille</a:t>
            </a:r>
            <a:r>
              <a:rPr lang="en-US"/>
              <a:t> </a:t>
            </a:r>
            <a:r>
              <a:rPr lang="en-US" err="1"/>
              <a:t>sammen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C577A-9456-43C4-6E0F-AFB60E49465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2D09F-143E-16A4-DE10-411BD21CF2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4FC34-1438-50BE-3C59-1EBBA7822B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64</a:t>
            </a:fld>
            <a:endParaRPr lang="da-DK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290AF53-F504-36B2-0396-470C0B5CB66D}"/>
              </a:ext>
            </a:extLst>
          </p:cNvPr>
          <p:cNvSpPr txBox="1">
            <a:spLocks/>
          </p:cNvSpPr>
          <p:nvPr/>
        </p:nvSpPr>
        <p:spPr>
          <a:xfrm>
            <a:off x="8020559" y="2569360"/>
            <a:ext cx="3869096" cy="39571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342900" indent="-34290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>
                <a:hlinkClick r:id="rId2"/>
              </a:rPr>
              <a:t>https://learn.microsoft.com/en-us/intune/</a:t>
            </a:r>
            <a:endParaRPr lang="da-DK"/>
          </a:p>
          <a:p>
            <a:endParaRPr lang="da-DK"/>
          </a:p>
          <a:p>
            <a:r>
              <a:rPr lang="da-DK">
                <a:hlinkClick r:id="rId3"/>
              </a:rPr>
              <a:t>https://www.ossec.net/</a:t>
            </a:r>
            <a:endParaRPr lang="da-DK"/>
          </a:p>
          <a:p>
            <a:endParaRPr lang="da-DK"/>
          </a:p>
          <a:p>
            <a:r>
              <a:rPr lang="da-DK">
                <a:hlinkClick r:id="rId4"/>
              </a:rPr>
              <a:t>https://openuem.eu/</a:t>
            </a:r>
            <a:endParaRPr lang="da-DK"/>
          </a:p>
          <a:p>
            <a:pPr marL="0" indent="0"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51426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DEE5F-EDCF-3550-7A70-5B6A69EB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6922444-C833-7AD7-41BB-08CC08B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Selvstudie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7BBA61A-4F66-6BC2-184A-EED79E2BA13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65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6861493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85C79-D1F8-0165-98F8-40C0E37A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27EC6-AA39-5D18-4ACE-CC29887EB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</p:spPr>
        <p:txBody>
          <a:bodyPr/>
          <a:lstStyle/>
          <a:p>
            <a:r>
              <a:rPr lang="en-US" err="1"/>
              <a:t>Selvstudie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54C8F-6C09-6D8D-5339-38064EB8A4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19472" y="2011679"/>
            <a:ext cx="6871376" cy="3957137"/>
          </a:xfrm>
        </p:spPr>
        <p:txBody>
          <a:bodyPr/>
          <a:lstStyle/>
          <a:p>
            <a:r>
              <a:rPr lang="en-US" err="1"/>
              <a:t>Kig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de 3 </a:t>
            </a:r>
            <a:r>
              <a:rPr lang="en-US" err="1"/>
              <a:t>løsninger</a:t>
            </a:r>
            <a:r>
              <a:rPr lang="en-US"/>
              <a:t>/</a:t>
            </a:r>
            <a:r>
              <a:rPr lang="en-US" err="1"/>
              <a:t>systemer</a:t>
            </a:r>
            <a:r>
              <a:rPr lang="en-US"/>
              <a:t>, </a:t>
            </a:r>
            <a:r>
              <a:rPr lang="en-US" err="1"/>
              <a:t>overvej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diskutter</a:t>
            </a:r>
            <a:r>
              <a:rPr lang="en-US"/>
              <a:t> </a:t>
            </a:r>
            <a:r>
              <a:rPr lang="en-US" err="1"/>
              <a:t>ved</a:t>
            </a:r>
            <a:r>
              <a:rPr lang="en-US"/>
              <a:t> </a:t>
            </a:r>
            <a:r>
              <a:rPr lang="en-US" err="1"/>
              <a:t>bordene</a:t>
            </a:r>
            <a:r>
              <a:rPr lang="en-US"/>
              <a:t> </a:t>
            </a:r>
            <a:r>
              <a:rPr lang="en-US" err="1"/>
              <a:t>hvilket</a:t>
            </a:r>
            <a:r>
              <a:rPr lang="en-US"/>
              <a:t> system </a:t>
            </a:r>
            <a:r>
              <a:rPr lang="en-US" err="1"/>
              <a:t>kunne</a:t>
            </a:r>
            <a:r>
              <a:rPr lang="en-US"/>
              <a:t> </a:t>
            </a:r>
            <a:r>
              <a:rPr lang="en-US" err="1"/>
              <a:t>fungere</a:t>
            </a:r>
            <a:r>
              <a:rPr lang="en-US"/>
              <a:t> </a:t>
            </a:r>
            <a:r>
              <a:rPr lang="en-US" err="1"/>
              <a:t>godt</a:t>
            </a:r>
            <a:r>
              <a:rPr lang="en-US"/>
              <a:t> I </a:t>
            </a:r>
            <a:r>
              <a:rPr lang="en-US" err="1"/>
              <a:t>jeres</a:t>
            </a:r>
            <a:r>
              <a:rPr lang="en-US"/>
              <a:t> </a:t>
            </a:r>
            <a:r>
              <a:rPr lang="en-US" err="1"/>
              <a:t>undervisning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ED07A-305F-A7DB-DBE2-9C11F494BD2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E00F3-AC1F-CF9A-55C3-B8AAA84D37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2CD3F-BC04-2059-8484-C5D0F735C2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66</a:t>
            </a:fld>
            <a:endParaRPr lang="da-DK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18AD7D-1502-C4C7-F881-1D6B870CEED1}"/>
              </a:ext>
            </a:extLst>
          </p:cNvPr>
          <p:cNvSpPr txBox="1">
            <a:spLocks/>
          </p:cNvSpPr>
          <p:nvPr/>
        </p:nvSpPr>
        <p:spPr>
          <a:xfrm>
            <a:off x="401152" y="2148736"/>
            <a:ext cx="3869096" cy="39571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342900" indent="-34290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>
                <a:hlinkClick r:id="rId2"/>
              </a:rPr>
              <a:t>https://learn.microsoft.com/en-us/intune/</a:t>
            </a:r>
            <a:endParaRPr lang="da-DK"/>
          </a:p>
          <a:p>
            <a:endParaRPr lang="da-DK"/>
          </a:p>
          <a:p>
            <a:r>
              <a:rPr lang="da-DK">
                <a:hlinkClick r:id="rId3"/>
              </a:rPr>
              <a:t>https://www.ossec.net/</a:t>
            </a:r>
            <a:endParaRPr lang="da-DK"/>
          </a:p>
          <a:p>
            <a:endParaRPr lang="da-DK"/>
          </a:p>
          <a:p>
            <a:r>
              <a:rPr lang="da-DK">
                <a:hlinkClick r:id="rId4"/>
              </a:rPr>
              <a:t>https://openuem.eu/</a:t>
            </a:r>
            <a:endParaRPr lang="da-DK"/>
          </a:p>
          <a:p>
            <a:pPr marL="0" indent="0"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9188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8326C-BBD6-A25B-7A0F-AB7485A94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08B9C59-D74E-E2A7-DB98-6D2ED3A8E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en-US" noProof="0" err="1"/>
              <a:t>Omsætning</a:t>
            </a:r>
            <a:r>
              <a:rPr lang="en-US" noProof="0"/>
              <a:t> </a:t>
            </a:r>
            <a:r>
              <a:rPr lang="en-US" noProof="0" err="1"/>
              <a:t>til</a:t>
            </a:r>
            <a:r>
              <a:rPr lang="en-US" noProof="0"/>
              <a:t> </a:t>
            </a:r>
            <a:r>
              <a:rPr lang="en-US" noProof="0" err="1"/>
              <a:t>undervisningsmateriale</a:t>
            </a:r>
            <a:endParaRPr lang="da-DK" noProof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7BD21A4-E282-DD71-715E-46D777E395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67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8143650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988CD-BB4F-0BBF-6232-6044DE74F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8A53-7724-F9F2-EDD8-2311BFDAC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4315464" cy="2215991"/>
          </a:xfrm>
        </p:spPr>
        <p:txBody>
          <a:bodyPr/>
          <a:lstStyle/>
          <a:p>
            <a:r>
              <a:rPr lang="en-US" err="1"/>
              <a:t>Hvordan</a:t>
            </a:r>
            <a:r>
              <a:rPr lang="en-US"/>
              <a:t> </a:t>
            </a:r>
            <a:r>
              <a:rPr lang="en-US" err="1"/>
              <a:t>kunne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case/</a:t>
            </a:r>
            <a:r>
              <a:rPr lang="en-US" err="1"/>
              <a:t>opgave</a:t>
            </a:r>
            <a:r>
              <a:rPr lang="en-US"/>
              <a:t> se </a:t>
            </a:r>
            <a:r>
              <a:rPr lang="en-US" err="1"/>
              <a:t>ud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praksis</a:t>
            </a:r>
            <a:br>
              <a:rPr lang="en-US"/>
            </a:br>
            <a:r>
              <a:rPr lang="en-US"/>
              <a:t>-Inspiration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3E573-EDD6-AD02-0DE1-9DEF0D2861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40096" y="900000"/>
            <a:ext cx="6423320" cy="3957137"/>
          </a:xfrm>
        </p:spPr>
        <p:txBody>
          <a:bodyPr/>
          <a:lstStyle/>
          <a:p>
            <a:r>
              <a:rPr lang="en-US"/>
              <a:t>Server </a:t>
            </a:r>
            <a:r>
              <a:rPr lang="en-US" err="1"/>
              <a:t>komponenten</a:t>
            </a:r>
            <a:r>
              <a:rPr lang="en-US"/>
              <a:t> </a:t>
            </a:r>
            <a:r>
              <a:rPr lang="en-US" err="1"/>
              <a:t>skal</a:t>
            </a:r>
            <a:r>
              <a:rPr lang="en-US"/>
              <a:t> op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køre</a:t>
            </a:r>
            <a:r>
              <a:rPr lang="en-US"/>
              <a:t> et </a:t>
            </a:r>
            <a:r>
              <a:rPr lang="en-US" err="1"/>
              <a:t>eller</a:t>
            </a:r>
            <a:r>
              <a:rPr lang="en-US"/>
              <a:t> </a:t>
            </a:r>
            <a:r>
              <a:rPr lang="en-US" err="1"/>
              <a:t>andet</a:t>
            </a:r>
            <a:r>
              <a:rPr lang="en-US"/>
              <a:t> </a:t>
            </a:r>
            <a:r>
              <a:rPr lang="en-US" err="1"/>
              <a:t>sted</a:t>
            </a:r>
            <a:endParaRPr lang="en-US"/>
          </a:p>
          <a:p>
            <a:pPr lvl="1"/>
            <a:r>
              <a:rPr lang="en-US" err="1"/>
              <a:t>Hvad</a:t>
            </a:r>
            <a:r>
              <a:rPr lang="en-US"/>
              <a:t> </a:t>
            </a:r>
            <a:r>
              <a:rPr lang="en-US" err="1"/>
              <a:t>har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af</a:t>
            </a:r>
            <a:r>
              <a:rPr lang="en-US"/>
              <a:t> </a:t>
            </a:r>
            <a:r>
              <a:rPr lang="en-US" err="1"/>
              <a:t>eksisterende</a:t>
            </a:r>
            <a:r>
              <a:rPr lang="en-US"/>
              <a:t> </a:t>
            </a:r>
            <a:r>
              <a:rPr lang="en-US" err="1"/>
              <a:t>servere</a:t>
            </a:r>
            <a:r>
              <a:rPr lang="en-US"/>
              <a:t>/</a:t>
            </a:r>
            <a:r>
              <a:rPr lang="en-US" err="1"/>
              <a:t>virtuelle</a:t>
            </a:r>
            <a:r>
              <a:rPr lang="en-US"/>
              <a:t> </a:t>
            </a:r>
            <a:r>
              <a:rPr lang="en-US" err="1"/>
              <a:t>miljøer</a:t>
            </a:r>
            <a:r>
              <a:rPr lang="en-US"/>
              <a:t>?</a:t>
            </a:r>
          </a:p>
          <a:p>
            <a:r>
              <a:rPr lang="en-US"/>
              <a:t>Der </a:t>
            </a:r>
            <a:r>
              <a:rPr lang="en-US" err="1"/>
              <a:t>skal</a:t>
            </a:r>
            <a:r>
              <a:rPr lang="en-US"/>
              <a:t> </a:t>
            </a:r>
            <a:r>
              <a:rPr lang="en-US" err="1"/>
              <a:t>agenter</a:t>
            </a:r>
            <a:r>
              <a:rPr lang="en-US"/>
              <a:t> </a:t>
            </a:r>
            <a:r>
              <a:rPr lang="en-US" err="1"/>
              <a:t>ud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køre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nogle</a:t>
            </a:r>
            <a:r>
              <a:rPr lang="en-US"/>
              <a:t> </a:t>
            </a:r>
            <a:r>
              <a:rPr lang="en-US" err="1"/>
              <a:t>klienter</a:t>
            </a:r>
            <a:endParaRPr lang="en-US"/>
          </a:p>
          <a:p>
            <a:pPr lvl="1"/>
            <a:r>
              <a:rPr lang="en-US" err="1"/>
              <a:t>Hvilke</a:t>
            </a:r>
            <a:r>
              <a:rPr lang="en-US"/>
              <a:t> typer (OS, device type, </a:t>
            </a:r>
            <a:r>
              <a:rPr lang="en-US" err="1"/>
              <a:t>virtuelle</a:t>
            </a:r>
            <a:r>
              <a:rPr lang="en-US"/>
              <a:t>) </a:t>
            </a:r>
            <a:r>
              <a:rPr lang="en-US" err="1"/>
              <a:t>af</a:t>
            </a:r>
            <a:r>
              <a:rPr lang="en-US"/>
              <a:t> </a:t>
            </a:r>
            <a:r>
              <a:rPr lang="en-US" err="1"/>
              <a:t>klienter</a:t>
            </a:r>
            <a:r>
              <a:rPr lang="en-US"/>
              <a:t>?</a:t>
            </a:r>
          </a:p>
          <a:p>
            <a:pPr lvl="1"/>
            <a:endParaRPr lang="en-US"/>
          </a:p>
          <a:p>
            <a:r>
              <a:rPr lang="en-US" err="1"/>
              <a:t>Problemer</a:t>
            </a:r>
            <a:r>
              <a:rPr lang="en-US"/>
              <a:t>/</a:t>
            </a:r>
            <a:r>
              <a:rPr lang="en-US" err="1"/>
              <a:t>udfordringer</a:t>
            </a:r>
            <a:r>
              <a:rPr lang="en-US"/>
              <a:t> der </a:t>
            </a:r>
            <a:r>
              <a:rPr lang="en-US" err="1"/>
              <a:t>kunne</a:t>
            </a:r>
            <a:r>
              <a:rPr lang="en-US"/>
              <a:t> </a:t>
            </a:r>
            <a:r>
              <a:rPr lang="en-US" err="1"/>
              <a:t>indgå</a:t>
            </a:r>
            <a:r>
              <a:rPr lang="en-US"/>
              <a:t> I </a:t>
            </a:r>
            <a:r>
              <a:rPr lang="en-US" err="1"/>
              <a:t>opgaven</a:t>
            </a:r>
            <a:r>
              <a:rPr lang="en-US"/>
              <a:t>:</a:t>
            </a:r>
          </a:p>
          <a:p>
            <a:pPr lvl="1"/>
            <a:r>
              <a:rPr lang="en-US" err="1"/>
              <a:t>Gamle</a:t>
            </a:r>
            <a:r>
              <a:rPr lang="en-US"/>
              <a:t> </a:t>
            </a:r>
            <a:r>
              <a:rPr lang="en-US" err="1"/>
              <a:t>versioner</a:t>
            </a:r>
            <a:r>
              <a:rPr lang="en-US"/>
              <a:t> </a:t>
            </a:r>
            <a:r>
              <a:rPr lang="en-US" err="1"/>
              <a:t>af</a:t>
            </a:r>
            <a:r>
              <a:rPr lang="en-US"/>
              <a:t> software, </a:t>
            </a:r>
            <a:r>
              <a:rPr lang="en-US" err="1"/>
              <a:t>usikre</a:t>
            </a:r>
            <a:r>
              <a:rPr lang="en-US"/>
              <a:t> </a:t>
            </a:r>
            <a:r>
              <a:rPr lang="en-US" err="1"/>
              <a:t>konfigurationer</a:t>
            </a:r>
            <a:r>
              <a:rPr lang="en-US"/>
              <a:t>, compliance med CIS-18?</a:t>
            </a:r>
          </a:p>
          <a:p>
            <a:pPr lvl="1"/>
            <a:r>
              <a:rPr lang="en-US" err="1"/>
              <a:t>Alarmering</a:t>
            </a:r>
            <a:r>
              <a:rPr lang="en-US"/>
              <a:t> (med </a:t>
            </a:r>
            <a:r>
              <a:rPr lang="en-US" err="1"/>
              <a:t>simuleret</a:t>
            </a:r>
            <a:r>
              <a:rPr lang="en-US"/>
              <a:t> </a:t>
            </a:r>
            <a:r>
              <a:rPr lang="en-US" err="1"/>
              <a:t>angreb</a:t>
            </a:r>
            <a:r>
              <a:rPr lang="en-US"/>
              <a:t>?), integration med </a:t>
            </a:r>
            <a:r>
              <a:rPr lang="en-US" err="1"/>
              <a:t>andre</a:t>
            </a:r>
            <a:r>
              <a:rPr lang="en-US"/>
              <a:t> </a:t>
            </a:r>
            <a:r>
              <a:rPr lang="en-US" err="1"/>
              <a:t>systemer</a:t>
            </a:r>
            <a:r>
              <a:rPr lang="en-US"/>
              <a:t> (IPS </a:t>
            </a:r>
            <a:r>
              <a:rPr lang="en-US" err="1"/>
              <a:t>funktionalitet</a:t>
            </a:r>
            <a:r>
              <a:rPr lang="en-US"/>
              <a:t>)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1802E-A172-7AE6-1E33-A0C1658678D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A386F-9808-28AB-6D6A-D4038567C8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145F-BE0B-3A70-2F3E-106518B51AD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68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5972017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side">
  <a:themeElements>
    <a:clrScheme name="Alexandra Instituttet farver 2024">
      <a:dk1>
        <a:srgbClr val="343434"/>
      </a:dk1>
      <a:lt1>
        <a:srgbClr val="FFFFFF"/>
      </a:lt1>
      <a:dk2>
        <a:srgbClr val="343434"/>
      </a:dk2>
      <a:lt2>
        <a:srgbClr val="EDEDED"/>
      </a:lt2>
      <a:accent1>
        <a:srgbClr val="002A3F"/>
      </a:accent1>
      <a:accent2>
        <a:srgbClr val="0E495F"/>
      </a:accent2>
      <a:accent3>
        <a:srgbClr val="7797A5"/>
      </a:accent3>
      <a:accent4>
        <a:srgbClr val="9DB2BB"/>
      </a:accent4>
      <a:accent5>
        <a:srgbClr val="2B6B8B"/>
      </a:accent5>
      <a:accent6>
        <a:srgbClr val="BE5D2B"/>
      </a:accent6>
      <a:hlink>
        <a:srgbClr val="BE5D2B"/>
      </a:hlink>
      <a:folHlink>
        <a:srgbClr val="95989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lexandra_Instituttet_2022_DK" id="{4A3BB4F3-E6E2-C94B-9938-7B191890F638}" vid="{0E9BCA01-149E-234A-89EB-7639E86386C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2297d5-60a3-4378-8fa0-0f27dec9bc09">
      <Terms xmlns="http://schemas.microsoft.com/office/infopath/2007/PartnerControls"/>
    </lcf76f155ced4ddcb4097134ff3c332f>
    <TaxCatchAll xmlns="b7a1e643-70f8-4e3c-953a-3408b8617d0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27C4D7E2A2944090E7FCAA05E5A1BB" ma:contentTypeVersion="10" ma:contentTypeDescription="Create a new document." ma:contentTypeScope="" ma:versionID="61bb59605d65b2b0c3c3a23f95b7d871">
  <xsd:schema xmlns:xsd="http://www.w3.org/2001/XMLSchema" xmlns:xs="http://www.w3.org/2001/XMLSchema" xmlns:p="http://schemas.microsoft.com/office/2006/metadata/properties" xmlns:ns2="992297d5-60a3-4378-8fa0-0f27dec9bc09" xmlns:ns3="b7a1e643-70f8-4e3c-953a-3408b8617d0b" targetNamespace="http://schemas.microsoft.com/office/2006/metadata/properties" ma:root="true" ma:fieldsID="38a5676842d2f4bb622540bd126b6990" ns2:_="" ns3:_="">
    <xsd:import namespace="992297d5-60a3-4378-8fa0-0f27dec9bc09"/>
    <xsd:import namespace="b7a1e643-70f8-4e3c-953a-3408b8617d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2297d5-60a3-4378-8fa0-0f27dec9bc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ed45bc6-4cda-4749-a7f6-2a7b80b4ce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1e643-70f8-4e3c-953a-3408b8617d0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c1ff10-0bec-441f-aebe-baec60099296}" ma:internalName="TaxCatchAll" ma:showField="CatchAllData" ma:web="b7a1e643-70f8-4e3c-953a-3408b8617d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89B6C1-278B-4679-8048-46DF9121B232}">
  <ds:schemaRefs>
    <ds:schemaRef ds:uri="992297d5-60a3-4378-8fa0-0f27dec9bc09"/>
    <ds:schemaRef ds:uri="b7a1e643-70f8-4e3c-953a-3408b8617d0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335A7CD-B6F1-4816-BEEE-20D12C3BB6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C0560D-40BB-4CF8-A763-5F054B77F398}">
  <ds:schemaRefs>
    <ds:schemaRef ds:uri="992297d5-60a3-4378-8fa0-0f27dec9bc09"/>
    <ds:schemaRef ds:uri="b7a1e643-70f8-4e3c-953a-3408b8617d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DK-skabelon-Alexandra-Instituttet</Template>
  <Application>Microsoft Office PowerPoint</Application>
  <PresentationFormat>Widescreen</PresentationFormat>
  <Slides>68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69" baseType="lpstr">
      <vt:lpstr>Masterside</vt:lpstr>
      <vt:lpstr>Endpoint security</vt:lpstr>
      <vt:lpstr>Agenda</vt:lpstr>
      <vt:lpstr>Endpoints</vt:lpstr>
      <vt:lpstr>Relation til målpinde:</vt:lpstr>
      <vt:lpstr>Grundlæggende cybersikkerhed kræver overblik</vt:lpstr>
      <vt:lpstr>Endpoints</vt:lpstr>
      <vt:lpstr>Typiske trusler</vt:lpstr>
      <vt:lpstr>Trusler mod endpoints</vt:lpstr>
      <vt:lpstr>Sikkerhedsforanstaltningerne er meget situationsbestemte</vt:lpstr>
      <vt:lpstr>Lav en sikkerhedspolitik</vt:lpstr>
      <vt:lpstr>Hvad har vi egentligt af endpoints?</vt:lpstr>
      <vt:lpstr>Hvad har vi egentligt af endpoints?</vt:lpstr>
      <vt:lpstr>Hvad har vi egentligt af endpoints?</vt:lpstr>
      <vt:lpstr>Automatiske scanninger</vt:lpstr>
      <vt:lpstr>Hvordan fungerer NMap?</vt:lpstr>
      <vt:lpstr>”Live demo”</vt:lpstr>
      <vt:lpstr>Et par detaljer</vt:lpstr>
      <vt:lpstr>Nessus er mere grundig</vt:lpstr>
      <vt:lpstr>Live demo</vt:lpstr>
      <vt:lpstr>Øvelse</vt:lpstr>
      <vt:lpstr>Øvelser: Scanning med ZenMap og Nessus</vt:lpstr>
      <vt:lpstr>Pause til 9.45</vt:lpstr>
      <vt:lpstr>XDR/SIEM/SOC</vt:lpstr>
      <vt:lpstr>Relation til målpinde:</vt:lpstr>
      <vt:lpstr>Akronymliste</vt:lpstr>
      <vt:lpstr>Hvorfor?</vt:lpstr>
      <vt:lpstr>Advarsel!</vt:lpstr>
      <vt:lpstr>EDR – Endpoint Detection and Response</vt:lpstr>
      <vt:lpstr>EDR – Endpoint Detection and Response </vt:lpstr>
      <vt:lpstr>Ulemper ved EDR</vt:lpstr>
      <vt:lpstr>PowerPoint Presentation</vt:lpstr>
      <vt:lpstr>PowerPoint Presentation</vt:lpstr>
      <vt:lpstr>PowerPoint Presentation</vt:lpstr>
      <vt:lpstr>SIEM</vt:lpstr>
      <vt:lpstr>PowerPoint Presentation</vt:lpstr>
      <vt:lpstr>PowerPoint Presentation</vt:lpstr>
      <vt:lpstr>PowerPoint Presentation</vt:lpstr>
      <vt:lpstr>XDR – eXtended Detection and Response</vt:lpstr>
      <vt:lpstr>Windows Defender XDR</vt:lpstr>
      <vt:lpstr>Palo Alto Cortex XDR</vt:lpstr>
      <vt:lpstr>Hvordan skal eleverne lære disse værktøjer?</vt:lpstr>
      <vt:lpstr>Øvelse</vt:lpstr>
      <vt:lpstr>Pause til 11.15</vt:lpstr>
      <vt:lpstr>Hvordan laver vi undervisningsmateriale</vt:lpstr>
      <vt:lpstr>Relation til målpinde:</vt:lpstr>
      <vt:lpstr>Den originale plan</vt:lpstr>
      <vt:lpstr>Virkeligheden</vt:lpstr>
      <vt:lpstr>Alternativet</vt:lpstr>
      <vt:lpstr>Planen herfra</vt:lpstr>
      <vt:lpstr>Frokost til 13.00</vt:lpstr>
      <vt:lpstr>Endpoint management</vt:lpstr>
      <vt:lpstr>Microsoft Intune</vt:lpstr>
      <vt:lpstr>Microsoft Intune</vt:lpstr>
      <vt:lpstr>Microsoft Intune</vt:lpstr>
      <vt:lpstr>Microsoft Intune</vt:lpstr>
      <vt:lpstr>OSSEC +</vt:lpstr>
      <vt:lpstr>OSSEC +</vt:lpstr>
      <vt:lpstr>OSSEC +</vt:lpstr>
      <vt:lpstr>OSSEC +</vt:lpstr>
      <vt:lpstr>Open Source Unified Endpoint Management</vt:lpstr>
      <vt:lpstr>Features</vt:lpstr>
      <vt:lpstr>Dashboard</vt:lpstr>
      <vt:lpstr>Docker image</vt:lpstr>
      <vt:lpstr>Opsummering</vt:lpstr>
      <vt:lpstr>Selvstudie</vt:lpstr>
      <vt:lpstr>Selvstudie</vt:lpstr>
      <vt:lpstr>Omsætning til undervisningsmateriale</vt:lpstr>
      <vt:lpstr>Hvordan kunne en case/opgave se ud i praksis -Inspiration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IU Kursus 2</dc:title>
  <dc:creator>Michael Stausholm</dc:creator>
  <cp:revision>1</cp:revision>
  <cp:lastPrinted>2025-02-12T10:34:21Z</cp:lastPrinted>
  <dcterms:created xsi:type="dcterms:W3CDTF">2023-11-20T12:59:19Z</dcterms:created>
  <dcterms:modified xsi:type="dcterms:W3CDTF">2025-11-25T09:58:30Z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0x0101003B27C4D7E2A2944090E7FCAA05E5A1BB</vt:lpwstr>
  </property>
  <property fmtid="{D5CDD505-2E9C-101B-9397-08002B2CF9AE}" pid="3" name="MediaServiceImageTags">
    <vt:lpwstr/>
  </property>
  <property fmtid="{D5CDD505-2E9C-101B-9397-08002B2CF9AE}" pid="4" name="MSIP_Label_015abd0b-e5c5-4790-8ca5-8bb2d8ba98d8_Enabled">
    <vt:lpwstr>true</vt:lpwstr>
  </property>
  <property fmtid="{D5CDD505-2E9C-101B-9397-08002B2CF9AE}" pid="5" name="MSIP_Label_015abd0b-e5c5-4790-8ca5-8bb2d8ba98d8_SetDate">
    <vt:lpwstr>2025-08-18T08:27:08Z</vt:lpwstr>
  </property>
  <property fmtid="{D5CDD505-2E9C-101B-9397-08002B2CF9AE}" pid="6" name="MSIP_Label_015abd0b-e5c5-4790-8ca5-8bb2d8ba98d8_Method">
    <vt:lpwstr>Privileged</vt:lpwstr>
  </property>
  <property fmtid="{D5CDD505-2E9C-101B-9397-08002B2CF9AE}" pid="7" name="MSIP_Label_015abd0b-e5c5-4790-8ca5-8bb2d8ba98d8_Name">
    <vt:lpwstr>Public</vt:lpwstr>
  </property>
  <property fmtid="{D5CDD505-2E9C-101B-9397-08002B2CF9AE}" pid="8" name="MSIP_Label_015abd0b-e5c5-4790-8ca5-8bb2d8ba98d8_SiteId">
    <vt:lpwstr>4bda23cd-4a87-419b-a47d-7673130b2884</vt:lpwstr>
  </property>
  <property fmtid="{D5CDD505-2E9C-101B-9397-08002B2CF9AE}" pid="9" name="MSIP_Label_015abd0b-e5c5-4790-8ca5-8bb2d8ba98d8_ActionId">
    <vt:lpwstr>bb77ce29-668d-4eb4-a284-0fbf7dcdc053</vt:lpwstr>
  </property>
  <property fmtid="{D5CDD505-2E9C-101B-9397-08002B2CF9AE}" pid="10" name="MSIP_Label_015abd0b-e5c5-4790-8ca5-8bb2d8ba98d8_ContentBits">
    <vt:lpwstr>1</vt:lpwstr>
  </property>
  <property fmtid="{D5CDD505-2E9C-101B-9397-08002B2CF9AE}" pid="11" name="MSIP_Label_015abd0b-e5c5-4790-8ca5-8bb2d8ba98d8_Tag">
    <vt:lpwstr>10, 0, 1, 1</vt:lpwstr>
  </property>
  <property fmtid="{D5CDD505-2E9C-101B-9397-08002B2CF9AE}" pid="12" name="ClassificationContentMarkingHeaderLocations">
    <vt:lpwstr>masterside:8</vt:lpwstr>
  </property>
  <property fmtid="{D5CDD505-2E9C-101B-9397-08002B2CF9AE}" pid="13" name="ClassificationContentMarkingHeaderText">
    <vt:lpwstr>PUBLIC</vt:lpwstr>
  </property>
</Properties>
</file>