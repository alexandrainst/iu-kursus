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4"/>
  </p:sldMasterIdLst>
  <p:notesMasterIdLst>
    <p:notesMasterId r:id="rId53"/>
  </p:notesMasterIdLst>
  <p:sldIdLst>
    <p:sldId id="2134806313" r:id="rId5"/>
    <p:sldId id="1888" r:id="rId6"/>
    <p:sldId id="2134806319" r:id="rId7"/>
    <p:sldId id="2134806320" r:id="rId8"/>
    <p:sldId id="2134806454" r:id="rId9"/>
    <p:sldId id="2134806456" r:id="rId10"/>
    <p:sldId id="2134806455" r:id="rId11"/>
    <p:sldId id="2134806460" r:id="rId12"/>
    <p:sldId id="2134806449" r:id="rId13"/>
    <p:sldId id="2134806462" r:id="rId14"/>
    <p:sldId id="2134806461" r:id="rId15"/>
    <p:sldId id="2134806463" r:id="rId16"/>
    <p:sldId id="2134806452" r:id="rId17"/>
    <p:sldId id="2134806451" r:id="rId18"/>
    <p:sldId id="2134806464" r:id="rId19"/>
    <p:sldId id="2134806466" r:id="rId20"/>
    <p:sldId id="2134806465" r:id="rId21"/>
    <p:sldId id="2134806467" r:id="rId22"/>
    <p:sldId id="2134806409" r:id="rId23"/>
    <p:sldId id="2134806417" r:id="rId24"/>
    <p:sldId id="2134806418" r:id="rId25"/>
    <p:sldId id="2134806329" r:id="rId26"/>
    <p:sldId id="2134806410" r:id="rId27"/>
    <p:sldId id="2134806444" r:id="rId28"/>
    <p:sldId id="2134806445" r:id="rId29"/>
    <p:sldId id="2134806422" r:id="rId30"/>
    <p:sldId id="2134806441" r:id="rId31"/>
    <p:sldId id="2134806440" r:id="rId32"/>
    <p:sldId id="2134806439" r:id="rId33"/>
    <p:sldId id="2134806396" r:id="rId34"/>
    <p:sldId id="2134806446" r:id="rId35"/>
    <p:sldId id="2134806443" r:id="rId36"/>
    <p:sldId id="2134806424" r:id="rId37"/>
    <p:sldId id="2134806447" r:id="rId38"/>
    <p:sldId id="2134806448" r:id="rId39"/>
    <p:sldId id="2134806425" r:id="rId40"/>
    <p:sldId id="2134806428" r:id="rId41"/>
    <p:sldId id="2134806421" r:id="rId42"/>
    <p:sldId id="2134806432" r:id="rId43"/>
    <p:sldId id="2134806433" r:id="rId44"/>
    <p:sldId id="2134806468" r:id="rId45"/>
    <p:sldId id="2134806470" r:id="rId46"/>
    <p:sldId id="2134806469" r:id="rId47"/>
    <p:sldId id="2134806471" r:id="rId48"/>
    <p:sldId id="2134806436" r:id="rId49"/>
    <p:sldId id="2134806438" r:id="rId50"/>
    <p:sldId id="2134806457" r:id="rId51"/>
    <p:sldId id="2134806389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BD9B63F-778D-4D9D-DB16-17A170F388A9}" name="Michael Bladt Stausholm" initials="MS" userId="S::michael.stausholm@alexandra.dk::aa5f8758-c00f-4915-8c94-9445905eb5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371"/>
    <a:srgbClr val="D7D8D7"/>
    <a:srgbClr val="798690"/>
    <a:srgbClr val="D4B000"/>
    <a:srgbClr val="003843"/>
    <a:srgbClr val="F6C821"/>
    <a:srgbClr val="C5A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246097-8AA4-7E25-14F0-3F6F399CB3D0}" v="465" dt="2025-11-24T03:34:08.468"/>
    <p1510:client id="{36206629-A7A3-8412-CBA4-12C683DE7576}" v="32" dt="2025-11-24T06:58:32.502"/>
    <p1510:client id="{5AB5DC4B-2460-9E48-9678-D28ED45D9E8D}" v="199" dt="2025-11-24T11:59:03.415"/>
    <p1510:client id="{9741FA17-51C7-4DBB-8624-8BBCC42FDC06}" v="15" dt="2025-11-24T09:27:05.682"/>
    <p1510:client id="{E23DA6B4-CF4B-5525-C8D0-3C4030468507}" v="1" dt="2025-11-24T06:57:43.511"/>
    <p1510:client id="{E5AA823D-8A3E-7B0E-AFB3-10E821DCE19D}" v="355" dt="2025-11-24T01:00:17.1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30"/>
  </p:normalViewPr>
  <p:slideViewPr>
    <p:cSldViewPr snapToGrid="0">
      <p:cViewPr varScale="1">
        <p:scale>
          <a:sx n="156" d="100"/>
          <a:sy n="156" d="100"/>
        </p:scale>
        <p:origin x="2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Salling Hvass" userId="7f701290-7113-44e4-8483-3cbeee116501" providerId="ADAL" clId="{5CFDDF4D-4CCA-50B7-A29E-A0C3AD0A79D7}"/>
    <pc:docChg chg="modSld">
      <pc:chgData name="Benjamin Salling Hvass" userId="7f701290-7113-44e4-8483-3cbeee116501" providerId="ADAL" clId="{5CFDDF4D-4CCA-50B7-A29E-A0C3AD0A79D7}" dt="2025-11-25T00:18:29.206" v="202" actId="20577"/>
      <pc:docMkLst>
        <pc:docMk/>
      </pc:docMkLst>
      <pc:sldChg chg="modSp mod">
        <pc:chgData name="Benjamin Salling Hvass" userId="7f701290-7113-44e4-8483-3cbeee116501" providerId="ADAL" clId="{5CFDDF4D-4CCA-50B7-A29E-A0C3AD0A79D7}" dt="2025-11-24T09:25:20.870" v="1" actId="20577"/>
        <pc:sldMkLst>
          <pc:docMk/>
          <pc:sldMk cId="96123562" sldId="2134806409"/>
        </pc:sldMkLst>
        <pc:spChg chg="mod">
          <ac:chgData name="Benjamin Salling Hvass" userId="7f701290-7113-44e4-8483-3cbeee116501" providerId="ADAL" clId="{5CFDDF4D-4CCA-50B7-A29E-A0C3AD0A79D7}" dt="2025-11-24T09:25:20.870" v="1" actId="20577"/>
          <ac:spMkLst>
            <pc:docMk/>
            <pc:sldMk cId="96123562" sldId="2134806409"/>
            <ac:spMk id="5" creationId="{C3DBDEAA-F5B8-3771-B1C0-F33A10213A1A}"/>
          </ac:spMkLst>
        </pc:spChg>
      </pc:sldChg>
      <pc:sldChg chg="modSp mod">
        <pc:chgData name="Benjamin Salling Hvass" userId="7f701290-7113-44e4-8483-3cbeee116501" providerId="ADAL" clId="{5CFDDF4D-4CCA-50B7-A29E-A0C3AD0A79D7}" dt="2025-11-25T00:18:29.206" v="202" actId="20577"/>
        <pc:sldMkLst>
          <pc:docMk/>
          <pc:sldMk cId="3863951233" sldId="2134806457"/>
        </pc:sldMkLst>
        <pc:spChg chg="mod">
          <ac:chgData name="Benjamin Salling Hvass" userId="7f701290-7113-44e4-8483-3cbeee116501" providerId="ADAL" clId="{5CFDDF4D-4CCA-50B7-A29E-A0C3AD0A79D7}" dt="2025-11-24T11:58:47.616" v="162" actId="20577"/>
          <ac:spMkLst>
            <pc:docMk/>
            <pc:sldMk cId="3863951233" sldId="2134806457"/>
            <ac:spMk id="2" creationId="{836FA0AC-80D7-B603-AEFF-16B1999DEAD7}"/>
          </ac:spMkLst>
        </pc:spChg>
        <pc:spChg chg="mod">
          <ac:chgData name="Benjamin Salling Hvass" userId="7f701290-7113-44e4-8483-3cbeee116501" providerId="ADAL" clId="{5CFDDF4D-4CCA-50B7-A29E-A0C3AD0A79D7}" dt="2025-11-25T00:18:29.206" v="202" actId="20577"/>
          <ac:spMkLst>
            <pc:docMk/>
            <pc:sldMk cId="3863951233" sldId="2134806457"/>
            <ac:spMk id="3" creationId="{BB0E65BB-81F4-BE6D-3B5E-E665B1809636}"/>
          </ac:spMkLst>
        </pc:spChg>
      </pc:sldChg>
      <pc:sldChg chg="modSp mod">
        <pc:chgData name="Benjamin Salling Hvass" userId="7f701290-7113-44e4-8483-3cbeee116501" providerId="ADAL" clId="{5CFDDF4D-4CCA-50B7-A29E-A0C3AD0A79D7}" dt="2025-11-24T10:29:45.492" v="86" actId="20577"/>
        <pc:sldMkLst>
          <pc:docMk/>
          <pc:sldMk cId="1200430890" sldId="2134806471"/>
        </pc:sldMkLst>
        <pc:spChg chg="mod">
          <ac:chgData name="Benjamin Salling Hvass" userId="7f701290-7113-44e4-8483-3cbeee116501" providerId="ADAL" clId="{5CFDDF4D-4CCA-50B7-A29E-A0C3AD0A79D7}" dt="2025-11-24T10:29:45.492" v="86" actId="20577"/>
          <ac:spMkLst>
            <pc:docMk/>
            <pc:sldMk cId="1200430890" sldId="2134806471"/>
            <ac:spMk id="3" creationId="{4A64F530-B196-2CB1-72DA-B2401B38764A}"/>
          </ac:spMkLst>
        </pc:spChg>
      </pc:sldChg>
    </pc:docChg>
  </pc:docChgLst>
  <pc:docChgLst>
    <pc:chgData name="Benjamin Salling Hvass" userId="S::benjamin.hvass@alexandra.dk::7f701290-7113-44e4-8483-3cbeee116501" providerId="AD" clId="Web-{86511C04-E30A-4996-13D4-8293A9087A52}"/>
    <pc:docChg chg="addSld modSld sldOrd">
      <pc:chgData name="Benjamin Salling Hvass" userId="S::benjamin.hvass@alexandra.dk::7f701290-7113-44e4-8483-3cbeee116501" providerId="AD" clId="Web-{86511C04-E30A-4996-13D4-8293A9087A52}" dt="2025-11-23T23:20:00.905" v="425" actId="1076"/>
      <pc:docMkLst>
        <pc:docMk/>
      </pc:docMkLst>
      <pc:sldChg chg="addSp delSp modSp ord">
        <pc:chgData name="Benjamin Salling Hvass" userId="S::benjamin.hvass@alexandra.dk::7f701290-7113-44e4-8483-3cbeee116501" providerId="AD" clId="Web-{86511C04-E30A-4996-13D4-8293A9087A52}" dt="2025-11-23T23:20:00.905" v="425" actId="1076"/>
        <pc:sldMkLst>
          <pc:docMk/>
          <pc:sldMk cId="118054712" sldId="2134806451"/>
        </pc:sldMkLst>
        <pc:spChg chg="mod">
          <ac:chgData name="Benjamin Salling Hvass" userId="S::benjamin.hvass@alexandra.dk::7f701290-7113-44e4-8483-3cbeee116501" providerId="AD" clId="Web-{86511C04-E30A-4996-13D4-8293A9087A52}" dt="2025-11-23T23:16:32.650" v="407" actId="20577"/>
          <ac:spMkLst>
            <pc:docMk/>
            <pc:sldMk cId="118054712" sldId="2134806451"/>
            <ac:spMk id="2" creationId="{F76C4502-D8F1-9BE4-B30D-81686F103537}"/>
          </ac:spMkLst>
        </pc:spChg>
        <pc:spChg chg="add mod">
          <ac:chgData name="Benjamin Salling Hvass" userId="S::benjamin.hvass@alexandra.dk::7f701290-7113-44e4-8483-3cbeee116501" providerId="AD" clId="Web-{86511C04-E30A-4996-13D4-8293A9087A52}" dt="2025-11-23T23:10:48.533" v="336" actId="20577"/>
          <ac:spMkLst>
            <pc:docMk/>
            <pc:sldMk cId="118054712" sldId="2134806451"/>
            <ac:spMk id="8" creationId="{8F8122DA-DE07-80A2-FC56-5D5FD375EBCA}"/>
          </ac:spMkLst>
        </pc:spChg>
        <pc:spChg chg="add mod">
          <ac:chgData name="Benjamin Salling Hvass" userId="S::benjamin.hvass@alexandra.dk::7f701290-7113-44e4-8483-3cbeee116501" providerId="AD" clId="Web-{86511C04-E30A-4996-13D4-8293A9087A52}" dt="2025-11-23T23:19:45.140" v="420" actId="20577"/>
          <ac:spMkLst>
            <pc:docMk/>
            <pc:sldMk cId="118054712" sldId="2134806451"/>
            <ac:spMk id="10" creationId="{B7765C07-D04F-D7C3-0C2F-5C2146E7C0EB}"/>
          </ac:spMkLst>
        </pc:spChg>
        <pc:spChg chg="add mod">
          <ac:chgData name="Benjamin Salling Hvass" userId="S::benjamin.hvass@alexandra.dk::7f701290-7113-44e4-8483-3cbeee116501" providerId="AD" clId="Web-{86511C04-E30A-4996-13D4-8293A9087A52}" dt="2025-11-23T23:19:13.686" v="408" actId="1076"/>
          <ac:spMkLst>
            <pc:docMk/>
            <pc:sldMk cId="118054712" sldId="2134806451"/>
            <ac:spMk id="14" creationId="{46AF484D-0A49-3226-779C-DDE4F954C53E}"/>
          </ac:spMkLst>
        </pc:spChg>
      </pc:sldChg>
      <pc:sldChg chg="addSp delSp modSp ord">
        <pc:chgData name="Benjamin Salling Hvass" userId="S::benjamin.hvass@alexandra.dk::7f701290-7113-44e4-8483-3cbeee116501" providerId="AD" clId="Web-{86511C04-E30A-4996-13D4-8293A9087A52}" dt="2025-11-23T23:00:18.574" v="201" actId="20577"/>
        <pc:sldMkLst>
          <pc:docMk/>
          <pc:sldMk cId="1241182066" sldId="2134806452"/>
        </pc:sldMkLst>
        <pc:spChg chg="mod">
          <ac:chgData name="Benjamin Salling Hvass" userId="S::benjamin.hvass@alexandra.dk::7f701290-7113-44e4-8483-3cbeee116501" providerId="AD" clId="Web-{86511C04-E30A-4996-13D4-8293A9087A52}" dt="2025-11-23T22:46:16.970" v="60" actId="20577"/>
          <ac:spMkLst>
            <pc:docMk/>
            <pc:sldMk cId="1241182066" sldId="2134806452"/>
            <ac:spMk id="2" creationId="{2D1506EA-5D5F-34B7-365B-590F854845F5}"/>
          </ac:spMkLst>
        </pc:spChg>
        <pc:spChg chg="add mod">
          <ac:chgData name="Benjamin Salling Hvass" userId="S::benjamin.hvass@alexandra.dk::7f701290-7113-44e4-8483-3cbeee116501" providerId="AD" clId="Web-{86511C04-E30A-4996-13D4-8293A9087A52}" dt="2025-11-23T22:47:15.631" v="101" actId="20577"/>
          <ac:spMkLst>
            <pc:docMk/>
            <pc:sldMk cId="1241182066" sldId="2134806452"/>
            <ac:spMk id="8" creationId="{445CBD6E-74D6-89F2-5CE5-7B39E4AE442F}"/>
          </ac:spMkLst>
        </pc:spChg>
        <pc:spChg chg="add mod">
          <ac:chgData name="Benjamin Salling Hvass" userId="S::benjamin.hvass@alexandra.dk::7f701290-7113-44e4-8483-3cbeee116501" providerId="AD" clId="Web-{86511C04-E30A-4996-13D4-8293A9087A52}" dt="2025-11-23T23:00:18.574" v="201" actId="20577"/>
          <ac:spMkLst>
            <pc:docMk/>
            <pc:sldMk cId="1241182066" sldId="2134806452"/>
            <ac:spMk id="10" creationId="{84E09AB4-4E44-89C3-4A43-143DA0043527}"/>
          </ac:spMkLst>
        </pc:spChg>
        <pc:spChg chg="add mod">
          <ac:chgData name="Benjamin Salling Hvass" userId="S::benjamin.hvass@alexandra.dk::7f701290-7113-44e4-8483-3cbeee116501" providerId="AD" clId="Web-{86511C04-E30A-4996-13D4-8293A9087A52}" dt="2025-11-23T22:54:27.087" v="138" actId="20577"/>
          <ac:spMkLst>
            <pc:docMk/>
            <pc:sldMk cId="1241182066" sldId="2134806452"/>
            <ac:spMk id="12" creationId="{5AF63983-78EE-44CD-00E3-03F713E33327}"/>
          </ac:spMkLst>
        </pc:spChg>
        <pc:spChg chg="add mod">
          <ac:chgData name="Benjamin Salling Hvass" userId="S::benjamin.hvass@alexandra.dk::7f701290-7113-44e4-8483-3cbeee116501" providerId="AD" clId="Web-{86511C04-E30A-4996-13D4-8293A9087A52}" dt="2025-11-23T22:54:49.807" v="172" actId="1076"/>
          <ac:spMkLst>
            <pc:docMk/>
            <pc:sldMk cId="1241182066" sldId="2134806452"/>
            <ac:spMk id="14" creationId="{B7A30ED4-A2C7-7EB7-A276-6A395C6404CB}"/>
          </ac:spMkLst>
        </pc:spChg>
      </pc:sldChg>
      <pc:sldChg chg="modSp">
        <pc:chgData name="Benjamin Salling Hvass" userId="S::benjamin.hvass@alexandra.dk::7f701290-7113-44e4-8483-3cbeee116501" providerId="AD" clId="Web-{86511C04-E30A-4996-13D4-8293A9087A52}" dt="2025-11-23T22:44:56.452" v="45" actId="20577"/>
        <pc:sldMkLst>
          <pc:docMk/>
          <pc:sldMk cId="1510746885" sldId="2134806461"/>
        </pc:sldMkLst>
        <pc:spChg chg="mod">
          <ac:chgData name="Benjamin Salling Hvass" userId="S::benjamin.hvass@alexandra.dk::7f701290-7113-44e4-8483-3cbeee116501" providerId="AD" clId="Web-{86511C04-E30A-4996-13D4-8293A9087A52}" dt="2025-11-23T22:44:56.452" v="45" actId="20577"/>
          <ac:spMkLst>
            <pc:docMk/>
            <pc:sldMk cId="1510746885" sldId="2134806461"/>
            <ac:spMk id="12" creationId="{29AF181F-5861-23F8-A338-0A183551B0BE}"/>
          </ac:spMkLst>
        </pc:spChg>
      </pc:sldChg>
      <pc:sldChg chg="modSp">
        <pc:chgData name="Benjamin Salling Hvass" userId="S::benjamin.hvass@alexandra.dk::7f701290-7113-44e4-8483-3cbeee116501" providerId="AD" clId="Web-{86511C04-E30A-4996-13D4-8293A9087A52}" dt="2025-11-23T23:01:33.621" v="206" actId="20577"/>
        <pc:sldMkLst>
          <pc:docMk/>
          <pc:sldMk cId="265297865" sldId="2134806463"/>
        </pc:sldMkLst>
        <pc:spChg chg="mod">
          <ac:chgData name="Benjamin Salling Hvass" userId="S::benjamin.hvass@alexandra.dk::7f701290-7113-44e4-8483-3cbeee116501" providerId="AD" clId="Web-{86511C04-E30A-4996-13D4-8293A9087A52}" dt="2025-11-23T22:35:03.972" v="0" actId="1076"/>
          <ac:spMkLst>
            <pc:docMk/>
            <pc:sldMk cId="265297865" sldId="2134806463"/>
            <ac:spMk id="8" creationId="{D73AFD3D-7D1A-89B1-A8A6-C03D90E40BFF}"/>
          </ac:spMkLst>
        </pc:spChg>
        <pc:spChg chg="mod">
          <ac:chgData name="Benjamin Salling Hvass" userId="S::benjamin.hvass@alexandra.dk::7f701290-7113-44e4-8483-3cbeee116501" providerId="AD" clId="Web-{86511C04-E30A-4996-13D4-8293A9087A52}" dt="2025-11-23T23:01:33.621" v="206" actId="20577"/>
          <ac:spMkLst>
            <pc:docMk/>
            <pc:sldMk cId="265297865" sldId="2134806463"/>
            <ac:spMk id="16" creationId="{2E8FE7F6-86D1-BAFE-E259-3AF6B75931BD}"/>
          </ac:spMkLst>
        </pc:spChg>
      </pc:sldChg>
      <pc:sldChg chg="addSp modSp add replId">
        <pc:chgData name="Benjamin Salling Hvass" userId="S::benjamin.hvass@alexandra.dk::7f701290-7113-44e4-8483-3cbeee116501" providerId="AD" clId="Web-{86511C04-E30A-4996-13D4-8293A9087A52}" dt="2025-11-23T23:07:04.504" v="305" actId="20577"/>
        <pc:sldMkLst>
          <pc:docMk/>
          <pc:sldMk cId="1702861972" sldId="2134806464"/>
        </pc:sldMkLst>
        <pc:spChg chg="mod">
          <ac:chgData name="Benjamin Salling Hvass" userId="S::benjamin.hvass@alexandra.dk::7f701290-7113-44e4-8483-3cbeee116501" providerId="AD" clId="Web-{86511C04-E30A-4996-13D4-8293A9087A52}" dt="2025-11-23T22:40:38.434" v="13" actId="20577"/>
          <ac:spMkLst>
            <pc:docMk/>
            <pc:sldMk cId="1702861972" sldId="2134806464"/>
            <ac:spMk id="2" creationId="{C29EAA6D-B78C-C7BE-678E-0E8ABA725101}"/>
          </ac:spMkLst>
        </pc:spChg>
        <pc:spChg chg="mod">
          <ac:chgData name="Benjamin Salling Hvass" userId="S::benjamin.hvass@alexandra.dk::7f701290-7113-44e4-8483-3cbeee116501" providerId="AD" clId="Web-{86511C04-E30A-4996-13D4-8293A9087A52}" dt="2025-11-23T23:06:41.253" v="295" actId="20577"/>
          <ac:spMkLst>
            <pc:docMk/>
            <pc:sldMk cId="1702861972" sldId="2134806464"/>
            <ac:spMk id="8" creationId="{B493151B-DF5E-9DC6-D1AD-D30BFF4668B0}"/>
          </ac:spMkLst>
        </pc:spChg>
        <pc:spChg chg="mod">
          <ac:chgData name="Benjamin Salling Hvass" userId="S::benjamin.hvass@alexandra.dk::7f701290-7113-44e4-8483-3cbeee116501" providerId="AD" clId="Web-{86511C04-E30A-4996-13D4-8293A9087A52}" dt="2025-11-23T23:02:24.235" v="250" actId="20577"/>
          <ac:spMkLst>
            <pc:docMk/>
            <pc:sldMk cId="1702861972" sldId="2134806464"/>
            <ac:spMk id="10" creationId="{18DC8CB2-3730-89BC-111F-0840D6F69A54}"/>
          </ac:spMkLst>
        </pc:spChg>
        <pc:spChg chg="mod">
          <ac:chgData name="Benjamin Salling Hvass" userId="S::benjamin.hvass@alexandra.dk::7f701290-7113-44e4-8483-3cbeee116501" providerId="AD" clId="Web-{86511C04-E30A-4996-13D4-8293A9087A52}" dt="2025-11-23T23:05:27.370" v="267"/>
          <ac:spMkLst>
            <pc:docMk/>
            <pc:sldMk cId="1702861972" sldId="2134806464"/>
            <ac:spMk id="12" creationId="{A1B0DB63-707F-A4AB-7051-285C25210BF9}"/>
          </ac:spMkLst>
        </pc:spChg>
        <pc:spChg chg="mod">
          <ac:chgData name="Benjamin Salling Hvass" userId="S::benjamin.hvass@alexandra.dk::7f701290-7113-44e4-8483-3cbeee116501" providerId="AD" clId="Web-{86511C04-E30A-4996-13D4-8293A9087A52}" dt="2025-11-23T23:07:04.504" v="305" actId="20577"/>
          <ac:spMkLst>
            <pc:docMk/>
            <pc:sldMk cId="1702861972" sldId="2134806464"/>
            <ac:spMk id="16" creationId="{905393BD-4C88-7A0F-7A61-4CB938344663}"/>
          </ac:spMkLst>
        </pc:spChg>
      </pc:sldChg>
      <pc:sldChg chg="modSp add replId">
        <pc:chgData name="Benjamin Salling Hvass" userId="S::benjamin.hvass@alexandra.dk::7f701290-7113-44e4-8483-3cbeee116501" providerId="AD" clId="Web-{86511C04-E30A-4996-13D4-8293A9087A52}" dt="2025-11-23T22:45:31.093" v="53" actId="20577"/>
        <pc:sldMkLst>
          <pc:docMk/>
          <pc:sldMk cId="2048173065" sldId="2134806465"/>
        </pc:sldMkLst>
        <pc:spChg chg="mod">
          <ac:chgData name="Benjamin Salling Hvass" userId="S::benjamin.hvass@alexandra.dk::7f701290-7113-44e4-8483-3cbeee116501" providerId="AD" clId="Web-{86511C04-E30A-4996-13D4-8293A9087A52}" dt="2025-11-23T22:45:31.093" v="53" actId="20577"/>
          <ac:spMkLst>
            <pc:docMk/>
            <pc:sldMk cId="2048173065" sldId="2134806465"/>
            <ac:spMk id="2" creationId="{97464C25-6012-B8E0-AE0C-E9B1A61973FD}"/>
          </ac:spMkLst>
        </pc:spChg>
      </pc:sldChg>
    </pc:docChg>
  </pc:docChgLst>
  <pc:docChgLst>
    <pc:chgData name="Benjamin Salling Hvass" userId="S::benjamin.hvass@alexandra.dk::7f701290-7113-44e4-8483-3cbeee116501" providerId="AD" clId="Web-{36206629-A7A3-8412-CBA4-12C683DE7576}"/>
    <pc:docChg chg="modSld">
      <pc:chgData name="Benjamin Salling Hvass" userId="S::benjamin.hvass@alexandra.dk::7f701290-7113-44e4-8483-3cbeee116501" providerId="AD" clId="Web-{36206629-A7A3-8412-CBA4-12C683DE7576}" dt="2025-11-24T06:58:32.502" v="30" actId="1076"/>
      <pc:docMkLst>
        <pc:docMk/>
      </pc:docMkLst>
      <pc:sldChg chg="modSp">
        <pc:chgData name="Benjamin Salling Hvass" userId="S::benjamin.hvass@alexandra.dk::7f701290-7113-44e4-8483-3cbeee116501" providerId="AD" clId="Web-{36206629-A7A3-8412-CBA4-12C683DE7576}" dt="2025-11-24T06:58:32.502" v="30" actId="1076"/>
        <pc:sldMkLst>
          <pc:docMk/>
          <pc:sldMk cId="3863951233" sldId="2134806457"/>
        </pc:sldMkLst>
        <pc:spChg chg="mod">
          <ac:chgData name="Benjamin Salling Hvass" userId="S::benjamin.hvass@alexandra.dk::7f701290-7113-44e4-8483-3cbeee116501" providerId="AD" clId="Web-{36206629-A7A3-8412-CBA4-12C683DE7576}" dt="2025-11-24T06:58:32.502" v="30" actId="1076"/>
          <ac:spMkLst>
            <pc:docMk/>
            <pc:sldMk cId="3863951233" sldId="2134806457"/>
            <ac:spMk id="3" creationId="{BB0E65BB-81F4-BE6D-3B5E-E665B1809636}"/>
          </ac:spMkLst>
        </pc:spChg>
      </pc:sldChg>
    </pc:docChg>
  </pc:docChgLst>
  <pc:docChgLst>
    <pc:chgData name="Benjamin Salling Hvass" userId="S::benjamin.hvass@alexandra.dk::7f701290-7113-44e4-8483-3cbeee116501" providerId="AD" clId="Web-{29246097-8AA4-7E25-14F0-3F6F399CB3D0}"/>
    <pc:docChg chg="addSld modSld sldOrd">
      <pc:chgData name="Benjamin Salling Hvass" userId="S::benjamin.hvass@alexandra.dk::7f701290-7113-44e4-8483-3cbeee116501" providerId="AD" clId="Web-{29246097-8AA4-7E25-14F0-3F6F399CB3D0}" dt="2025-11-24T03:34:03.718" v="437" actId="20577"/>
      <pc:docMkLst>
        <pc:docMk/>
      </pc:docMkLst>
      <pc:sldChg chg="modSp">
        <pc:chgData name="Benjamin Salling Hvass" userId="S::benjamin.hvass@alexandra.dk::7f701290-7113-44e4-8483-3cbeee116501" providerId="AD" clId="Web-{29246097-8AA4-7E25-14F0-3F6F399CB3D0}" dt="2025-11-24T03:32:36.154" v="349" actId="1076"/>
        <pc:sldMkLst>
          <pc:docMk/>
          <pc:sldMk cId="3863951233" sldId="2134806457"/>
        </pc:sldMkLst>
        <pc:spChg chg="mod">
          <ac:chgData name="Benjamin Salling Hvass" userId="S::benjamin.hvass@alexandra.dk::7f701290-7113-44e4-8483-3cbeee116501" providerId="AD" clId="Web-{29246097-8AA4-7E25-14F0-3F6F399CB3D0}" dt="2025-11-24T03:32:36.154" v="349" actId="1076"/>
          <ac:spMkLst>
            <pc:docMk/>
            <pc:sldMk cId="3863951233" sldId="2134806457"/>
            <ac:spMk id="2" creationId="{836FA0AC-80D7-B603-AEFF-16B1999DEAD7}"/>
          </ac:spMkLst>
        </pc:spChg>
        <pc:spChg chg="mod">
          <ac:chgData name="Benjamin Salling Hvass" userId="S::benjamin.hvass@alexandra.dk::7f701290-7113-44e4-8483-3cbeee116501" providerId="AD" clId="Web-{29246097-8AA4-7E25-14F0-3F6F399CB3D0}" dt="2025-11-24T03:32:23.842" v="347" actId="20577"/>
          <ac:spMkLst>
            <pc:docMk/>
            <pc:sldMk cId="3863951233" sldId="2134806457"/>
            <ac:spMk id="3" creationId="{BB0E65BB-81F4-BE6D-3B5E-E665B1809636}"/>
          </ac:spMkLst>
        </pc:spChg>
      </pc:sldChg>
      <pc:sldChg chg="modSp new ord">
        <pc:chgData name="Benjamin Salling Hvass" userId="S::benjamin.hvass@alexandra.dk::7f701290-7113-44e4-8483-3cbeee116501" providerId="AD" clId="Web-{29246097-8AA4-7E25-14F0-3F6F399CB3D0}" dt="2025-11-24T03:34:03.718" v="437" actId="20577"/>
        <pc:sldMkLst>
          <pc:docMk/>
          <pc:sldMk cId="1200430890" sldId="2134806471"/>
        </pc:sldMkLst>
        <pc:spChg chg="mod">
          <ac:chgData name="Benjamin Salling Hvass" userId="S::benjamin.hvass@alexandra.dk::7f701290-7113-44e4-8483-3cbeee116501" providerId="AD" clId="Web-{29246097-8AA4-7E25-14F0-3F6F399CB3D0}" dt="2025-11-24T03:33:02.374" v="353" actId="20577"/>
          <ac:spMkLst>
            <pc:docMk/>
            <pc:sldMk cId="1200430890" sldId="2134806471"/>
            <ac:spMk id="2" creationId="{DEB394CD-38EA-04AA-A60A-EF87BD540BAA}"/>
          </ac:spMkLst>
        </pc:spChg>
        <pc:spChg chg="mod">
          <ac:chgData name="Benjamin Salling Hvass" userId="S::benjamin.hvass@alexandra.dk::7f701290-7113-44e4-8483-3cbeee116501" providerId="AD" clId="Web-{29246097-8AA4-7E25-14F0-3F6F399CB3D0}" dt="2025-11-24T03:34:03.718" v="437" actId="20577"/>
          <ac:spMkLst>
            <pc:docMk/>
            <pc:sldMk cId="1200430890" sldId="2134806471"/>
            <ac:spMk id="3" creationId="{4A64F530-B196-2CB1-72DA-B2401B38764A}"/>
          </ac:spMkLst>
        </pc:spChg>
      </pc:sldChg>
    </pc:docChg>
  </pc:docChgLst>
  <pc:docChgLst>
    <pc:chgData name="Benjamin Salling Hvass" userId="S::benjamin.hvass@alexandra.dk::7f701290-7113-44e4-8483-3cbeee116501" providerId="AD" clId="Web-{01E5EFC0-8E53-7E15-097B-FB8E9C37AA2F}"/>
    <pc:docChg chg="addSld delSld modSld">
      <pc:chgData name="Benjamin Salling Hvass" userId="S::benjamin.hvass@alexandra.dk::7f701290-7113-44e4-8483-3cbeee116501" providerId="AD" clId="Web-{01E5EFC0-8E53-7E15-097B-FB8E9C37AA2F}" dt="2025-11-24T00:16:44.851" v="380" actId="1076"/>
      <pc:docMkLst>
        <pc:docMk/>
      </pc:docMkLst>
      <pc:sldChg chg="modSp">
        <pc:chgData name="Benjamin Salling Hvass" userId="S::benjamin.hvass@alexandra.dk::7f701290-7113-44e4-8483-3cbeee116501" providerId="AD" clId="Web-{01E5EFC0-8E53-7E15-097B-FB8E9C37AA2F}" dt="2025-11-23T23:28:41.176" v="100" actId="1076"/>
        <pc:sldMkLst>
          <pc:docMk/>
          <pc:sldMk cId="1086786087" sldId="2134806449"/>
        </pc:sldMkLst>
        <pc:spChg chg="mod">
          <ac:chgData name="Benjamin Salling Hvass" userId="S::benjamin.hvass@alexandra.dk::7f701290-7113-44e4-8483-3cbeee116501" providerId="AD" clId="Web-{01E5EFC0-8E53-7E15-097B-FB8E9C37AA2F}" dt="2025-11-23T23:28:21.565" v="94" actId="1076"/>
          <ac:spMkLst>
            <pc:docMk/>
            <pc:sldMk cId="1086786087" sldId="2134806449"/>
            <ac:spMk id="8" creationId="{FA4B8873-7BE9-860A-4000-BC0366074896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3T23:28:36.816" v="98" actId="14100"/>
          <ac:spMkLst>
            <pc:docMk/>
            <pc:sldMk cId="1086786087" sldId="2134806449"/>
            <ac:spMk id="10" creationId="{8DD4B3C1-BDD8-BBEC-F61B-083DAF10AECA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3T23:28:38.707" v="99" actId="1076"/>
          <ac:spMkLst>
            <pc:docMk/>
            <pc:sldMk cId="1086786087" sldId="2134806449"/>
            <ac:spMk id="12" creationId="{A2DDBDE2-6DB1-4092-15D2-DA8C637E2060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3T23:28:21.581" v="95" actId="1076"/>
          <ac:spMkLst>
            <pc:docMk/>
            <pc:sldMk cId="1086786087" sldId="2134806449"/>
            <ac:spMk id="21" creationId="{90D0B557-266B-F9E3-C22A-18F85AE991BA}"/>
          </ac:spMkLst>
        </pc:spChg>
        <pc:picChg chg="mod">
          <ac:chgData name="Benjamin Salling Hvass" userId="S::benjamin.hvass@alexandra.dk::7f701290-7113-44e4-8483-3cbeee116501" providerId="AD" clId="Web-{01E5EFC0-8E53-7E15-097B-FB8E9C37AA2F}" dt="2025-11-23T23:28:41.176" v="100" actId="1076"/>
          <ac:picMkLst>
            <pc:docMk/>
            <pc:sldMk cId="1086786087" sldId="2134806449"/>
            <ac:picMk id="14" creationId="{3D44F6F3-B2A7-FAF3-B6A6-444AAA9C13E0}"/>
          </ac:picMkLst>
        </pc:picChg>
      </pc:sldChg>
      <pc:sldChg chg="addSp delSp modSp">
        <pc:chgData name="Benjamin Salling Hvass" userId="S::benjamin.hvass@alexandra.dk::7f701290-7113-44e4-8483-3cbeee116501" providerId="AD" clId="Web-{01E5EFC0-8E53-7E15-097B-FB8E9C37AA2F}" dt="2025-11-23T23:22:45.758" v="43" actId="1076"/>
        <pc:sldMkLst>
          <pc:docMk/>
          <pc:sldMk cId="118054712" sldId="2134806451"/>
        </pc:sldMkLst>
        <pc:spChg chg="add mod">
          <ac:chgData name="Benjamin Salling Hvass" userId="S::benjamin.hvass@alexandra.dk::7f701290-7113-44e4-8483-3cbeee116501" providerId="AD" clId="Web-{01E5EFC0-8E53-7E15-097B-FB8E9C37AA2F}" dt="2025-11-23T23:22:41.805" v="41" actId="1076"/>
          <ac:spMkLst>
            <pc:docMk/>
            <pc:sldMk cId="118054712" sldId="2134806451"/>
            <ac:spMk id="9" creationId="{7A9EF566-4692-28A1-9097-8BFE95AB3CF2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3T23:20:50.444" v="10" actId="1076"/>
          <ac:spMkLst>
            <pc:docMk/>
            <pc:sldMk cId="118054712" sldId="2134806451"/>
            <ac:spMk id="10" creationId="{B7765C07-D04F-D7C3-0C2F-5C2146E7C0EB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3T23:20:50.459" v="11" actId="1076"/>
          <ac:spMkLst>
            <pc:docMk/>
            <pc:sldMk cId="118054712" sldId="2134806451"/>
            <ac:spMk id="14" creationId="{46AF484D-0A49-3226-779C-DDE4F954C53E}"/>
          </ac:spMkLst>
        </pc:spChg>
        <pc:picChg chg="add mod">
          <ac:chgData name="Benjamin Salling Hvass" userId="S::benjamin.hvass@alexandra.dk::7f701290-7113-44e4-8483-3cbeee116501" providerId="AD" clId="Web-{01E5EFC0-8E53-7E15-097B-FB8E9C37AA2F}" dt="2025-11-23T23:22:45.758" v="43" actId="1076"/>
          <ac:picMkLst>
            <pc:docMk/>
            <pc:sldMk cId="118054712" sldId="2134806451"/>
            <ac:picMk id="3" creationId="{0B9C3786-AE64-A646-B769-7621414DABED}"/>
          </ac:picMkLst>
        </pc:picChg>
        <pc:picChg chg="add mod">
          <ac:chgData name="Benjamin Salling Hvass" userId="S::benjamin.hvass@alexandra.dk::7f701290-7113-44e4-8483-3cbeee116501" providerId="AD" clId="Web-{01E5EFC0-8E53-7E15-097B-FB8E9C37AA2F}" dt="2025-11-23T23:22:41.805" v="40" actId="1076"/>
          <ac:picMkLst>
            <pc:docMk/>
            <pc:sldMk cId="118054712" sldId="2134806451"/>
            <ac:picMk id="7" creationId="{10203876-7881-A770-2300-95146E73552E}"/>
          </ac:picMkLst>
        </pc:picChg>
      </pc:sldChg>
      <pc:sldChg chg="modSp">
        <pc:chgData name="Benjamin Salling Hvass" userId="S::benjamin.hvass@alexandra.dk::7f701290-7113-44e4-8483-3cbeee116501" providerId="AD" clId="Web-{01E5EFC0-8E53-7E15-097B-FB8E9C37AA2F}" dt="2025-11-23T23:27:04.839" v="75" actId="14100"/>
        <pc:sldMkLst>
          <pc:docMk/>
          <pc:sldMk cId="1241182066" sldId="2134806452"/>
        </pc:sldMkLst>
        <pc:spChg chg="mod">
          <ac:chgData name="Benjamin Salling Hvass" userId="S::benjamin.hvass@alexandra.dk::7f701290-7113-44e4-8483-3cbeee116501" providerId="AD" clId="Web-{01E5EFC0-8E53-7E15-097B-FB8E9C37AA2F}" dt="2025-11-23T23:26:30.839" v="53" actId="1076"/>
          <ac:spMkLst>
            <pc:docMk/>
            <pc:sldMk cId="1241182066" sldId="2134806452"/>
            <ac:spMk id="10" creationId="{84E09AB4-4E44-89C3-4A43-143DA0043527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3T23:27:04.839" v="75" actId="14100"/>
          <ac:spMkLst>
            <pc:docMk/>
            <pc:sldMk cId="1241182066" sldId="2134806452"/>
            <ac:spMk id="12" creationId="{5AF63983-78EE-44CD-00E3-03F713E33327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3T23:26:30.855" v="54" actId="1076"/>
          <ac:spMkLst>
            <pc:docMk/>
            <pc:sldMk cId="1241182066" sldId="2134806452"/>
            <ac:spMk id="14" creationId="{B7A30ED4-A2C7-7EB7-A276-6A395C6404CB}"/>
          </ac:spMkLst>
        </pc:spChg>
      </pc:sldChg>
      <pc:sldChg chg="modSp">
        <pc:chgData name="Benjamin Salling Hvass" userId="S::benjamin.hvass@alexandra.dk::7f701290-7113-44e4-8483-3cbeee116501" providerId="AD" clId="Web-{01E5EFC0-8E53-7E15-097B-FB8E9C37AA2F}" dt="2025-11-23T23:28:55.818" v="102" actId="14100"/>
        <pc:sldMkLst>
          <pc:docMk/>
          <pc:sldMk cId="1510746885" sldId="2134806461"/>
        </pc:sldMkLst>
        <pc:spChg chg="mod">
          <ac:chgData name="Benjamin Salling Hvass" userId="S::benjamin.hvass@alexandra.dk::7f701290-7113-44e4-8483-3cbeee116501" providerId="AD" clId="Web-{01E5EFC0-8E53-7E15-097B-FB8E9C37AA2F}" dt="2025-11-23T23:27:32.294" v="78" actId="1076"/>
          <ac:spMkLst>
            <pc:docMk/>
            <pc:sldMk cId="1510746885" sldId="2134806461"/>
            <ac:spMk id="8" creationId="{5C67012F-C5C4-286C-78DE-F40D959BA6D9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3T23:28:51.505" v="101" actId="14100"/>
          <ac:spMkLst>
            <pc:docMk/>
            <pc:sldMk cId="1510746885" sldId="2134806461"/>
            <ac:spMk id="10" creationId="{8177D705-28C1-E45F-A911-7F044CA39206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3T23:28:55.818" v="102" actId="14100"/>
          <ac:spMkLst>
            <pc:docMk/>
            <pc:sldMk cId="1510746885" sldId="2134806461"/>
            <ac:spMk id="12" creationId="{29AF181F-5861-23F8-A338-0A183551B0BE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3T23:27:32.309" v="79" actId="1076"/>
          <ac:spMkLst>
            <pc:docMk/>
            <pc:sldMk cId="1510746885" sldId="2134806461"/>
            <ac:spMk id="16" creationId="{C5F0AC70-24F2-2540-D960-7FA99EB73064}"/>
          </ac:spMkLst>
        </pc:spChg>
      </pc:sldChg>
      <pc:sldChg chg="modSp">
        <pc:chgData name="Benjamin Salling Hvass" userId="S::benjamin.hvass@alexandra.dk::7f701290-7113-44e4-8483-3cbeee116501" providerId="AD" clId="Web-{01E5EFC0-8E53-7E15-097B-FB8E9C37AA2F}" dt="2025-11-23T23:28:15.283" v="93" actId="1076"/>
        <pc:sldMkLst>
          <pc:docMk/>
          <pc:sldMk cId="1726896773" sldId="2134806462"/>
        </pc:sldMkLst>
        <pc:spChg chg="mod">
          <ac:chgData name="Benjamin Salling Hvass" userId="S::benjamin.hvass@alexandra.dk::7f701290-7113-44e4-8483-3cbeee116501" providerId="AD" clId="Web-{01E5EFC0-8E53-7E15-097B-FB8E9C37AA2F}" dt="2025-11-23T23:28:04.563" v="88" actId="1076"/>
          <ac:spMkLst>
            <pc:docMk/>
            <pc:sldMk cId="1726896773" sldId="2134806462"/>
            <ac:spMk id="7" creationId="{49E62486-BA02-92D2-0846-116E27C1CAD3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3T23:28:04.547" v="87" actId="1076"/>
          <ac:spMkLst>
            <pc:docMk/>
            <pc:sldMk cId="1726896773" sldId="2134806462"/>
            <ac:spMk id="8" creationId="{75E6A050-F1E9-7F96-BA63-98BC13425C30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3T23:27:56.156" v="85" actId="14100"/>
          <ac:spMkLst>
            <pc:docMk/>
            <pc:sldMk cId="1726896773" sldId="2134806462"/>
            <ac:spMk id="10" creationId="{DCE05D5D-0BA3-E4D4-EF33-17BFDD4F5303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3T23:28:10.532" v="90" actId="14100"/>
          <ac:spMkLst>
            <pc:docMk/>
            <pc:sldMk cId="1726896773" sldId="2134806462"/>
            <ac:spMk id="12" creationId="{0047FF21-3FAA-C3B9-7E4B-FBFCB8E3BB28}"/>
          </ac:spMkLst>
        </pc:spChg>
        <pc:picChg chg="mod">
          <ac:chgData name="Benjamin Salling Hvass" userId="S::benjamin.hvass@alexandra.dk::7f701290-7113-44e4-8483-3cbeee116501" providerId="AD" clId="Web-{01E5EFC0-8E53-7E15-097B-FB8E9C37AA2F}" dt="2025-11-23T23:28:15.283" v="93" actId="1076"/>
          <ac:picMkLst>
            <pc:docMk/>
            <pc:sldMk cId="1726896773" sldId="2134806462"/>
            <ac:picMk id="3" creationId="{60F7FBFA-7EDA-9FF1-C188-D30E778D6A00}"/>
          </ac:picMkLst>
        </pc:picChg>
      </pc:sldChg>
      <pc:sldChg chg="delSp modSp">
        <pc:chgData name="Benjamin Salling Hvass" userId="S::benjamin.hvass@alexandra.dk::7f701290-7113-44e4-8483-3cbeee116501" providerId="AD" clId="Web-{01E5EFC0-8E53-7E15-097B-FB8E9C37AA2F}" dt="2025-11-23T23:27:44.561" v="83" actId="1076"/>
        <pc:sldMkLst>
          <pc:docMk/>
          <pc:sldMk cId="265297865" sldId="2134806463"/>
        </pc:sldMkLst>
        <pc:spChg chg="mod">
          <ac:chgData name="Benjamin Salling Hvass" userId="S::benjamin.hvass@alexandra.dk::7f701290-7113-44e4-8483-3cbeee116501" providerId="AD" clId="Web-{01E5EFC0-8E53-7E15-097B-FB8E9C37AA2F}" dt="2025-11-23T23:27:44.545" v="82" actId="1076"/>
          <ac:spMkLst>
            <pc:docMk/>
            <pc:sldMk cId="265297865" sldId="2134806463"/>
            <ac:spMk id="8" creationId="{D73AFD3D-7D1A-89B1-A8A6-C03D90E40BFF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3T23:27:44.561" v="83" actId="1076"/>
          <ac:spMkLst>
            <pc:docMk/>
            <pc:sldMk cId="265297865" sldId="2134806463"/>
            <ac:spMk id="16" creationId="{2E8FE7F6-86D1-BAFE-E259-3AF6B75931BD}"/>
          </ac:spMkLst>
        </pc:spChg>
      </pc:sldChg>
      <pc:sldChg chg="delSp modSp">
        <pc:chgData name="Benjamin Salling Hvass" userId="S::benjamin.hvass@alexandra.dk::7f701290-7113-44e4-8483-3cbeee116501" providerId="AD" clId="Web-{01E5EFC0-8E53-7E15-097B-FB8E9C37AA2F}" dt="2025-11-24T00:06:08.339" v="211" actId="20577"/>
        <pc:sldMkLst>
          <pc:docMk/>
          <pc:sldMk cId="1702861972" sldId="2134806464"/>
        </pc:sldMkLst>
        <pc:spChg chg="mod">
          <ac:chgData name="Benjamin Salling Hvass" userId="S::benjamin.hvass@alexandra.dk::7f701290-7113-44e4-8483-3cbeee116501" providerId="AD" clId="Web-{01E5EFC0-8E53-7E15-097B-FB8E9C37AA2F}" dt="2025-11-24T00:06:08.339" v="211" actId="20577"/>
          <ac:spMkLst>
            <pc:docMk/>
            <pc:sldMk cId="1702861972" sldId="2134806464"/>
            <ac:spMk id="2" creationId="{C29EAA6D-B78C-C7BE-678E-0E8ABA725101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4T00:05:57.777" v="209" actId="20577"/>
          <ac:spMkLst>
            <pc:docMk/>
            <pc:sldMk cId="1702861972" sldId="2134806464"/>
            <ac:spMk id="8" creationId="{B493151B-DF5E-9DC6-D1AD-D30BFF4668B0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4T00:02:21.369" v="182" actId="20577"/>
          <ac:spMkLst>
            <pc:docMk/>
            <pc:sldMk cId="1702861972" sldId="2134806464"/>
            <ac:spMk id="10" creationId="{18DC8CB2-3730-89BC-111F-0840D6F69A54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4T00:05:39.746" v="204" actId="20577"/>
          <ac:spMkLst>
            <pc:docMk/>
            <pc:sldMk cId="1702861972" sldId="2134806464"/>
            <ac:spMk id="12" creationId="{A1B0DB63-707F-A4AB-7051-285C25210BF9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4T00:05:59.730" v="210" actId="1076"/>
          <ac:spMkLst>
            <pc:docMk/>
            <pc:sldMk cId="1702861972" sldId="2134806464"/>
            <ac:spMk id="16" creationId="{905393BD-4C88-7A0F-7A61-4CB938344663}"/>
          </ac:spMkLst>
        </pc:spChg>
        <pc:picChg chg="del mod modCrop">
          <ac:chgData name="Benjamin Salling Hvass" userId="S::benjamin.hvass@alexandra.dk::7f701290-7113-44e4-8483-3cbeee116501" providerId="AD" clId="Web-{01E5EFC0-8E53-7E15-097B-FB8E9C37AA2F}" dt="2025-11-24T00:00:06.759" v="151"/>
          <ac:picMkLst>
            <pc:docMk/>
            <pc:sldMk cId="1702861972" sldId="2134806464"/>
            <ac:picMk id="3" creationId="{67150B13-7C85-2B68-5BA8-541BC93FC371}"/>
          </ac:picMkLst>
        </pc:picChg>
      </pc:sldChg>
      <pc:sldChg chg="modSp">
        <pc:chgData name="Benjamin Salling Hvass" userId="S::benjamin.hvass@alexandra.dk::7f701290-7113-44e4-8483-3cbeee116501" providerId="AD" clId="Web-{01E5EFC0-8E53-7E15-097B-FB8E9C37AA2F}" dt="2025-11-24T00:09:57.197" v="310" actId="20577"/>
        <pc:sldMkLst>
          <pc:docMk/>
          <pc:sldMk cId="2048173065" sldId="2134806465"/>
        </pc:sldMkLst>
        <pc:spChg chg="mod">
          <ac:chgData name="Benjamin Salling Hvass" userId="S::benjamin.hvass@alexandra.dk::7f701290-7113-44e4-8483-3cbeee116501" providerId="AD" clId="Web-{01E5EFC0-8E53-7E15-097B-FB8E9C37AA2F}" dt="2025-11-24T00:09:57.197" v="310" actId="20577"/>
          <ac:spMkLst>
            <pc:docMk/>
            <pc:sldMk cId="2048173065" sldId="2134806465"/>
            <ac:spMk id="2" creationId="{97464C25-6012-B8E0-AE0C-E9B1A61973FD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4T00:09:30.962" v="308" actId="20577"/>
          <ac:spMkLst>
            <pc:docMk/>
            <pc:sldMk cId="2048173065" sldId="2134806465"/>
            <ac:spMk id="8" creationId="{FD759504-F712-0B17-B5CD-F474D4A614EF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4T00:07:23.174" v="234" actId="20577"/>
          <ac:spMkLst>
            <pc:docMk/>
            <pc:sldMk cId="2048173065" sldId="2134806465"/>
            <ac:spMk id="10" creationId="{4E5F47BA-A2BA-59E7-0328-0DD115B514E6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4T00:08:59.147" v="281" actId="20577"/>
          <ac:spMkLst>
            <pc:docMk/>
            <pc:sldMk cId="2048173065" sldId="2134806465"/>
            <ac:spMk id="12" creationId="{ED5A866D-73ED-901B-104D-FD4E2D381F86}"/>
          </ac:spMkLst>
        </pc:spChg>
        <pc:spChg chg="mod">
          <ac:chgData name="Benjamin Salling Hvass" userId="S::benjamin.hvass@alexandra.dk::7f701290-7113-44e4-8483-3cbeee116501" providerId="AD" clId="Web-{01E5EFC0-8E53-7E15-097B-FB8E9C37AA2F}" dt="2025-11-24T00:09:33.899" v="309" actId="1076"/>
          <ac:spMkLst>
            <pc:docMk/>
            <pc:sldMk cId="2048173065" sldId="2134806465"/>
            <ac:spMk id="16" creationId="{52B91701-13D6-502C-320D-3759FABB63B6}"/>
          </ac:spMkLst>
        </pc:spChg>
      </pc:sldChg>
      <pc:sldChg chg="add replId">
        <pc:chgData name="Benjamin Salling Hvass" userId="S::benjamin.hvass@alexandra.dk::7f701290-7113-44e4-8483-3cbeee116501" providerId="AD" clId="Web-{01E5EFC0-8E53-7E15-097B-FB8E9C37AA2F}" dt="2025-11-23T23:32:11.800" v="115"/>
        <pc:sldMkLst>
          <pc:docMk/>
          <pc:sldMk cId="964540038" sldId="2134806466"/>
        </pc:sldMkLst>
      </pc:sldChg>
      <pc:sldChg chg="addSp delSp modSp new">
        <pc:chgData name="Benjamin Salling Hvass" userId="S::benjamin.hvass@alexandra.dk::7f701290-7113-44e4-8483-3cbeee116501" providerId="AD" clId="Web-{01E5EFC0-8E53-7E15-097B-FB8E9C37AA2F}" dt="2025-11-24T00:16:44.851" v="380" actId="1076"/>
        <pc:sldMkLst>
          <pc:docMk/>
          <pc:sldMk cId="228812241" sldId="2134806467"/>
        </pc:sldMkLst>
        <pc:spChg chg="mod">
          <ac:chgData name="Benjamin Salling Hvass" userId="S::benjamin.hvass@alexandra.dk::7f701290-7113-44e4-8483-3cbeee116501" providerId="AD" clId="Web-{01E5EFC0-8E53-7E15-097B-FB8E9C37AA2F}" dt="2025-11-24T00:16:34.944" v="375" actId="20577"/>
          <ac:spMkLst>
            <pc:docMk/>
            <pc:sldMk cId="228812241" sldId="2134806467"/>
            <ac:spMk id="2" creationId="{E3CCCF7C-A19C-B1DE-3AA1-FE44A56E36F1}"/>
          </ac:spMkLst>
        </pc:spChg>
        <pc:spChg chg="del mod">
          <ac:chgData name="Benjamin Salling Hvass" userId="S::benjamin.hvass@alexandra.dk::7f701290-7113-44e4-8483-3cbeee116501" providerId="AD" clId="Web-{01E5EFC0-8E53-7E15-097B-FB8E9C37AA2F}" dt="2025-11-24T00:16:40.132" v="378"/>
          <ac:spMkLst>
            <pc:docMk/>
            <pc:sldMk cId="228812241" sldId="2134806467"/>
            <ac:spMk id="3" creationId="{059222E9-59FB-8701-BD84-06EE285BCC53}"/>
          </ac:spMkLst>
        </pc:spChg>
        <pc:picChg chg="add mod">
          <ac:chgData name="Benjamin Salling Hvass" userId="S::benjamin.hvass@alexandra.dk::7f701290-7113-44e4-8483-3cbeee116501" providerId="AD" clId="Web-{01E5EFC0-8E53-7E15-097B-FB8E9C37AA2F}" dt="2025-11-24T00:16:44.851" v="380" actId="1076"/>
          <ac:picMkLst>
            <pc:docMk/>
            <pc:sldMk cId="228812241" sldId="2134806467"/>
            <ac:picMk id="7" creationId="{7FA99EBD-D2C7-E7BF-B2DD-DF011858779A}"/>
          </ac:picMkLst>
        </pc:picChg>
      </pc:sldChg>
      <pc:sldChg chg="add del replId">
        <pc:chgData name="Benjamin Salling Hvass" userId="S::benjamin.hvass@alexandra.dk::7f701290-7113-44e4-8483-3cbeee116501" providerId="AD" clId="Web-{01E5EFC0-8E53-7E15-097B-FB8E9C37AA2F}" dt="2025-11-24T00:16:06.003" v="364"/>
        <pc:sldMkLst>
          <pc:docMk/>
          <pc:sldMk cId="2149490797" sldId="2134806468"/>
        </pc:sldMkLst>
      </pc:sldChg>
    </pc:docChg>
  </pc:docChgLst>
  <pc:docChgLst>
    <pc:chgData name="Benjamin Salling Hvass" userId="S::benjamin.hvass@alexandra.dk::7f701290-7113-44e4-8483-3cbeee116501" providerId="AD" clId="Web-{52E3CCBE-498C-ED25-838F-8BA8F67FEB50}"/>
    <pc:docChg chg="addSld delSld modSld sldOrd">
      <pc:chgData name="Benjamin Salling Hvass" userId="S::benjamin.hvass@alexandra.dk::7f701290-7113-44e4-8483-3cbeee116501" providerId="AD" clId="Web-{52E3CCBE-498C-ED25-838F-8BA8F67FEB50}" dt="2025-11-21T13:45:46.415" v="91" actId="20577"/>
      <pc:docMkLst>
        <pc:docMk/>
      </pc:docMkLst>
      <pc:sldChg chg="modSp add del">
        <pc:chgData name="Benjamin Salling Hvass" userId="S::benjamin.hvass@alexandra.dk::7f701290-7113-44e4-8483-3cbeee116501" providerId="AD" clId="Web-{52E3CCBE-498C-ED25-838F-8BA8F67FEB50}" dt="2025-11-21T09:27:53.477" v="34" actId="20577"/>
        <pc:sldMkLst>
          <pc:docMk/>
          <pc:sldMk cId="2384861856" sldId="2134806432"/>
        </pc:sldMkLst>
        <pc:spChg chg="mod">
          <ac:chgData name="Benjamin Salling Hvass" userId="S::benjamin.hvass@alexandra.dk::7f701290-7113-44e4-8483-3cbeee116501" providerId="AD" clId="Web-{52E3CCBE-498C-ED25-838F-8BA8F67FEB50}" dt="2025-11-21T09:27:45.696" v="22" actId="20577"/>
          <ac:spMkLst>
            <pc:docMk/>
            <pc:sldMk cId="2384861856" sldId="2134806432"/>
            <ac:spMk id="2" creationId="{847C13C5-09B6-8968-0EA3-B990B17AC3BA}"/>
          </ac:spMkLst>
        </pc:spChg>
        <pc:spChg chg="mod">
          <ac:chgData name="Benjamin Salling Hvass" userId="S::benjamin.hvass@alexandra.dk::7f701290-7113-44e4-8483-3cbeee116501" providerId="AD" clId="Web-{52E3CCBE-498C-ED25-838F-8BA8F67FEB50}" dt="2025-11-21T09:27:53.477" v="34" actId="20577"/>
          <ac:spMkLst>
            <pc:docMk/>
            <pc:sldMk cId="2384861856" sldId="2134806432"/>
            <ac:spMk id="3" creationId="{17302139-86CB-4CA0-EC98-5712CF9EB910}"/>
          </ac:spMkLst>
        </pc:spChg>
      </pc:sldChg>
      <pc:sldChg chg="modSp">
        <pc:chgData name="Benjamin Salling Hvass" userId="S::benjamin.hvass@alexandra.dk::7f701290-7113-44e4-8483-3cbeee116501" providerId="AD" clId="Web-{52E3CCBE-498C-ED25-838F-8BA8F67FEB50}" dt="2025-11-21T09:28:02.477" v="36" actId="20577"/>
        <pc:sldMkLst>
          <pc:docMk/>
          <pc:sldMk cId="1430169242" sldId="2134806433"/>
        </pc:sldMkLst>
        <pc:spChg chg="mod">
          <ac:chgData name="Benjamin Salling Hvass" userId="S::benjamin.hvass@alexandra.dk::7f701290-7113-44e4-8483-3cbeee116501" providerId="AD" clId="Web-{52E3CCBE-498C-ED25-838F-8BA8F67FEB50}" dt="2025-11-21T09:28:02.477" v="36" actId="20577"/>
          <ac:spMkLst>
            <pc:docMk/>
            <pc:sldMk cId="1430169242" sldId="2134806433"/>
            <ac:spMk id="3" creationId="{E8DA2825-B4F4-9464-335F-267A9C805FEF}"/>
          </ac:spMkLst>
        </pc:spChg>
      </pc:sldChg>
      <pc:sldChg chg="modSp">
        <pc:chgData name="Benjamin Salling Hvass" userId="S::benjamin.hvass@alexandra.dk::7f701290-7113-44e4-8483-3cbeee116501" providerId="AD" clId="Web-{52E3CCBE-498C-ED25-838F-8BA8F67FEB50}" dt="2025-11-21T09:39:29.542" v="86" actId="20577"/>
        <pc:sldMkLst>
          <pc:docMk/>
          <pc:sldMk cId="2861312240" sldId="2134806438"/>
        </pc:sldMkLst>
        <pc:spChg chg="mod">
          <ac:chgData name="Benjamin Salling Hvass" userId="S::benjamin.hvass@alexandra.dk::7f701290-7113-44e4-8483-3cbeee116501" providerId="AD" clId="Web-{52E3CCBE-498C-ED25-838F-8BA8F67FEB50}" dt="2025-11-21T09:39:29.542" v="86" actId="20577"/>
          <ac:spMkLst>
            <pc:docMk/>
            <pc:sldMk cId="2861312240" sldId="2134806438"/>
            <ac:spMk id="2" creationId="{93C086FE-3C5C-F63D-9508-884CF6D42397}"/>
          </ac:spMkLst>
        </pc:spChg>
      </pc:sldChg>
      <pc:sldChg chg="modSp new">
        <pc:chgData name="Benjamin Salling Hvass" userId="S::benjamin.hvass@alexandra.dk::7f701290-7113-44e4-8483-3cbeee116501" providerId="AD" clId="Web-{52E3CCBE-498C-ED25-838F-8BA8F67FEB50}" dt="2025-11-21T09:29:55.135" v="51" actId="20577"/>
        <pc:sldMkLst>
          <pc:docMk/>
          <pc:sldMk cId="3516158964" sldId="2134806455"/>
        </pc:sldMkLst>
        <pc:spChg chg="mod">
          <ac:chgData name="Benjamin Salling Hvass" userId="S::benjamin.hvass@alexandra.dk::7f701290-7113-44e4-8483-3cbeee116501" providerId="AD" clId="Web-{52E3CCBE-498C-ED25-838F-8BA8F67FEB50}" dt="2025-11-21T09:29:55.135" v="51" actId="20577"/>
          <ac:spMkLst>
            <pc:docMk/>
            <pc:sldMk cId="3516158964" sldId="2134806455"/>
            <ac:spMk id="2" creationId="{311B177F-F437-85B9-B6D2-30941D343BE8}"/>
          </ac:spMkLst>
        </pc:spChg>
      </pc:sldChg>
      <pc:sldChg chg="modSp new">
        <pc:chgData name="Benjamin Salling Hvass" userId="S::benjamin.hvass@alexandra.dk::7f701290-7113-44e4-8483-3cbeee116501" providerId="AD" clId="Web-{52E3CCBE-498C-ED25-838F-8BA8F67FEB50}" dt="2025-11-21T09:30:04.448" v="60" actId="20577"/>
        <pc:sldMkLst>
          <pc:docMk/>
          <pc:sldMk cId="803725425" sldId="2134806456"/>
        </pc:sldMkLst>
        <pc:spChg chg="mod">
          <ac:chgData name="Benjamin Salling Hvass" userId="S::benjamin.hvass@alexandra.dk::7f701290-7113-44e4-8483-3cbeee116501" providerId="AD" clId="Web-{52E3CCBE-498C-ED25-838F-8BA8F67FEB50}" dt="2025-11-21T09:30:04.448" v="60" actId="20577"/>
          <ac:spMkLst>
            <pc:docMk/>
            <pc:sldMk cId="803725425" sldId="2134806456"/>
            <ac:spMk id="2" creationId="{2C86BA2D-C62D-A3F9-318D-084E9CEE55B5}"/>
          </ac:spMkLst>
        </pc:spChg>
      </pc:sldChg>
      <pc:sldChg chg="modSp add ord replId">
        <pc:chgData name="Benjamin Salling Hvass" userId="S::benjamin.hvass@alexandra.dk::7f701290-7113-44e4-8483-3cbeee116501" providerId="AD" clId="Web-{52E3CCBE-498C-ED25-838F-8BA8F67FEB50}" dt="2025-11-21T13:45:46.415" v="91" actId="20577"/>
        <pc:sldMkLst>
          <pc:docMk/>
          <pc:sldMk cId="3863951233" sldId="2134806457"/>
        </pc:sldMkLst>
        <pc:spChg chg="mod">
          <ac:chgData name="Benjamin Salling Hvass" userId="S::benjamin.hvass@alexandra.dk::7f701290-7113-44e4-8483-3cbeee116501" providerId="AD" clId="Web-{52E3CCBE-498C-ED25-838F-8BA8F67FEB50}" dt="2025-11-21T13:45:46.415" v="91" actId="20577"/>
          <ac:spMkLst>
            <pc:docMk/>
            <pc:sldMk cId="3863951233" sldId="2134806457"/>
            <ac:spMk id="2" creationId="{836FA0AC-80D7-B603-AEFF-16B1999DEAD7}"/>
          </ac:spMkLst>
        </pc:spChg>
      </pc:sldChg>
    </pc:docChg>
  </pc:docChgLst>
  <pc:docChgLst>
    <pc:chgData name="Benjamin Salling Hvass" userId="S::benjamin.hvass@alexandra.dk::7f701290-7113-44e4-8483-3cbeee116501" providerId="AD" clId="Web-{7905520D-1D54-8F82-5CE1-A9F65099F333}"/>
    <pc:docChg chg="addSld modSld">
      <pc:chgData name="Benjamin Salling Hvass" userId="S::benjamin.hvass@alexandra.dk::7f701290-7113-44e4-8483-3cbeee116501" providerId="AD" clId="Web-{7905520D-1D54-8F82-5CE1-A9F65099F333}" dt="2025-11-17T15:36:13.479" v="32" actId="20577"/>
      <pc:docMkLst>
        <pc:docMk/>
      </pc:docMkLst>
      <pc:sldChg chg="modSp">
        <pc:chgData name="Benjamin Salling Hvass" userId="S::benjamin.hvass@alexandra.dk::7f701290-7113-44e4-8483-3cbeee116501" providerId="AD" clId="Web-{7905520D-1D54-8F82-5CE1-A9F65099F333}" dt="2025-11-17T14:58:16.430" v="23" actId="20577"/>
        <pc:sldMkLst>
          <pc:docMk/>
          <pc:sldMk cId="3361298717" sldId="2134806319"/>
        </pc:sldMkLst>
        <pc:spChg chg="mod">
          <ac:chgData name="Benjamin Salling Hvass" userId="S::benjamin.hvass@alexandra.dk::7f701290-7113-44e4-8483-3cbeee116501" providerId="AD" clId="Web-{7905520D-1D54-8F82-5CE1-A9F65099F333}" dt="2025-11-17T14:55:43.481" v="9" actId="20577"/>
          <ac:spMkLst>
            <pc:docMk/>
            <pc:sldMk cId="3361298717" sldId="2134806319"/>
            <ac:spMk id="2" creationId="{C34F7CB9-E6BC-581B-90A5-AD5F1F68F696}"/>
          </ac:spMkLst>
        </pc:spChg>
        <pc:spChg chg="mod">
          <ac:chgData name="Benjamin Salling Hvass" userId="S::benjamin.hvass@alexandra.dk::7f701290-7113-44e4-8483-3cbeee116501" providerId="AD" clId="Web-{7905520D-1D54-8F82-5CE1-A9F65099F333}" dt="2025-11-17T14:58:16.430" v="23" actId="20577"/>
          <ac:spMkLst>
            <pc:docMk/>
            <pc:sldMk cId="3361298717" sldId="2134806319"/>
            <ac:spMk id="3" creationId="{02923B0A-B812-F549-4F9A-8596C2643841}"/>
          </ac:spMkLst>
        </pc:spChg>
      </pc:sldChg>
      <pc:sldChg chg="modSp">
        <pc:chgData name="Benjamin Salling Hvass" userId="S::benjamin.hvass@alexandra.dk::7f701290-7113-44e4-8483-3cbeee116501" providerId="AD" clId="Web-{7905520D-1D54-8F82-5CE1-A9F65099F333}" dt="2025-11-17T15:36:13.479" v="32" actId="20577"/>
        <pc:sldMkLst>
          <pc:docMk/>
          <pc:sldMk cId="3475983600" sldId="2134806320"/>
        </pc:sldMkLst>
        <pc:spChg chg="mod">
          <ac:chgData name="Benjamin Salling Hvass" userId="S::benjamin.hvass@alexandra.dk::7f701290-7113-44e4-8483-3cbeee116501" providerId="AD" clId="Web-{7905520D-1D54-8F82-5CE1-A9F65099F333}" dt="2025-11-17T15:36:13.479" v="32" actId="20577"/>
          <ac:spMkLst>
            <pc:docMk/>
            <pc:sldMk cId="3475983600" sldId="2134806320"/>
            <ac:spMk id="3" creationId="{10D2D3E0-6112-F008-70C9-70E4A2EAE0E2}"/>
          </ac:spMkLst>
        </pc:spChg>
      </pc:sldChg>
      <pc:sldChg chg="new">
        <pc:chgData name="Benjamin Salling Hvass" userId="S::benjamin.hvass@alexandra.dk::7f701290-7113-44e4-8483-3cbeee116501" providerId="AD" clId="Web-{7905520D-1D54-8F82-5CE1-A9F65099F333}" dt="2025-11-17T15:06:31.834" v="31"/>
        <pc:sldMkLst>
          <pc:docMk/>
          <pc:sldMk cId="1086786087" sldId="2134806449"/>
        </pc:sldMkLst>
      </pc:sldChg>
    </pc:docChg>
  </pc:docChgLst>
  <pc:docChgLst>
    <pc:chgData name="Michael Bladt Stausholm" userId="aa5f8758-c00f-4915-8c94-9445905eb56e" providerId="ADAL" clId="{646AFB26-0E24-4480-A568-8C32D46024CD}"/>
    <pc:docChg chg="undo custSel addSld delSld modSld sldOrd">
      <pc:chgData name="Michael Bladt Stausholm" userId="aa5f8758-c00f-4915-8c94-9445905eb56e" providerId="ADAL" clId="{646AFB26-0E24-4480-A568-8C32D46024CD}" dt="2025-11-19T08:10:42.447" v="2948" actId="6549"/>
      <pc:docMkLst>
        <pc:docMk/>
      </pc:docMkLst>
      <pc:sldChg chg="addSp modSp mod">
        <pc:chgData name="Michael Bladt Stausholm" userId="aa5f8758-c00f-4915-8c94-9445905eb56e" providerId="ADAL" clId="{646AFB26-0E24-4480-A568-8C32D46024CD}" dt="2025-11-19T07:47:21.118" v="2600" actId="20577"/>
        <pc:sldMkLst>
          <pc:docMk/>
          <pc:sldMk cId="2199203141" sldId="2134806329"/>
        </pc:sldMkLst>
        <pc:spChg chg="mod">
          <ac:chgData name="Michael Bladt Stausholm" userId="aa5f8758-c00f-4915-8c94-9445905eb56e" providerId="ADAL" clId="{646AFB26-0E24-4480-A568-8C32D46024CD}" dt="2025-11-19T07:47:21.118" v="2600" actId="20577"/>
          <ac:spMkLst>
            <pc:docMk/>
            <pc:sldMk cId="2199203141" sldId="2134806329"/>
            <ac:spMk id="3" creationId="{BC01F7F2-DA63-AB61-A9C9-C240EF6B4D6E}"/>
          </ac:spMkLst>
        </pc:spChg>
        <pc:picChg chg="add mod">
          <ac:chgData name="Michael Bladt Stausholm" userId="aa5f8758-c00f-4915-8c94-9445905eb56e" providerId="ADAL" clId="{646AFB26-0E24-4480-A568-8C32D46024CD}" dt="2025-11-19T07:45:49.136" v="2551" actId="1076"/>
          <ac:picMkLst>
            <pc:docMk/>
            <pc:sldMk cId="2199203141" sldId="2134806329"/>
            <ac:picMk id="1026" creationId="{3F2115EE-18A3-943C-8E01-B86B509861F2}"/>
          </ac:picMkLst>
        </pc:picChg>
      </pc:sldChg>
      <pc:sldChg chg="addSp modSp add mod">
        <pc:chgData name="Michael Bladt Stausholm" userId="aa5f8758-c00f-4915-8c94-9445905eb56e" providerId="ADAL" clId="{646AFB26-0E24-4480-A568-8C32D46024CD}" dt="2025-11-05T14:56:51.332" v="2254" actId="6549"/>
        <pc:sldMkLst>
          <pc:docMk/>
          <pc:sldMk cId="1449542866" sldId="2134806410"/>
        </pc:sldMkLst>
        <pc:spChg chg="mod">
          <ac:chgData name="Michael Bladt Stausholm" userId="aa5f8758-c00f-4915-8c94-9445905eb56e" providerId="ADAL" clId="{646AFB26-0E24-4480-A568-8C32D46024CD}" dt="2025-11-05T13:22:45.600" v="1309" actId="20577"/>
          <ac:spMkLst>
            <pc:docMk/>
            <pc:sldMk cId="1449542866" sldId="2134806410"/>
            <ac:spMk id="2" creationId="{0B65A7FF-71EA-4871-D18C-877B2D85A364}"/>
          </ac:spMkLst>
        </pc:spChg>
        <pc:spChg chg="mod">
          <ac:chgData name="Michael Bladt Stausholm" userId="aa5f8758-c00f-4915-8c94-9445905eb56e" providerId="ADAL" clId="{646AFB26-0E24-4480-A568-8C32D46024CD}" dt="2025-11-05T13:22:47.873" v="1310" actId="6549"/>
          <ac:spMkLst>
            <pc:docMk/>
            <pc:sldMk cId="1449542866" sldId="2134806410"/>
            <ac:spMk id="3" creationId="{A2F67A1E-D039-749B-CB8A-4D3CFA637B73}"/>
          </ac:spMkLst>
        </pc:spChg>
        <pc:spChg chg="add mod">
          <ac:chgData name="Michael Bladt Stausholm" userId="aa5f8758-c00f-4915-8c94-9445905eb56e" providerId="ADAL" clId="{646AFB26-0E24-4480-A568-8C32D46024CD}" dt="2025-11-05T14:56:51.332" v="2254" actId="6549"/>
          <ac:spMkLst>
            <pc:docMk/>
            <pc:sldMk cId="1449542866" sldId="2134806410"/>
            <ac:spMk id="7" creationId="{A09F2C20-70B9-AE15-BCD4-C6EB0A31F5C9}"/>
          </ac:spMkLst>
        </pc:spChg>
      </pc:sldChg>
      <pc:sldChg chg="addSp delSp modSp mod">
        <pc:chgData name="Michael Bladt Stausholm" userId="aa5f8758-c00f-4915-8c94-9445905eb56e" providerId="ADAL" clId="{646AFB26-0E24-4480-A568-8C32D46024CD}" dt="2025-11-19T08:00:21.053" v="2631" actId="1076"/>
        <pc:sldMkLst>
          <pc:docMk/>
          <pc:sldMk cId="3073030767" sldId="2134806422"/>
        </pc:sldMkLst>
        <pc:spChg chg="mod">
          <ac:chgData name="Michael Bladt Stausholm" userId="aa5f8758-c00f-4915-8c94-9445905eb56e" providerId="ADAL" clId="{646AFB26-0E24-4480-A568-8C32D46024CD}" dt="2025-11-19T07:59:28.417" v="2622"/>
          <ac:spMkLst>
            <pc:docMk/>
            <pc:sldMk cId="3073030767" sldId="2134806422"/>
            <ac:spMk id="2" creationId="{8D986BD1-E7F4-CE78-A23B-3C4FB0C683BC}"/>
          </ac:spMkLst>
        </pc:spChg>
        <pc:picChg chg="add mod">
          <ac:chgData name="Michael Bladt Stausholm" userId="aa5f8758-c00f-4915-8c94-9445905eb56e" providerId="ADAL" clId="{646AFB26-0E24-4480-A568-8C32D46024CD}" dt="2025-11-19T08:00:21.053" v="2631" actId="1076"/>
          <ac:picMkLst>
            <pc:docMk/>
            <pc:sldMk cId="3073030767" sldId="2134806422"/>
            <ac:picMk id="2052" creationId="{4DA54E61-9A31-DB77-D976-58BD7BCAFFE3}"/>
          </ac:picMkLst>
        </pc:picChg>
      </pc:sldChg>
      <pc:sldChg chg="modSp mod">
        <pc:chgData name="Michael Bladt Stausholm" userId="aa5f8758-c00f-4915-8c94-9445905eb56e" providerId="ADAL" clId="{646AFB26-0E24-4480-A568-8C32D46024CD}" dt="2025-11-19T08:07:34.070" v="2701" actId="20577"/>
        <pc:sldMkLst>
          <pc:docMk/>
          <pc:sldMk cId="2971589110" sldId="2134806424"/>
        </pc:sldMkLst>
        <pc:spChg chg="mod">
          <ac:chgData name="Michael Bladt Stausholm" userId="aa5f8758-c00f-4915-8c94-9445905eb56e" providerId="ADAL" clId="{646AFB26-0E24-4480-A568-8C32D46024CD}" dt="2025-11-19T08:07:34.070" v="2701" actId="20577"/>
          <ac:spMkLst>
            <pc:docMk/>
            <pc:sldMk cId="2971589110" sldId="2134806424"/>
            <ac:spMk id="5" creationId="{71C04C12-C5DD-9444-D683-72E9C536EB2C}"/>
          </ac:spMkLst>
        </pc:spChg>
      </pc:sldChg>
      <pc:sldChg chg="modSp mod">
        <pc:chgData name="Michael Bladt Stausholm" userId="aa5f8758-c00f-4915-8c94-9445905eb56e" providerId="ADAL" clId="{646AFB26-0E24-4480-A568-8C32D46024CD}" dt="2025-11-19T08:10:42.447" v="2948" actId="6549"/>
        <pc:sldMkLst>
          <pc:docMk/>
          <pc:sldMk cId="28783354" sldId="2134806428"/>
        </pc:sldMkLst>
        <pc:spChg chg="mod">
          <ac:chgData name="Michael Bladt Stausholm" userId="aa5f8758-c00f-4915-8c94-9445905eb56e" providerId="ADAL" clId="{646AFB26-0E24-4480-A568-8C32D46024CD}" dt="2025-11-19T08:10:39.123" v="2947" actId="20577"/>
          <ac:spMkLst>
            <pc:docMk/>
            <pc:sldMk cId="28783354" sldId="2134806428"/>
            <ac:spMk id="2" creationId="{02F9CA58-8001-BD88-2ADF-BBA70150AF16}"/>
          </ac:spMkLst>
        </pc:spChg>
        <pc:spChg chg="mod">
          <ac:chgData name="Michael Bladt Stausholm" userId="aa5f8758-c00f-4915-8c94-9445905eb56e" providerId="ADAL" clId="{646AFB26-0E24-4480-A568-8C32D46024CD}" dt="2025-11-19T08:10:42.447" v="2948" actId="6549"/>
          <ac:spMkLst>
            <pc:docMk/>
            <pc:sldMk cId="28783354" sldId="2134806428"/>
            <ac:spMk id="3" creationId="{46E3E375-E7D4-D10D-4D6D-C33E15589DE7}"/>
          </ac:spMkLst>
        </pc:spChg>
      </pc:sldChg>
      <pc:sldChg chg="modSp mod modAnim">
        <pc:chgData name="Michael Bladt Stausholm" userId="aa5f8758-c00f-4915-8c94-9445905eb56e" providerId="ADAL" clId="{646AFB26-0E24-4480-A568-8C32D46024CD}" dt="2025-11-19T08:06:37.036" v="2665"/>
        <pc:sldMkLst>
          <pc:docMk/>
          <pc:sldMk cId="2026435268" sldId="2134806439"/>
        </pc:sldMkLst>
        <pc:spChg chg="mod">
          <ac:chgData name="Michael Bladt Stausholm" userId="aa5f8758-c00f-4915-8c94-9445905eb56e" providerId="ADAL" clId="{646AFB26-0E24-4480-A568-8C32D46024CD}" dt="2025-11-19T08:06:21.569" v="2664" actId="313"/>
          <ac:spMkLst>
            <pc:docMk/>
            <pc:sldMk cId="2026435268" sldId="2134806439"/>
            <ac:spMk id="3" creationId="{1AC3FD62-4679-B340-FB8C-82B6292AC124}"/>
          </ac:spMkLst>
        </pc:spChg>
      </pc:sldChg>
      <pc:sldChg chg="addSp modSp mod">
        <pc:chgData name="Michael Bladt Stausholm" userId="aa5f8758-c00f-4915-8c94-9445905eb56e" providerId="ADAL" clId="{646AFB26-0E24-4480-A568-8C32D46024CD}" dt="2025-11-19T08:04:34.994" v="2660" actId="1076"/>
        <pc:sldMkLst>
          <pc:docMk/>
          <pc:sldMk cId="540980843" sldId="2134806440"/>
        </pc:sldMkLst>
        <pc:spChg chg="mod">
          <ac:chgData name="Michael Bladt Stausholm" userId="aa5f8758-c00f-4915-8c94-9445905eb56e" providerId="ADAL" clId="{646AFB26-0E24-4480-A568-8C32D46024CD}" dt="2025-11-19T08:04:29.936" v="2659" actId="6549"/>
          <ac:spMkLst>
            <pc:docMk/>
            <pc:sldMk cId="540980843" sldId="2134806440"/>
            <ac:spMk id="3" creationId="{A3CD6558-1045-2254-532A-ADE7C47E5874}"/>
          </ac:spMkLst>
        </pc:spChg>
        <pc:picChg chg="add mod">
          <ac:chgData name="Michael Bladt Stausholm" userId="aa5f8758-c00f-4915-8c94-9445905eb56e" providerId="ADAL" clId="{646AFB26-0E24-4480-A568-8C32D46024CD}" dt="2025-11-19T08:03:38.096" v="2640" actId="1076"/>
          <ac:picMkLst>
            <pc:docMk/>
            <pc:sldMk cId="540980843" sldId="2134806440"/>
            <ac:picMk id="8" creationId="{965BFB83-B39A-B61D-5C8E-4274F64B9DED}"/>
          </ac:picMkLst>
        </pc:picChg>
        <pc:picChg chg="add mod">
          <ac:chgData name="Michael Bladt Stausholm" userId="aa5f8758-c00f-4915-8c94-9445905eb56e" providerId="ADAL" clId="{646AFB26-0E24-4480-A568-8C32D46024CD}" dt="2025-11-19T08:04:34.994" v="2660" actId="1076"/>
          <ac:picMkLst>
            <pc:docMk/>
            <pc:sldMk cId="540980843" sldId="2134806440"/>
            <ac:picMk id="4098" creationId="{BC767FE6-1932-47C0-3959-DEADC3C81AE0}"/>
          </ac:picMkLst>
        </pc:picChg>
      </pc:sldChg>
      <pc:sldChg chg="addSp modSp mod">
        <pc:chgData name="Michael Bladt Stausholm" userId="aa5f8758-c00f-4915-8c94-9445905eb56e" providerId="ADAL" clId="{646AFB26-0E24-4480-A568-8C32D46024CD}" dt="2025-11-19T08:01:56.769" v="2637" actId="26606"/>
        <pc:sldMkLst>
          <pc:docMk/>
          <pc:sldMk cId="362799943" sldId="2134806441"/>
        </pc:sldMkLst>
        <pc:spChg chg="mod">
          <ac:chgData name="Michael Bladt Stausholm" userId="aa5f8758-c00f-4915-8c94-9445905eb56e" providerId="ADAL" clId="{646AFB26-0E24-4480-A568-8C32D46024CD}" dt="2025-11-19T08:01:56.769" v="2637" actId="26606"/>
          <ac:spMkLst>
            <pc:docMk/>
            <pc:sldMk cId="362799943" sldId="2134806441"/>
            <ac:spMk id="2" creationId="{B0EF5C3D-5FDA-8E09-C17E-F916D3C71D1E}"/>
          </ac:spMkLst>
        </pc:spChg>
        <pc:spChg chg="mod">
          <ac:chgData name="Michael Bladt Stausholm" userId="aa5f8758-c00f-4915-8c94-9445905eb56e" providerId="ADAL" clId="{646AFB26-0E24-4480-A568-8C32D46024CD}" dt="2025-11-19T08:01:56.769" v="2637" actId="26606"/>
          <ac:spMkLst>
            <pc:docMk/>
            <pc:sldMk cId="362799943" sldId="2134806441"/>
            <ac:spMk id="3" creationId="{872662AA-7B78-B5DD-A4AE-547B56B221F7}"/>
          </ac:spMkLst>
        </pc:spChg>
        <pc:spChg chg="mod">
          <ac:chgData name="Michael Bladt Stausholm" userId="aa5f8758-c00f-4915-8c94-9445905eb56e" providerId="ADAL" clId="{646AFB26-0E24-4480-A568-8C32D46024CD}" dt="2025-11-19T08:01:56.769" v="2637" actId="26606"/>
          <ac:spMkLst>
            <pc:docMk/>
            <pc:sldMk cId="362799943" sldId="2134806441"/>
            <ac:spMk id="4" creationId="{19A58D73-633D-A8AB-1981-61B8FCC653AF}"/>
          </ac:spMkLst>
        </pc:spChg>
        <pc:spChg chg="mod">
          <ac:chgData name="Michael Bladt Stausholm" userId="aa5f8758-c00f-4915-8c94-9445905eb56e" providerId="ADAL" clId="{646AFB26-0E24-4480-A568-8C32D46024CD}" dt="2025-11-19T08:01:56.769" v="2637" actId="26606"/>
          <ac:spMkLst>
            <pc:docMk/>
            <pc:sldMk cId="362799943" sldId="2134806441"/>
            <ac:spMk id="5" creationId="{379B4B6D-A75E-B5BF-8EAA-EEFA319B2D2A}"/>
          </ac:spMkLst>
        </pc:spChg>
        <pc:spChg chg="mod">
          <ac:chgData name="Michael Bladt Stausholm" userId="aa5f8758-c00f-4915-8c94-9445905eb56e" providerId="ADAL" clId="{646AFB26-0E24-4480-A568-8C32D46024CD}" dt="2025-11-19T08:01:56.769" v="2637" actId="26606"/>
          <ac:spMkLst>
            <pc:docMk/>
            <pc:sldMk cId="362799943" sldId="2134806441"/>
            <ac:spMk id="6" creationId="{71DCC332-DB08-4989-8A7C-8005919E151A}"/>
          </ac:spMkLst>
        </pc:spChg>
        <pc:picChg chg="add mod">
          <ac:chgData name="Michael Bladt Stausholm" userId="aa5f8758-c00f-4915-8c94-9445905eb56e" providerId="ADAL" clId="{646AFB26-0E24-4480-A568-8C32D46024CD}" dt="2025-11-19T08:01:56.769" v="2637" actId="26606"/>
          <ac:picMkLst>
            <pc:docMk/>
            <pc:sldMk cId="362799943" sldId="2134806441"/>
            <ac:picMk id="3074" creationId="{9906AF66-FE71-4D2C-FC89-20D0AB55E5FB}"/>
          </ac:picMkLst>
        </pc:picChg>
      </pc:sldChg>
      <pc:sldChg chg="modSp mod">
        <pc:chgData name="Michael Bladt Stausholm" userId="aa5f8758-c00f-4915-8c94-9445905eb56e" providerId="ADAL" clId="{646AFB26-0E24-4480-A568-8C32D46024CD}" dt="2025-11-19T08:06:50.702" v="2666" actId="20577"/>
        <pc:sldMkLst>
          <pc:docMk/>
          <pc:sldMk cId="2853482108" sldId="2134806443"/>
        </pc:sldMkLst>
        <pc:spChg chg="mod">
          <ac:chgData name="Michael Bladt Stausholm" userId="aa5f8758-c00f-4915-8c94-9445905eb56e" providerId="ADAL" clId="{646AFB26-0E24-4480-A568-8C32D46024CD}" dt="2025-11-19T08:06:50.702" v="2666" actId="20577"/>
          <ac:spMkLst>
            <pc:docMk/>
            <pc:sldMk cId="2853482108" sldId="2134806443"/>
            <ac:spMk id="7" creationId="{1F60B2D9-DB48-B7B5-C1C3-082891D4FE01}"/>
          </ac:spMkLst>
        </pc:spChg>
      </pc:sldChg>
      <pc:sldChg chg="modSp mod">
        <pc:chgData name="Michael Bladt Stausholm" userId="aa5f8758-c00f-4915-8c94-9445905eb56e" providerId="ADAL" clId="{646AFB26-0E24-4480-A568-8C32D46024CD}" dt="2025-11-19T07:48:48.071" v="2615" actId="6549"/>
        <pc:sldMkLst>
          <pc:docMk/>
          <pc:sldMk cId="461012673" sldId="2134806445"/>
        </pc:sldMkLst>
        <pc:spChg chg="mod">
          <ac:chgData name="Michael Bladt Stausholm" userId="aa5f8758-c00f-4915-8c94-9445905eb56e" providerId="ADAL" clId="{646AFB26-0E24-4480-A568-8C32D46024CD}" dt="2025-11-19T07:48:48.071" v="2615" actId="6549"/>
          <ac:spMkLst>
            <pc:docMk/>
            <pc:sldMk cId="461012673" sldId="2134806445"/>
            <ac:spMk id="3" creationId="{C1667A6C-32FB-6C63-40A9-894C55C23A01}"/>
          </ac:spMkLst>
        </pc:spChg>
      </pc:sldChg>
      <pc:sldChg chg="modSp mod">
        <pc:chgData name="Michael Bladt Stausholm" userId="aa5f8758-c00f-4915-8c94-9445905eb56e" providerId="ADAL" clId="{646AFB26-0E24-4480-A568-8C32D46024CD}" dt="2025-11-19T08:09:50.159" v="2896" actId="20577"/>
        <pc:sldMkLst>
          <pc:docMk/>
          <pc:sldMk cId="4285538324" sldId="2134806448"/>
        </pc:sldMkLst>
        <pc:spChg chg="mod">
          <ac:chgData name="Michael Bladt Stausholm" userId="aa5f8758-c00f-4915-8c94-9445905eb56e" providerId="ADAL" clId="{646AFB26-0E24-4480-A568-8C32D46024CD}" dt="2025-11-19T08:07:51.970" v="2712" actId="313"/>
          <ac:spMkLst>
            <pc:docMk/>
            <pc:sldMk cId="4285538324" sldId="2134806448"/>
            <ac:spMk id="2" creationId="{56B551E8-5A26-457E-0E60-AB5C0C663E6D}"/>
          </ac:spMkLst>
        </pc:spChg>
        <pc:spChg chg="mod">
          <ac:chgData name="Michael Bladt Stausholm" userId="aa5f8758-c00f-4915-8c94-9445905eb56e" providerId="ADAL" clId="{646AFB26-0E24-4480-A568-8C32D46024CD}" dt="2025-11-19T08:09:50.159" v="2896" actId="20577"/>
          <ac:spMkLst>
            <pc:docMk/>
            <pc:sldMk cId="4285538324" sldId="2134806448"/>
            <ac:spMk id="7" creationId="{42994337-2E51-6BCF-E0B3-E323809C6DE1}"/>
          </ac:spMkLst>
        </pc:spChg>
      </pc:sldChg>
    </pc:docChg>
  </pc:docChgLst>
  <pc:docChgLst>
    <pc:chgData name="Benjamin Salling Hvass" userId="S::benjamin.hvass@alexandra.dk::7f701290-7113-44e4-8483-3cbeee116501" providerId="AD" clId="Web-{648042B1-9AA3-20ED-E24A-BCB1528BB6CD}"/>
    <pc:docChg chg="addSld delSld modSld">
      <pc:chgData name="Benjamin Salling Hvass" userId="S::benjamin.hvass@alexandra.dk::7f701290-7113-44e4-8483-3cbeee116501" providerId="AD" clId="Web-{648042B1-9AA3-20ED-E24A-BCB1528BB6CD}" dt="2025-11-23T21:14:47.919" v="608"/>
      <pc:docMkLst>
        <pc:docMk/>
      </pc:docMkLst>
      <pc:sldChg chg="modSp mod modClrScheme chgLayout">
        <pc:chgData name="Benjamin Salling Hvass" userId="S::benjamin.hvass@alexandra.dk::7f701290-7113-44e4-8483-3cbeee116501" providerId="AD" clId="Web-{648042B1-9AA3-20ED-E24A-BCB1528BB6CD}" dt="2025-11-23T21:14:47.919" v="608"/>
        <pc:sldMkLst>
          <pc:docMk/>
          <pc:sldMk cId="2541096595" sldId="2134806454"/>
        </pc:sldMkLst>
        <pc:spChg chg="mod ord">
          <ac:chgData name="Benjamin Salling Hvass" userId="S::benjamin.hvass@alexandra.dk::7f701290-7113-44e4-8483-3cbeee116501" providerId="AD" clId="Web-{648042B1-9AA3-20ED-E24A-BCB1528BB6CD}" dt="2025-11-23T21:14:47.919" v="608"/>
          <ac:spMkLst>
            <pc:docMk/>
            <pc:sldMk cId="2541096595" sldId="2134806454"/>
            <ac:spMk id="2" creationId="{DCF360A5-AC6C-ACED-A706-1843CA2B37A0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14:47.919" v="608"/>
          <ac:spMkLst>
            <pc:docMk/>
            <pc:sldMk cId="2541096595" sldId="2134806454"/>
            <ac:spMk id="3" creationId="{3EE95C74-050B-65AE-B443-97EAB066FA97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14:47.919" v="608"/>
          <ac:spMkLst>
            <pc:docMk/>
            <pc:sldMk cId="2541096595" sldId="2134806454"/>
            <ac:spMk id="4" creationId="{E69E9FC2-189F-2B5B-D44A-16FB09938F74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14:47.919" v="608"/>
          <ac:spMkLst>
            <pc:docMk/>
            <pc:sldMk cId="2541096595" sldId="2134806454"/>
            <ac:spMk id="5" creationId="{4808654F-8D0C-445B-BDF2-AF09F1B8C374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14:47.919" v="608"/>
          <ac:spMkLst>
            <pc:docMk/>
            <pc:sldMk cId="2541096595" sldId="2134806454"/>
            <ac:spMk id="6" creationId="{575FD20F-A463-C7C7-B6AA-B82FA5BE7F12}"/>
          </ac:spMkLst>
        </pc:spChg>
      </pc:sldChg>
      <pc:sldChg chg="modSp mod modClrScheme chgLayout">
        <pc:chgData name="Benjamin Salling Hvass" userId="S::benjamin.hvass@alexandra.dk::7f701290-7113-44e4-8483-3cbeee116501" providerId="AD" clId="Web-{648042B1-9AA3-20ED-E24A-BCB1528BB6CD}" dt="2025-11-23T21:09:52.239" v="397"/>
        <pc:sldMkLst>
          <pc:docMk/>
          <pc:sldMk cId="3516158964" sldId="2134806455"/>
        </pc:sldMkLst>
        <pc:spChg chg="mod ord">
          <ac:chgData name="Benjamin Salling Hvass" userId="S::benjamin.hvass@alexandra.dk::7f701290-7113-44e4-8483-3cbeee116501" providerId="AD" clId="Web-{648042B1-9AA3-20ED-E24A-BCB1528BB6CD}" dt="2025-11-23T21:09:52.239" v="397"/>
          <ac:spMkLst>
            <pc:docMk/>
            <pc:sldMk cId="3516158964" sldId="2134806455"/>
            <ac:spMk id="2" creationId="{311B177F-F437-85B9-B6D2-30941D343BE8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09:52.239" v="397"/>
          <ac:spMkLst>
            <pc:docMk/>
            <pc:sldMk cId="3516158964" sldId="2134806455"/>
            <ac:spMk id="3" creationId="{99E4502F-18CA-6883-E4E1-91F4DA138138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09:52.239" v="397"/>
          <ac:spMkLst>
            <pc:docMk/>
            <pc:sldMk cId="3516158964" sldId="2134806455"/>
            <ac:spMk id="4" creationId="{53B4CAEE-E19F-169D-D34F-A589EE0AA51F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09:52.239" v="397"/>
          <ac:spMkLst>
            <pc:docMk/>
            <pc:sldMk cId="3516158964" sldId="2134806455"/>
            <ac:spMk id="5" creationId="{48F89F88-4F33-D7AA-EF50-02508CEBBBEC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09:52.239" v="397"/>
          <ac:spMkLst>
            <pc:docMk/>
            <pc:sldMk cId="3516158964" sldId="2134806455"/>
            <ac:spMk id="6" creationId="{2A999FB9-E164-16EC-0071-E7E039090BDF}"/>
          </ac:spMkLst>
        </pc:spChg>
      </pc:sldChg>
      <pc:sldChg chg="modSp mod modClrScheme chgLayout">
        <pc:chgData name="Benjamin Salling Hvass" userId="S::benjamin.hvass@alexandra.dk::7f701290-7113-44e4-8483-3cbeee116501" providerId="AD" clId="Web-{648042B1-9AA3-20ED-E24A-BCB1528BB6CD}" dt="2025-11-23T21:09:57.583" v="398"/>
        <pc:sldMkLst>
          <pc:docMk/>
          <pc:sldMk cId="803725425" sldId="2134806456"/>
        </pc:sldMkLst>
        <pc:spChg chg="mod ord">
          <ac:chgData name="Benjamin Salling Hvass" userId="S::benjamin.hvass@alexandra.dk::7f701290-7113-44e4-8483-3cbeee116501" providerId="AD" clId="Web-{648042B1-9AA3-20ED-E24A-BCB1528BB6CD}" dt="2025-11-23T21:09:57.583" v="398"/>
          <ac:spMkLst>
            <pc:docMk/>
            <pc:sldMk cId="803725425" sldId="2134806456"/>
            <ac:spMk id="2" creationId="{2C86BA2D-C62D-A3F9-318D-084E9CEE55B5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09:57.583" v="398"/>
          <ac:spMkLst>
            <pc:docMk/>
            <pc:sldMk cId="803725425" sldId="2134806456"/>
            <ac:spMk id="3" creationId="{C7C694D5-8386-190F-9C81-3D5FA23DCD7C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09:57.583" v="398"/>
          <ac:spMkLst>
            <pc:docMk/>
            <pc:sldMk cId="803725425" sldId="2134806456"/>
            <ac:spMk id="4" creationId="{0307093B-DE52-CBDB-2FFD-E1CBB2F23F8D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09:57.583" v="398"/>
          <ac:spMkLst>
            <pc:docMk/>
            <pc:sldMk cId="803725425" sldId="2134806456"/>
            <ac:spMk id="5" creationId="{0074D226-4A0A-2BA5-463B-FF15E7C4E41C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09:57.583" v="398"/>
          <ac:spMkLst>
            <pc:docMk/>
            <pc:sldMk cId="803725425" sldId="2134806456"/>
            <ac:spMk id="6" creationId="{3CED63EC-DE5D-449C-7919-2775BD0DEE5E}"/>
          </ac:spMkLst>
        </pc:spChg>
      </pc:sldChg>
      <pc:sldChg chg="addSp delSp modSp new mod modClrScheme chgLayout">
        <pc:chgData name="Benjamin Salling Hvass" userId="S::benjamin.hvass@alexandra.dk::7f701290-7113-44e4-8483-3cbeee116501" providerId="AD" clId="Web-{648042B1-9AA3-20ED-E24A-BCB1528BB6CD}" dt="2025-11-23T21:14:47.232" v="607"/>
        <pc:sldMkLst>
          <pc:docMk/>
          <pc:sldMk cId="993807227" sldId="2134806460"/>
        </pc:sldMkLst>
        <pc:spChg chg="add del mod ord">
          <ac:chgData name="Benjamin Salling Hvass" userId="S::benjamin.hvass@alexandra.dk::7f701290-7113-44e4-8483-3cbeee116501" providerId="AD" clId="Web-{648042B1-9AA3-20ED-E24A-BCB1528BB6CD}" dt="2025-11-23T21:14:47.232" v="607"/>
          <ac:spMkLst>
            <pc:docMk/>
            <pc:sldMk cId="993807227" sldId="2134806460"/>
            <ac:spMk id="2" creationId="{29976133-25FB-45CE-9B1A-76EDC776CF34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14:47.232" v="607"/>
          <ac:spMkLst>
            <pc:docMk/>
            <pc:sldMk cId="993807227" sldId="2134806460"/>
            <ac:spMk id="3" creationId="{6E7184CC-D7A2-6B75-4F85-168070ADBE5E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14:47.232" v="607"/>
          <ac:spMkLst>
            <pc:docMk/>
            <pc:sldMk cId="993807227" sldId="2134806460"/>
            <ac:spMk id="4" creationId="{53E83903-104E-13C1-257F-1C9141491EC5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14:47.232" v="607"/>
          <ac:spMkLst>
            <pc:docMk/>
            <pc:sldMk cId="993807227" sldId="2134806460"/>
            <ac:spMk id="5" creationId="{177DCCFB-4D8F-EAA6-8695-44722F1EA6DC}"/>
          </ac:spMkLst>
        </pc:spChg>
        <pc:spChg chg="mod ord">
          <ac:chgData name="Benjamin Salling Hvass" userId="S::benjamin.hvass@alexandra.dk::7f701290-7113-44e4-8483-3cbeee116501" providerId="AD" clId="Web-{648042B1-9AA3-20ED-E24A-BCB1528BB6CD}" dt="2025-11-23T21:14:47.232" v="607"/>
          <ac:spMkLst>
            <pc:docMk/>
            <pc:sldMk cId="993807227" sldId="2134806460"/>
            <ac:spMk id="6" creationId="{F3096636-5947-0CE0-AE4E-B18CED99DE6D}"/>
          </ac:spMkLst>
        </pc:spChg>
      </pc:sldChg>
    </pc:docChg>
  </pc:docChgLst>
  <pc:docChgLst>
    <pc:chgData name="Benjamin Salling Hvass" userId="S::benjamin.hvass@alexandra.dk::7f701290-7113-44e4-8483-3cbeee116501" providerId="AD" clId="Web-{1016FAE0-1327-370A-D9C3-687AE71C3AFC}"/>
    <pc:docChg chg="addSld modSld">
      <pc:chgData name="Benjamin Salling Hvass" userId="S::benjamin.hvass@alexandra.dk::7f701290-7113-44e4-8483-3cbeee116501" providerId="AD" clId="Web-{1016FAE0-1327-370A-D9C3-687AE71C3AFC}" dt="2025-11-21T08:16:56.422" v="157" actId="20577"/>
      <pc:docMkLst>
        <pc:docMk/>
      </pc:docMkLst>
      <pc:sldChg chg="modSp new">
        <pc:chgData name="Benjamin Salling Hvass" userId="S::benjamin.hvass@alexandra.dk::7f701290-7113-44e4-8483-3cbeee116501" providerId="AD" clId="Web-{1016FAE0-1327-370A-D9C3-687AE71C3AFC}" dt="2025-11-21T08:16:56.422" v="157" actId="20577"/>
        <pc:sldMkLst>
          <pc:docMk/>
          <pc:sldMk cId="2541096595" sldId="2134806454"/>
        </pc:sldMkLst>
        <pc:spChg chg="mod">
          <ac:chgData name="Benjamin Salling Hvass" userId="S::benjamin.hvass@alexandra.dk::7f701290-7113-44e4-8483-3cbeee116501" providerId="AD" clId="Web-{1016FAE0-1327-370A-D9C3-687AE71C3AFC}" dt="2025-11-21T07:22:34.453" v="18" actId="20577"/>
          <ac:spMkLst>
            <pc:docMk/>
            <pc:sldMk cId="2541096595" sldId="2134806454"/>
            <ac:spMk id="2" creationId="{DCF360A5-AC6C-ACED-A706-1843CA2B37A0}"/>
          </ac:spMkLst>
        </pc:spChg>
        <pc:spChg chg="mod">
          <ac:chgData name="Benjamin Salling Hvass" userId="S::benjamin.hvass@alexandra.dk::7f701290-7113-44e4-8483-3cbeee116501" providerId="AD" clId="Web-{1016FAE0-1327-370A-D9C3-687AE71C3AFC}" dt="2025-11-21T08:16:56.422" v="157" actId="20577"/>
          <ac:spMkLst>
            <pc:docMk/>
            <pc:sldMk cId="2541096595" sldId="2134806454"/>
            <ac:spMk id="3" creationId="{3EE95C74-050B-65AE-B443-97EAB066FA97}"/>
          </ac:spMkLst>
        </pc:spChg>
      </pc:sldChg>
    </pc:docChg>
  </pc:docChgLst>
  <pc:docChgLst>
    <pc:chgData name="Benjamin Salling Hvass" userId="S::benjamin.hvass@alexandra.dk::7f701290-7113-44e4-8483-3cbeee116501" providerId="AD" clId="Web-{E5AA823D-8A3E-7B0E-AFB3-10E821DCE19D}"/>
    <pc:docChg chg="addSld modSld">
      <pc:chgData name="Benjamin Salling Hvass" userId="S::benjamin.hvass@alexandra.dk::7f701290-7113-44e4-8483-3cbeee116501" providerId="AD" clId="Web-{E5AA823D-8A3E-7B0E-AFB3-10E821DCE19D}" dt="2025-11-24T01:00:17.111" v="320" actId="20577"/>
      <pc:docMkLst>
        <pc:docMk/>
      </pc:docMkLst>
      <pc:sldChg chg="modSp">
        <pc:chgData name="Benjamin Salling Hvass" userId="S::benjamin.hvass@alexandra.dk::7f701290-7113-44e4-8483-3cbeee116501" providerId="AD" clId="Web-{E5AA823D-8A3E-7B0E-AFB3-10E821DCE19D}" dt="2025-11-24T00:19:10.665" v="21" actId="20577"/>
        <pc:sldMkLst>
          <pc:docMk/>
          <pc:sldMk cId="1430169242" sldId="2134806433"/>
        </pc:sldMkLst>
        <pc:spChg chg="mod">
          <ac:chgData name="Benjamin Salling Hvass" userId="S::benjamin.hvass@alexandra.dk::7f701290-7113-44e4-8483-3cbeee116501" providerId="AD" clId="Web-{E5AA823D-8A3E-7B0E-AFB3-10E821DCE19D}" dt="2025-11-24T00:19:10.665" v="21" actId="20577"/>
          <ac:spMkLst>
            <pc:docMk/>
            <pc:sldMk cId="1430169242" sldId="2134806433"/>
            <ac:spMk id="3" creationId="{E8DA2825-B4F4-9464-335F-267A9C805FEF}"/>
          </ac:spMkLst>
        </pc:spChg>
      </pc:sldChg>
      <pc:sldChg chg="modSp">
        <pc:chgData name="Benjamin Salling Hvass" userId="S::benjamin.hvass@alexandra.dk::7f701290-7113-44e4-8483-3cbeee116501" providerId="AD" clId="Web-{E5AA823D-8A3E-7B0E-AFB3-10E821DCE19D}" dt="2025-11-24T00:52:27.517" v="313" actId="20577"/>
        <pc:sldMkLst>
          <pc:docMk/>
          <pc:sldMk cId="2861312240" sldId="2134806438"/>
        </pc:sldMkLst>
        <pc:spChg chg="mod">
          <ac:chgData name="Benjamin Salling Hvass" userId="S::benjamin.hvass@alexandra.dk::7f701290-7113-44e4-8483-3cbeee116501" providerId="AD" clId="Web-{E5AA823D-8A3E-7B0E-AFB3-10E821DCE19D}" dt="2025-11-24T00:52:27.517" v="313" actId="20577"/>
          <ac:spMkLst>
            <pc:docMk/>
            <pc:sldMk cId="2861312240" sldId="2134806438"/>
            <ac:spMk id="3" creationId="{FB9E51CD-A836-211F-5CA7-53564C9D02BB}"/>
          </ac:spMkLst>
        </pc:spChg>
      </pc:sldChg>
      <pc:sldChg chg="modSp mod modClrScheme chgLayout">
        <pc:chgData name="Benjamin Salling Hvass" userId="S::benjamin.hvass@alexandra.dk::7f701290-7113-44e4-8483-3cbeee116501" providerId="AD" clId="Web-{E5AA823D-8A3E-7B0E-AFB3-10E821DCE19D}" dt="2025-11-24T00:17:34.009" v="3"/>
        <pc:sldMkLst>
          <pc:docMk/>
          <pc:sldMk cId="2541096595" sldId="2134806454"/>
        </pc:sldMkLst>
        <pc:spChg chg="mod ord">
          <ac:chgData name="Benjamin Salling Hvass" userId="S::benjamin.hvass@alexandra.dk::7f701290-7113-44e4-8483-3cbeee116501" providerId="AD" clId="Web-{E5AA823D-8A3E-7B0E-AFB3-10E821DCE19D}" dt="2025-11-24T00:17:34.009" v="3"/>
          <ac:spMkLst>
            <pc:docMk/>
            <pc:sldMk cId="2541096595" sldId="2134806454"/>
            <ac:spMk id="2" creationId="{DCF360A5-AC6C-ACED-A706-1843CA2B37A0}"/>
          </ac:spMkLst>
        </pc:spChg>
        <pc:spChg chg="mod ord">
          <ac:chgData name="Benjamin Salling Hvass" userId="S::benjamin.hvass@alexandra.dk::7f701290-7113-44e4-8483-3cbeee116501" providerId="AD" clId="Web-{E5AA823D-8A3E-7B0E-AFB3-10E821DCE19D}" dt="2025-11-24T00:17:34.009" v="3"/>
          <ac:spMkLst>
            <pc:docMk/>
            <pc:sldMk cId="2541096595" sldId="2134806454"/>
            <ac:spMk id="3" creationId="{3EE95C74-050B-65AE-B443-97EAB066FA97}"/>
          </ac:spMkLst>
        </pc:spChg>
        <pc:spChg chg="mod ord">
          <ac:chgData name="Benjamin Salling Hvass" userId="S::benjamin.hvass@alexandra.dk::7f701290-7113-44e4-8483-3cbeee116501" providerId="AD" clId="Web-{E5AA823D-8A3E-7B0E-AFB3-10E821DCE19D}" dt="2025-11-24T00:17:34.009" v="3"/>
          <ac:spMkLst>
            <pc:docMk/>
            <pc:sldMk cId="2541096595" sldId="2134806454"/>
            <ac:spMk id="4" creationId="{E69E9FC2-189F-2B5B-D44A-16FB09938F74}"/>
          </ac:spMkLst>
        </pc:spChg>
        <pc:spChg chg="mod ord">
          <ac:chgData name="Benjamin Salling Hvass" userId="S::benjamin.hvass@alexandra.dk::7f701290-7113-44e4-8483-3cbeee116501" providerId="AD" clId="Web-{E5AA823D-8A3E-7B0E-AFB3-10E821DCE19D}" dt="2025-11-24T00:17:34.009" v="3"/>
          <ac:spMkLst>
            <pc:docMk/>
            <pc:sldMk cId="2541096595" sldId="2134806454"/>
            <ac:spMk id="5" creationId="{4808654F-8D0C-445B-BDF2-AF09F1B8C374}"/>
          </ac:spMkLst>
        </pc:spChg>
        <pc:spChg chg="mod ord">
          <ac:chgData name="Benjamin Salling Hvass" userId="S::benjamin.hvass@alexandra.dk::7f701290-7113-44e4-8483-3cbeee116501" providerId="AD" clId="Web-{E5AA823D-8A3E-7B0E-AFB3-10E821DCE19D}" dt="2025-11-24T00:17:34.009" v="3"/>
          <ac:spMkLst>
            <pc:docMk/>
            <pc:sldMk cId="2541096595" sldId="2134806454"/>
            <ac:spMk id="6" creationId="{575FD20F-A463-C7C7-B6AA-B82FA5BE7F12}"/>
          </ac:spMkLst>
        </pc:spChg>
      </pc:sldChg>
      <pc:sldChg chg="modSp">
        <pc:chgData name="Benjamin Salling Hvass" userId="S::benjamin.hvass@alexandra.dk::7f701290-7113-44e4-8483-3cbeee116501" providerId="AD" clId="Web-{E5AA823D-8A3E-7B0E-AFB3-10E821DCE19D}" dt="2025-11-24T00:46:30.678" v="183" actId="20577"/>
        <pc:sldMkLst>
          <pc:docMk/>
          <pc:sldMk cId="3863951233" sldId="2134806457"/>
        </pc:sldMkLst>
        <pc:spChg chg="mod">
          <ac:chgData name="Benjamin Salling Hvass" userId="S::benjamin.hvass@alexandra.dk::7f701290-7113-44e4-8483-3cbeee116501" providerId="AD" clId="Web-{E5AA823D-8A3E-7B0E-AFB3-10E821DCE19D}" dt="2025-11-24T00:46:30.678" v="183" actId="20577"/>
          <ac:spMkLst>
            <pc:docMk/>
            <pc:sldMk cId="3863951233" sldId="2134806457"/>
            <ac:spMk id="2" creationId="{836FA0AC-80D7-B603-AEFF-16B1999DEAD7}"/>
          </ac:spMkLst>
        </pc:spChg>
      </pc:sldChg>
      <pc:sldChg chg="modSp">
        <pc:chgData name="Benjamin Salling Hvass" userId="S::benjamin.hvass@alexandra.dk::7f701290-7113-44e4-8483-3cbeee116501" providerId="AD" clId="Web-{E5AA823D-8A3E-7B0E-AFB3-10E821DCE19D}" dt="2025-11-24T00:17:06.149" v="2" actId="14100"/>
        <pc:sldMkLst>
          <pc:docMk/>
          <pc:sldMk cId="228812241" sldId="2134806467"/>
        </pc:sldMkLst>
        <pc:picChg chg="mod">
          <ac:chgData name="Benjamin Salling Hvass" userId="S::benjamin.hvass@alexandra.dk::7f701290-7113-44e4-8483-3cbeee116501" providerId="AD" clId="Web-{E5AA823D-8A3E-7B0E-AFB3-10E821DCE19D}" dt="2025-11-24T00:17:06.149" v="2" actId="14100"/>
          <ac:picMkLst>
            <pc:docMk/>
            <pc:sldMk cId="228812241" sldId="2134806467"/>
            <ac:picMk id="7" creationId="{7FA99EBD-D2C7-E7BF-B2DD-DF011858779A}"/>
          </ac:picMkLst>
        </pc:picChg>
      </pc:sldChg>
      <pc:sldChg chg="modSp new">
        <pc:chgData name="Benjamin Salling Hvass" userId="S::benjamin.hvass@alexandra.dk::7f701290-7113-44e4-8483-3cbeee116501" providerId="AD" clId="Web-{E5AA823D-8A3E-7B0E-AFB3-10E821DCE19D}" dt="2025-11-24T00:52:02.625" v="309" actId="20577"/>
        <pc:sldMkLst>
          <pc:docMk/>
          <pc:sldMk cId="3160618486" sldId="2134806468"/>
        </pc:sldMkLst>
        <pc:spChg chg="mod">
          <ac:chgData name="Benjamin Salling Hvass" userId="S::benjamin.hvass@alexandra.dk::7f701290-7113-44e4-8483-3cbeee116501" providerId="AD" clId="Web-{E5AA823D-8A3E-7B0E-AFB3-10E821DCE19D}" dt="2025-11-24T00:19:40.072" v="31" actId="20577"/>
          <ac:spMkLst>
            <pc:docMk/>
            <pc:sldMk cId="3160618486" sldId="2134806468"/>
            <ac:spMk id="2" creationId="{DDE87D8B-AEEC-1B66-B136-37078F0E46B4}"/>
          </ac:spMkLst>
        </pc:spChg>
        <pc:spChg chg="mod">
          <ac:chgData name="Benjamin Salling Hvass" userId="S::benjamin.hvass@alexandra.dk::7f701290-7113-44e4-8483-3cbeee116501" providerId="AD" clId="Web-{E5AA823D-8A3E-7B0E-AFB3-10E821DCE19D}" dt="2025-11-24T00:52:02.625" v="309" actId="20577"/>
          <ac:spMkLst>
            <pc:docMk/>
            <pc:sldMk cId="3160618486" sldId="2134806468"/>
            <ac:spMk id="3" creationId="{11A2819C-E4C6-3644-D96A-8F823B5ECDB5}"/>
          </ac:spMkLst>
        </pc:spChg>
      </pc:sldChg>
      <pc:sldChg chg="modSp new">
        <pc:chgData name="Benjamin Salling Hvass" userId="S::benjamin.hvass@alexandra.dk::7f701290-7113-44e4-8483-3cbeee116501" providerId="AD" clId="Web-{E5AA823D-8A3E-7B0E-AFB3-10E821DCE19D}" dt="2025-11-24T00:50:32.889" v="286" actId="20577"/>
        <pc:sldMkLst>
          <pc:docMk/>
          <pc:sldMk cId="2049029296" sldId="2134806469"/>
        </pc:sldMkLst>
        <pc:spChg chg="mod">
          <ac:chgData name="Benjamin Salling Hvass" userId="S::benjamin.hvass@alexandra.dk::7f701290-7113-44e4-8483-3cbeee116501" providerId="AD" clId="Web-{E5AA823D-8A3E-7B0E-AFB3-10E821DCE19D}" dt="2025-11-24T00:50:32.889" v="286" actId="20577"/>
          <ac:spMkLst>
            <pc:docMk/>
            <pc:sldMk cId="2049029296" sldId="2134806469"/>
            <ac:spMk id="2" creationId="{90213A79-805F-F750-359E-90A8F4BBB0FE}"/>
          </ac:spMkLst>
        </pc:spChg>
        <pc:spChg chg="mod">
          <ac:chgData name="Benjamin Salling Hvass" userId="S::benjamin.hvass@alexandra.dk::7f701290-7113-44e4-8483-3cbeee116501" providerId="AD" clId="Web-{E5AA823D-8A3E-7B0E-AFB3-10E821DCE19D}" dt="2025-11-24T00:50:25.310" v="282" actId="20577"/>
          <ac:spMkLst>
            <pc:docMk/>
            <pc:sldMk cId="2049029296" sldId="2134806469"/>
            <ac:spMk id="3" creationId="{16EE3B4E-6C3B-5130-806D-C3037F6AF4EB}"/>
          </ac:spMkLst>
        </pc:spChg>
      </pc:sldChg>
      <pc:sldChg chg="modSp add replId">
        <pc:chgData name="Benjamin Salling Hvass" userId="S::benjamin.hvass@alexandra.dk::7f701290-7113-44e4-8483-3cbeee116501" providerId="AD" clId="Web-{E5AA823D-8A3E-7B0E-AFB3-10E821DCE19D}" dt="2025-11-24T01:00:17.111" v="320" actId="20577"/>
        <pc:sldMkLst>
          <pc:docMk/>
          <pc:sldMk cId="3779304039" sldId="2134806470"/>
        </pc:sldMkLst>
        <pc:spChg chg="mod">
          <ac:chgData name="Benjamin Salling Hvass" userId="S::benjamin.hvass@alexandra.dk::7f701290-7113-44e4-8483-3cbeee116501" providerId="AD" clId="Web-{E5AA823D-8A3E-7B0E-AFB3-10E821DCE19D}" dt="2025-11-24T01:00:17.111" v="320" actId="20577"/>
          <ac:spMkLst>
            <pc:docMk/>
            <pc:sldMk cId="3779304039" sldId="2134806470"/>
            <ac:spMk id="3" creationId="{08C6973D-4C1F-1CEA-2D40-F68CE91D58C0}"/>
          </ac:spMkLst>
        </pc:spChg>
      </pc:sldChg>
    </pc:docChg>
  </pc:docChgLst>
  <pc:docChgLst>
    <pc:chgData name="Benjamin Salling Hvass" userId="S::benjamin.hvass@alexandra.dk::7f701290-7113-44e4-8483-3cbeee116501" providerId="AD" clId="Web-{ED48B6D3-0433-F785-4F02-A5FFD11A11F2}"/>
    <pc:docChg chg="addSld modSld">
      <pc:chgData name="Benjamin Salling Hvass" userId="S::benjamin.hvass@alexandra.dk::7f701290-7113-44e4-8483-3cbeee116501" providerId="AD" clId="Web-{ED48B6D3-0433-F785-4F02-A5FFD11A11F2}" dt="2025-11-18T05:43:22.336" v="34" actId="20577"/>
      <pc:docMkLst>
        <pc:docMk/>
      </pc:docMkLst>
      <pc:sldChg chg="modSp">
        <pc:chgData name="Benjamin Salling Hvass" userId="S::benjamin.hvass@alexandra.dk::7f701290-7113-44e4-8483-3cbeee116501" providerId="AD" clId="Web-{ED48B6D3-0433-F785-4F02-A5FFD11A11F2}" dt="2025-11-18T05:41:33.788" v="10" actId="20577"/>
        <pc:sldMkLst>
          <pc:docMk/>
          <pc:sldMk cId="1086786087" sldId="2134806449"/>
        </pc:sldMkLst>
        <pc:spChg chg="mod">
          <ac:chgData name="Benjamin Salling Hvass" userId="S::benjamin.hvass@alexandra.dk::7f701290-7113-44e4-8483-3cbeee116501" providerId="AD" clId="Web-{ED48B6D3-0433-F785-4F02-A5FFD11A11F2}" dt="2025-11-18T05:41:33.788" v="10" actId="20577"/>
          <ac:spMkLst>
            <pc:docMk/>
            <pc:sldMk cId="1086786087" sldId="2134806449"/>
            <ac:spMk id="2" creationId="{B25AE5F2-10E8-9803-4A5C-C8EA0B4C53FA}"/>
          </ac:spMkLst>
        </pc:spChg>
      </pc:sldChg>
      <pc:sldChg chg="modSp new">
        <pc:chgData name="Benjamin Salling Hvass" userId="S::benjamin.hvass@alexandra.dk::7f701290-7113-44e4-8483-3cbeee116501" providerId="AD" clId="Web-{ED48B6D3-0433-F785-4F02-A5FFD11A11F2}" dt="2025-11-18T05:42:07.538" v="16" actId="20577"/>
        <pc:sldMkLst>
          <pc:docMk/>
          <pc:sldMk cId="118054712" sldId="2134806451"/>
        </pc:sldMkLst>
        <pc:spChg chg="mod">
          <ac:chgData name="Benjamin Salling Hvass" userId="S::benjamin.hvass@alexandra.dk::7f701290-7113-44e4-8483-3cbeee116501" providerId="AD" clId="Web-{ED48B6D3-0433-F785-4F02-A5FFD11A11F2}" dt="2025-11-18T05:42:07.538" v="16" actId="20577"/>
          <ac:spMkLst>
            <pc:docMk/>
            <pc:sldMk cId="118054712" sldId="2134806451"/>
            <ac:spMk id="2" creationId="{F76C4502-D8F1-9BE4-B30D-81686F103537}"/>
          </ac:spMkLst>
        </pc:spChg>
      </pc:sldChg>
      <pc:sldChg chg="modSp new">
        <pc:chgData name="Benjamin Salling Hvass" userId="S::benjamin.hvass@alexandra.dk::7f701290-7113-44e4-8483-3cbeee116501" providerId="AD" clId="Web-{ED48B6D3-0433-F785-4F02-A5FFD11A11F2}" dt="2025-11-18T05:42:16.726" v="22" actId="20577"/>
        <pc:sldMkLst>
          <pc:docMk/>
          <pc:sldMk cId="1241182066" sldId="2134806452"/>
        </pc:sldMkLst>
        <pc:spChg chg="mod">
          <ac:chgData name="Benjamin Salling Hvass" userId="S::benjamin.hvass@alexandra.dk::7f701290-7113-44e4-8483-3cbeee116501" providerId="AD" clId="Web-{ED48B6D3-0433-F785-4F02-A5FFD11A11F2}" dt="2025-11-18T05:42:16.726" v="22" actId="20577"/>
          <ac:spMkLst>
            <pc:docMk/>
            <pc:sldMk cId="1241182066" sldId="2134806452"/>
            <ac:spMk id="2" creationId="{2D1506EA-5D5F-34B7-365B-590F854845F5}"/>
          </ac:spMkLst>
        </pc:spChg>
      </pc:sldChg>
    </pc:docChg>
  </pc:docChgLst>
  <pc:docChgLst>
    <pc:chgData name="Michael Bladt Stausholm" userId="aa5f8758-c00f-4915-8c94-9445905eb56e" providerId="ADAL" clId="{1F620B07-AEC0-4EB3-8BDA-EC04C980511D}"/>
    <pc:docChg chg="undo custSel addSld delSld modSld sldOrd">
      <pc:chgData name="Michael Bladt Stausholm" userId="aa5f8758-c00f-4915-8c94-9445905eb56e" providerId="ADAL" clId="{1F620B07-AEC0-4EB3-8BDA-EC04C980511D}" dt="2025-11-24T09:27:05.682" v="9447" actId="20577"/>
      <pc:docMkLst>
        <pc:docMk/>
      </pc:docMkLst>
      <pc:sldChg chg="modSp add mod">
        <pc:chgData name="Michael Bladt Stausholm" userId="aa5f8758-c00f-4915-8c94-9445905eb56e" providerId="ADAL" clId="{1F620B07-AEC0-4EB3-8BDA-EC04C980511D}" dt="2025-11-24T09:26:42.672" v="9445" actId="20577"/>
        <pc:sldMkLst>
          <pc:docMk/>
          <pc:sldMk cId="2961607684" sldId="1888"/>
        </pc:sldMkLst>
        <pc:spChg chg="mod">
          <ac:chgData name="Michael Bladt Stausholm" userId="aa5f8758-c00f-4915-8c94-9445905eb56e" providerId="ADAL" clId="{1F620B07-AEC0-4EB3-8BDA-EC04C980511D}" dt="2025-11-12T07:03:53.218" v="4873" actId="20577"/>
          <ac:spMkLst>
            <pc:docMk/>
            <pc:sldMk cId="2961607684" sldId="1888"/>
            <ac:spMk id="8" creationId="{E2599EFF-37C3-7C82-B8C4-D2A4E9350BDE}"/>
          </ac:spMkLst>
        </pc:spChg>
        <pc:graphicFrameChg chg="modGraphic">
          <ac:chgData name="Michael Bladt Stausholm" userId="aa5f8758-c00f-4915-8c94-9445905eb56e" providerId="ADAL" clId="{1F620B07-AEC0-4EB3-8BDA-EC04C980511D}" dt="2025-11-24T09:26:42.672" v="9445" actId="20577"/>
          <ac:graphicFrameMkLst>
            <pc:docMk/>
            <pc:sldMk cId="2961607684" sldId="1888"/>
            <ac:graphicFrameMk id="12" creationId="{5BD0F255-369E-C4EE-BA89-832751DDE2CB}"/>
          </ac:graphicFrameMkLst>
        </pc:graphicFrameChg>
      </pc:sldChg>
      <pc:sldChg chg="modSp mod">
        <pc:chgData name="Michael Bladt Stausholm" userId="aa5f8758-c00f-4915-8c94-9445905eb56e" providerId="ADAL" clId="{1F620B07-AEC0-4EB3-8BDA-EC04C980511D}" dt="2025-11-12T07:03:17.599" v="4870" actId="20577"/>
        <pc:sldMkLst>
          <pc:docMk/>
          <pc:sldMk cId="2507574537" sldId="2134806313"/>
        </pc:sldMkLst>
        <pc:spChg chg="mod">
          <ac:chgData name="Michael Bladt Stausholm" userId="aa5f8758-c00f-4915-8c94-9445905eb56e" providerId="ADAL" clId="{1F620B07-AEC0-4EB3-8BDA-EC04C980511D}" dt="2025-11-12T07:03:17.599" v="4870" actId="20577"/>
          <ac:spMkLst>
            <pc:docMk/>
            <pc:sldMk cId="2507574537" sldId="2134806313"/>
            <ac:spMk id="2" creationId="{89C4A075-F9AD-14F3-1AAA-09A909E50771}"/>
          </ac:spMkLst>
        </pc:spChg>
      </pc:sldChg>
      <pc:sldChg chg="modSp mod">
        <pc:chgData name="Michael Bladt Stausholm" userId="aa5f8758-c00f-4915-8c94-9445905eb56e" providerId="ADAL" clId="{1F620B07-AEC0-4EB3-8BDA-EC04C980511D}" dt="2025-11-12T07:05:50.291" v="4877" actId="20577"/>
        <pc:sldMkLst>
          <pc:docMk/>
          <pc:sldMk cId="3361298717" sldId="2134806319"/>
        </pc:sldMkLst>
        <pc:spChg chg="mod">
          <ac:chgData name="Michael Bladt Stausholm" userId="aa5f8758-c00f-4915-8c94-9445905eb56e" providerId="ADAL" clId="{1F620B07-AEC0-4EB3-8BDA-EC04C980511D}" dt="2025-11-12T07:05:42.898" v="4876" actId="20577"/>
          <ac:spMkLst>
            <pc:docMk/>
            <pc:sldMk cId="3361298717" sldId="2134806319"/>
            <ac:spMk id="2" creationId="{C34F7CB9-E6BC-581B-90A5-AD5F1F68F696}"/>
          </ac:spMkLst>
        </pc:spChg>
        <pc:spChg chg="mod">
          <ac:chgData name="Michael Bladt Stausholm" userId="aa5f8758-c00f-4915-8c94-9445905eb56e" providerId="ADAL" clId="{1F620B07-AEC0-4EB3-8BDA-EC04C980511D}" dt="2025-11-12T07:05:50.291" v="4877" actId="20577"/>
          <ac:spMkLst>
            <pc:docMk/>
            <pc:sldMk cId="3361298717" sldId="2134806319"/>
            <ac:spMk id="3" creationId="{02923B0A-B812-F549-4F9A-8596C2643841}"/>
          </ac:spMkLst>
        </pc:spChg>
      </pc:sldChg>
      <pc:sldChg chg="modSp mod">
        <pc:chgData name="Michael Bladt Stausholm" userId="aa5f8758-c00f-4915-8c94-9445905eb56e" providerId="ADAL" clId="{1F620B07-AEC0-4EB3-8BDA-EC04C980511D}" dt="2025-11-12T07:05:57.335" v="4878" actId="20577"/>
        <pc:sldMkLst>
          <pc:docMk/>
          <pc:sldMk cId="3475983600" sldId="2134806320"/>
        </pc:sldMkLst>
        <pc:spChg chg="mod">
          <ac:chgData name="Michael Bladt Stausholm" userId="aa5f8758-c00f-4915-8c94-9445905eb56e" providerId="ADAL" clId="{1F620B07-AEC0-4EB3-8BDA-EC04C980511D}" dt="2025-11-10T08:58:25.404" v="4861" actId="20577"/>
          <ac:spMkLst>
            <pc:docMk/>
            <pc:sldMk cId="3475983600" sldId="2134806320"/>
            <ac:spMk id="2" creationId="{4656D7C5-CBFD-C265-650F-52940EC4BD88}"/>
          </ac:spMkLst>
        </pc:spChg>
        <pc:spChg chg="mod">
          <ac:chgData name="Michael Bladt Stausholm" userId="aa5f8758-c00f-4915-8c94-9445905eb56e" providerId="ADAL" clId="{1F620B07-AEC0-4EB3-8BDA-EC04C980511D}" dt="2025-11-12T07:05:57.335" v="4878" actId="20577"/>
          <ac:spMkLst>
            <pc:docMk/>
            <pc:sldMk cId="3475983600" sldId="2134806320"/>
            <ac:spMk id="3" creationId="{10D2D3E0-6112-F008-70C9-70E4A2EAE0E2}"/>
          </ac:spMkLst>
        </pc:spChg>
      </pc:sldChg>
      <pc:sldChg chg="modSp add del mod">
        <pc:chgData name="Michael Bladt Stausholm" userId="aa5f8758-c00f-4915-8c94-9445905eb56e" providerId="ADAL" clId="{1F620B07-AEC0-4EB3-8BDA-EC04C980511D}" dt="2025-11-12T07:44:56.750" v="6662" actId="20577"/>
        <pc:sldMkLst>
          <pc:docMk/>
          <pc:sldMk cId="2199203141" sldId="2134806329"/>
        </pc:sldMkLst>
        <pc:spChg chg="mod">
          <ac:chgData name="Michael Bladt Stausholm" userId="aa5f8758-c00f-4915-8c94-9445905eb56e" providerId="ADAL" clId="{1F620B07-AEC0-4EB3-8BDA-EC04C980511D}" dt="2025-11-12T07:08:08.787" v="4951" actId="20577"/>
          <ac:spMkLst>
            <pc:docMk/>
            <pc:sldMk cId="2199203141" sldId="2134806329"/>
            <ac:spMk id="2" creationId="{63D614C2-CA27-11BD-368F-8C84B66843F5}"/>
          </ac:spMkLst>
        </pc:spChg>
        <pc:spChg chg="mod">
          <ac:chgData name="Michael Bladt Stausholm" userId="aa5f8758-c00f-4915-8c94-9445905eb56e" providerId="ADAL" clId="{1F620B07-AEC0-4EB3-8BDA-EC04C980511D}" dt="2025-11-12T07:44:56.750" v="6662" actId="20577"/>
          <ac:spMkLst>
            <pc:docMk/>
            <pc:sldMk cId="2199203141" sldId="2134806329"/>
            <ac:spMk id="3" creationId="{BC01F7F2-DA63-AB61-A9C9-C240EF6B4D6E}"/>
          </ac:spMkLst>
        </pc:spChg>
      </pc:sldChg>
      <pc:sldChg chg="addSp delSp modSp add mod">
        <pc:chgData name="Michael Bladt Stausholm" userId="aa5f8758-c00f-4915-8c94-9445905eb56e" providerId="ADAL" clId="{1F620B07-AEC0-4EB3-8BDA-EC04C980511D}" dt="2025-11-20T09:39:30.882" v="9238" actId="1076"/>
        <pc:sldMkLst>
          <pc:docMk/>
          <pc:sldMk cId="851943954" sldId="2134806396"/>
        </pc:sldMkLst>
        <pc:spChg chg="mod">
          <ac:chgData name="Michael Bladt Stausholm" userId="aa5f8758-c00f-4915-8c94-9445905eb56e" providerId="ADAL" clId="{1F620B07-AEC0-4EB3-8BDA-EC04C980511D}" dt="2025-11-12T16:27:10.734" v="8192" actId="20577"/>
          <ac:spMkLst>
            <pc:docMk/>
            <pc:sldMk cId="851943954" sldId="2134806396"/>
            <ac:spMk id="3" creationId="{2825E0D0-4E06-3E84-3F29-31DB0FAAB99E}"/>
          </ac:spMkLst>
        </pc:spChg>
        <pc:spChg chg="add mod">
          <ac:chgData name="Michael Bladt Stausholm" userId="aa5f8758-c00f-4915-8c94-9445905eb56e" providerId="ADAL" clId="{1F620B07-AEC0-4EB3-8BDA-EC04C980511D}" dt="2025-11-20T09:39:30.882" v="9238" actId="1076"/>
          <ac:spMkLst>
            <pc:docMk/>
            <pc:sldMk cId="851943954" sldId="2134806396"/>
            <ac:spMk id="9" creationId="{CFCB7EB1-408F-30BE-56EA-CECAD0838DDF}"/>
          </ac:spMkLst>
        </pc:spChg>
        <pc:picChg chg="mod">
          <ac:chgData name="Michael Bladt Stausholm" userId="aa5f8758-c00f-4915-8c94-9445905eb56e" providerId="ADAL" clId="{1F620B07-AEC0-4EB3-8BDA-EC04C980511D}" dt="2025-11-12T16:27:50.674" v="8197" actId="1076"/>
          <ac:picMkLst>
            <pc:docMk/>
            <pc:sldMk cId="851943954" sldId="2134806396"/>
            <ac:picMk id="11" creationId="{28FF2037-443D-EB9A-844C-995F627E6116}"/>
          </ac:picMkLst>
        </pc:picChg>
        <pc:picChg chg="mod">
          <ac:chgData name="Michael Bladt Stausholm" userId="aa5f8758-c00f-4915-8c94-9445905eb56e" providerId="ADAL" clId="{1F620B07-AEC0-4EB3-8BDA-EC04C980511D}" dt="2025-11-12T16:28:28.193" v="8198" actId="1076"/>
          <ac:picMkLst>
            <pc:docMk/>
            <pc:sldMk cId="851943954" sldId="2134806396"/>
            <ac:picMk id="15" creationId="{50B5B49F-08C2-FB18-75EF-2C3725AAAF47}"/>
          </ac:picMkLst>
        </pc:picChg>
        <pc:picChg chg="add del mod">
          <ac:chgData name="Michael Bladt Stausholm" userId="aa5f8758-c00f-4915-8c94-9445905eb56e" providerId="ADAL" clId="{1F620B07-AEC0-4EB3-8BDA-EC04C980511D}" dt="2025-11-12T16:29:33.545" v="8209" actId="1076"/>
          <ac:picMkLst>
            <pc:docMk/>
            <pc:sldMk cId="851943954" sldId="2134806396"/>
            <ac:picMk id="16" creationId="{8DA9E566-1A30-BDC2-6801-7A8F37AFC5B1}"/>
          </ac:picMkLst>
        </pc:picChg>
      </pc:sldChg>
      <pc:sldChg chg="modSp add del mod">
        <pc:chgData name="Michael Bladt Stausholm" userId="aa5f8758-c00f-4915-8c94-9445905eb56e" providerId="ADAL" clId="{1F620B07-AEC0-4EB3-8BDA-EC04C980511D}" dt="2025-11-12T07:20:30.971" v="5683" actId="20577"/>
        <pc:sldMkLst>
          <pc:docMk/>
          <pc:sldMk cId="1449542866" sldId="2134806410"/>
        </pc:sldMkLst>
        <pc:spChg chg="mod">
          <ac:chgData name="Michael Bladt Stausholm" userId="aa5f8758-c00f-4915-8c94-9445905eb56e" providerId="ADAL" clId="{1F620B07-AEC0-4EB3-8BDA-EC04C980511D}" dt="2025-11-12T07:10:06.112" v="5163" actId="20577"/>
          <ac:spMkLst>
            <pc:docMk/>
            <pc:sldMk cId="1449542866" sldId="2134806410"/>
            <ac:spMk id="2" creationId="{0B65A7FF-71EA-4871-D18C-877B2D85A364}"/>
          </ac:spMkLst>
        </pc:spChg>
        <pc:spChg chg="mod">
          <ac:chgData name="Michael Bladt Stausholm" userId="aa5f8758-c00f-4915-8c94-9445905eb56e" providerId="ADAL" clId="{1F620B07-AEC0-4EB3-8BDA-EC04C980511D}" dt="2025-11-12T07:20:30.971" v="5683" actId="20577"/>
          <ac:spMkLst>
            <pc:docMk/>
            <pc:sldMk cId="1449542866" sldId="2134806410"/>
            <ac:spMk id="7" creationId="{A09F2C20-70B9-AE15-BCD4-C6EB0A31F5C9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2T07:06:44.207" v="4932" actId="20577"/>
        <pc:sldMkLst>
          <pc:docMk/>
          <pc:sldMk cId="3013199534" sldId="2134806417"/>
        </pc:sldMkLst>
        <pc:spChg chg="mod">
          <ac:chgData name="Michael Bladt Stausholm" userId="aa5f8758-c00f-4915-8c94-9445905eb56e" providerId="ADAL" clId="{1F620B07-AEC0-4EB3-8BDA-EC04C980511D}" dt="2025-11-12T07:06:30.721" v="4913" actId="20577"/>
          <ac:spMkLst>
            <pc:docMk/>
            <pc:sldMk cId="3013199534" sldId="2134806417"/>
            <ac:spMk id="2" creationId="{DA5C6F4E-F8A8-031B-374E-247AA0AA33A0}"/>
          </ac:spMkLst>
        </pc:spChg>
        <pc:spChg chg="mod">
          <ac:chgData name="Michael Bladt Stausholm" userId="aa5f8758-c00f-4915-8c94-9445905eb56e" providerId="ADAL" clId="{1F620B07-AEC0-4EB3-8BDA-EC04C980511D}" dt="2025-11-12T07:06:44.207" v="4932" actId="20577"/>
          <ac:spMkLst>
            <pc:docMk/>
            <pc:sldMk cId="3013199534" sldId="2134806417"/>
            <ac:spMk id="3" creationId="{CFC36017-20E6-D4CE-DA13-04E90AA269CC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2T07:07:47.006" v="4933"/>
        <pc:sldMkLst>
          <pc:docMk/>
          <pc:sldMk cId="1262574803" sldId="2134806418"/>
        </pc:sldMkLst>
        <pc:spChg chg="mod">
          <ac:chgData name="Michael Bladt Stausholm" userId="aa5f8758-c00f-4915-8c94-9445905eb56e" providerId="ADAL" clId="{1F620B07-AEC0-4EB3-8BDA-EC04C980511D}" dt="2025-11-10T08:58:34.383" v="4862" actId="20577"/>
          <ac:spMkLst>
            <pc:docMk/>
            <pc:sldMk cId="1262574803" sldId="2134806418"/>
            <ac:spMk id="2" creationId="{E37FA3FC-E4CB-DBB5-A170-EC44D7928D32}"/>
          </ac:spMkLst>
        </pc:spChg>
        <pc:spChg chg="mod">
          <ac:chgData name="Michael Bladt Stausholm" userId="aa5f8758-c00f-4915-8c94-9445905eb56e" providerId="ADAL" clId="{1F620B07-AEC0-4EB3-8BDA-EC04C980511D}" dt="2025-11-12T07:07:47.006" v="4933"/>
          <ac:spMkLst>
            <pc:docMk/>
            <pc:sldMk cId="1262574803" sldId="2134806418"/>
            <ac:spMk id="3" creationId="{47A4B97A-C571-2BB5-5EDC-8058E339AE75}"/>
          </ac:spMkLst>
        </pc:spChg>
      </pc:sldChg>
      <pc:sldChg chg="modSp add mod ord">
        <pc:chgData name="Michael Bladt Stausholm" userId="aa5f8758-c00f-4915-8c94-9445905eb56e" providerId="ADAL" clId="{1F620B07-AEC0-4EB3-8BDA-EC04C980511D}" dt="2025-11-24T09:27:05.682" v="9447" actId="20577"/>
        <pc:sldMkLst>
          <pc:docMk/>
          <pc:sldMk cId="1397647388" sldId="2134806421"/>
        </pc:sldMkLst>
        <pc:spChg chg="mod">
          <ac:chgData name="Michael Bladt Stausholm" userId="aa5f8758-c00f-4915-8c94-9445905eb56e" providerId="ADAL" clId="{1F620B07-AEC0-4EB3-8BDA-EC04C980511D}" dt="2025-11-24T09:27:05.682" v="9447" actId="20577"/>
          <ac:spMkLst>
            <pc:docMk/>
            <pc:sldMk cId="1397647388" sldId="2134806421"/>
            <ac:spMk id="5" creationId="{2E44D6A8-AA8D-BA4C-6996-C2DC38C2A2F2}"/>
          </ac:spMkLst>
        </pc:spChg>
      </pc:sldChg>
      <pc:sldChg chg="modSp add mod ord">
        <pc:chgData name="Michael Bladt Stausholm" userId="aa5f8758-c00f-4915-8c94-9445905eb56e" providerId="ADAL" clId="{1F620B07-AEC0-4EB3-8BDA-EC04C980511D}" dt="2025-11-12T16:12:54.874" v="8046" actId="20577"/>
        <pc:sldMkLst>
          <pc:docMk/>
          <pc:sldMk cId="3073030767" sldId="2134806422"/>
        </pc:sldMkLst>
        <pc:spChg chg="mod">
          <ac:chgData name="Michael Bladt Stausholm" userId="aa5f8758-c00f-4915-8c94-9445905eb56e" providerId="ADAL" clId="{1F620B07-AEC0-4EB3-8BDA-EC04C980511D}" dt="2025-11-12T07:20:46.557" v="5704" actId="20577"/>
          <ac:spMkLst>
            <pc:docMk/>
            <pc:sldMk cId="3073030767" sldId="2134806422"/>
            <ac:spMk id="2" creationId="{8D986BD1-E7F4-CE78-A23B-3C4FB0C683BC}"/>
          </ac:spMkLst>
        </pc:spChg>
        <pc:spChg chg="mod">
          <ac:chgData name="Michael Bladt Stausholm" userId="aa5f8758-c00f-4915-8c94-9445905eb56e" providerId="ADAL" clId="{1F620B07-AEC0-4EB3-8BDA-EC04C980511D}" dt="2025-11-12T16:12:54.874" v="8046" actId="20577"/>
          <ac:spMkLst>
            <pc:docMk/>
            <pc:sldMk cId="3073030767" sldId="2134806422"/>
            <ac:spMk id="3" creationId="{8095FDE6-262C-A134-971E-56F141B7C82E}"/>
          </ac:spMkLst>
        </pc:spChg>
      </pc:sldChg>
      <pc:sldChg chg="modSp add mod ord">
        <pc:chgData name="Michael Bladt Stausholm" userId="aa5f8758-c00f-4915-8c94-9445905eb56e" providerId="ADAL" clId="{1F620B07-AEC0-4EB3-8BDA-EC04C980511D}" dt="2025-11-12T16:33:47.515" v="8285" actId="20577"/>
        <pc:sldMkLst>
          <pc:docMk/>
          <pc:sldMk cId="2971589110" sldId="2134806424"/>
        </pc:sldMkLst>
        <pc:spChg chg="mod">
          <ac:chgData name="Michael Bladt Stausholm" userId="aa5f8758-c00f-4915-8c94-9445905eb56e" providerId="ADAL" clId="{1F620B07-AEC0-4EB3-8BDA-EC04C980511D}" dt="2025-11-12T16:33:47.515" v="8285" actId="20577"/>
          <ac:spMkLst>
            <pc:docMk/>
            <pc:sldMk cId="2971589110" sldId="2134806424"/>
            <ac:spMk id="5" creationId="{71C04C12-C5DD-9444-D683-72E9C536EB2C}"/>
          </ac:spMkLst>
        </pc:spChg>
      </pc:sldChg>
      <pc:sldChg chg="add">
        <pc:chgData name="Michael Bladt Stausholm" userId="aa5f8758-c00f-4915-8c94-9445905eb56e" providerId="ADAL" clId="{1F620B07-AEC0-4EB3-8BDA-EC04C980511D}" dt="2025-11-07T12:04:36.748" v="1694"/>
        <pc:sldMkLst>
          <pc:docMk/>
          <pc:sldMk cId="1403252585" sldId="2134806425"/>
        </pc:sldMkLst>
      </pc:sldChg>
      <pc:sldChg chg="addSp delSp modSp add mod">
        <pc:chgData name="Michael Bladt Stausholm" userId="aa5f8758-c00f-4915-8c94-9445905eb56e" providerId="ADAL" clId="{1F620B07-AEC0-4EB3-8BDA-EC04C980511D}" dt="2025-11-21T12:48:35.083" v="9432" actId="20577"/>
        <pc:sldMkLst>
          <pc:docMk/>
          <pc:sldMk cId="28783354" sldId="2134806428"/>
        </pc:sldMkLst>
        <pc:spChg chg="mod">
          <ac:chgData name="Michael Bladt Stausholm" userId="aa5f8758-c00f-4915-8c94-9445905eb56e" providerId="ADAL" clId="{1F620B07-AEC0-4EB3-8BDA-EC04C980511D}" dt="2025-11-07T12:11:30.238" v="2173" actId="20577"/>
          <ac:spMkLst>
            <pc:docMk/>
            <pc:sldMk cId="28783354" sldId="2134806428"/>
            <ac:spMk id="2" creationId="{02F9CA58-8001-BD88-2ADF-BBA70150AF16}"/>
          </ac:spMkLst>
        </pc:spChg>
        <pc:spChg chg="mod">
          <ac:chgData name="Michael Bladt Stausholm" userId="aa5f8758-c00f-4915-8c94-9445905eb56e" providerId="ADAL" clId="{1F620B07-AEC0-4EB3-8BDA-EC04C980511D}" dt="2025-11-21T12:48:35.083" v="9432" actId="20577"/>
          <ac:spMkLst>
            <pc:docMk/>
            <pc:sldMk cId="28783354" sldId="2134806428"/>
            <ac:spMk id="3" creationId="{46E3E375-E7D4-D10D-4D6D-C33E15589DE7}"/>
          </ac:spMkLst>
        </pc:spChg>
      </pc:sldChg>
      <pc:sldChg chg="modSp add mod">
        <pc:chgData name="Michael Bladt Stausholm" userId="aa5f8758-c00f-4915-8c94-9445905eb56e" providerId="ADAL" clId="{1F620B07-AEC0-4EB3-8BDA-EC04C980511D}" dt="2025-11-07T13:15:24.527" v="4556" actId="20577"/>
        <pc:sldMkLst>
          <pc:docMk/>
          <pc:sldMk cId="2384861856" sldId="2134806432"/>
        </pc:sldMkLst>
        <pc:spChg chg="mod">
          <ac:chgData name="Michael Bladt Stausholm" userId="aa5f8758-c00f-4915-8c94-9445905eb56e" providerId="ADAL" clId="{1F620B07-AEC0-4EB3-8BDA-EC04C980511D}" dt="2025-11-07T13:15:24.527" v="4556" actId="20577"/>
          <ac:spMkLst>
            <pc:docMk/>
            <pc:sldMk cId="2384861856" sldId="2134806432"/>
            <ac:spMk id="2" creationId="{847C13C5-09B6-8968-0EA3-B990B17AC3BA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0T08:58:48.863" v="4863" actId="20577"/>
        <pc:sldMkLst>
          <pc:docMk/>
          <pc:sldMk cId="1430169242" sldId="2134806433"/>
        </pc:sldMkLst>
        <pc:spChg chg="mod">
          <ac:chgData name="Michael Bladt Stausholm" userId="aa5f8758-c00f-4915-8c94-9445905eb56e" providerId="ADAL" clId="{1F620B07-AEC0-4EB3-8BDA-EC04C980511D}" dt="2025-11-10T08:58:48.863" v="4863" actId="20577"/>
          <ac:spMkLst>
            <pc:docMk/>
            <pc:sldMk cId="1430169242" sldId="2134806433"/>
            <ac:spMk id="2" creationId="{DDF31972-3254-0B76-8744-A30E2E272E17}"/>
          </ac:spMkLst>
        </pc:spChg>
        <pc:spChg chg="mod">
          <ac:chgData name="Michael Bladt Stausholm" userId="aa5f8758-c00f-4915-8c94-9445905eb56e" providerId="ADAL" clId="{1F620B07-AEC0-4EB3-8BDA-EC04C980511D}" dt="2025-11-07T13:16:18.910" v="4575" actId="113"/>
          <ac:spMkLst>
            <pc:docMk/>
            <pc:sldMk cId="1430169242" sldId="2134806433"/>
            <ac:spMk id="3" creationId="{E8DA2825-B4F4-9464-335F-267A9C805FEF}"/>
          </ac:spMkLst>
        </pc:spChg>
      </pc:sldChg>
      <pc:sldChg chg="add">
        <pc:chgData name="Michael Bladt Stausholm" userId="aa5f8758-c00f-4915-8c94-9445905eb56e" providerId="ADAL" clId="{1F620B07-AEC0-4EB3-8BDA-EC04C980511D}" dt="2025-11-07T13:16:52.989" v="4576"/>
        <pc:sldMkLst>
          <pc:docMk/>
          <pc:sldMk cId="1847678169" sldId="2134806436"/>
        </pc:sldMkLst>
      </pc:sldChg>
      <pc:sldChg chg="modSp add mod">
        <pc:chgData name="Michael Bladt Stausholm" userId="aa5f8758-c00f-4915-8c94-9445905eb56e" providerId="ADAL" clId="{1F620B07-AEC0-4EB3-8BDA-EC04C980511D}" dt="2025-11-07T13:17:36.724" v="4670" actId="20577"/>
        <pc:sldMkLst>
          <pc:docMk/>
          <pc:sldMk cId="2861312240" sldId="2134806438"/>
        </pc:sldMkLst>
        <pc:spChg chg="mod">
          <ac:chgData name="Michael Bladt Stausholm" userId="aa5f8758-c00f-4915-8c94-9445905eb56e" providerId="ADAL" clId="{1F620B07-AEC0-4EB3-8BDA-EC04C980511D}" dt="2025-11-07T13:17:29.941" v="4653" actId="20577"/>
          <ac:spMkLst>
            <pc:docMk/>
            <pc:sldMk cId="2861312240" sldId="2134806438"/>
            <ac:spMk id="2" creationId="{93C086FE-3C5C-F63D-9508-884CF6D42397}"/>
          </ac:spMkLst>
        </pc:spChg>
        <pc:spChg chg="mod">
          <ac:chgData name="Michael Bladt Stausholm" userId="aa5f8758-c00f-4915-8c94-9445905eb56e" providerId="ADAL" clId="{1F620B07-AEC0-4EB3-8BDA-EC04C980511D}" dt="2025-11-07T13:17:36.724" v="4670" actId="20577"/>
          <ac:spMkLst>
            <pc:docMk/>
            <pc:sldMk cId="2861312240" sldId="2134806438"/>
            <ac:spMk id="3" creationId="{FB9E51CD-A836-211F-5CA7-53564C9D02BB}"/>
          </ac:spMkLst>
        </pc:spChg>
      </pc:sldChg>
      <pc:sldChg chg="modSp add mod ord">
        <pc:chgData name="Michael Bladt Stausholm" userId="aa5f8758-c00f-4915-8c94-9445905eb56e" providerId="ADAL" clId="{1F620B07-AEC0-4EB3-8BDA-EC04C980511D}" dt="2025-11-12T16:15:36.860" v="8165" actId="20577"/>
        <pc:sldMkLst>
          <pc:docMk/>
          <pc:sldMk cId="2026435268" sldId="2134806439"/>
        </pc:sldMkLst>
        <pc:spChg chg="mod">
          <ac:chgData name="Michael Bladt Stausholm" userId="aa5f8758-c00f-4915-8c94-9445905eb56e" providerId="ADAL" clId="{1F620B07-AEC0-4EB3-8BDA-EC04C980511D}" dt="2025-11-12T16:15:15.566" v="8126" actId="20577"/>
          <ac:spMkLst>
            <pc:docMk/>
            <pc:sldMk cId="2026435268" sldId="2134806439"/>
            <ac:spMk id="2" creationId="{A3B8E138-66BB-DB38-1F92-D5B7021AFCC9}"/>
          </ac:spMkLst>
        </pc:spChg>
        <pc:spChg chg="mod">
          <ac:chgData name="Michael Bladt Stausholm" userId="aa5f8758-c00f-4915-8c94-9445905eb56e" providerId="ADAL" clId="{1F620B07-AEC0-4EB3-8BDA-EC04C980511D}" dt="2025-11-12T16:15:36.860" v="8165" actId="20577"/>
          <ac:spMkLst>
            <pc:docMk/>
            <pc:sldMk cId="2026435268" sldId="2134806439"/>
            <ac:spMk id="3" creationId="{1AC3FD62-4679-B340-FB8C-82B6292AC124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2T16:14:45.434" v="8099" actId="20577"/>
        <pc:sldMkLst>
          <pc:docMk/>
          <pc:sldMk cId="540980843" sldId="2134806440"/>
        </pc:sldMkLst>
        <pc:spChg chg="mod">
          <ac:chgData name="Michael Bladt Stausholm" userId="aa5f8758-c00f-4915-8c94-9445905eb56e" providerId="ADAL" clId="{1F620B07-AEC0-4EB3-8BDA-EC04C980511D}" dt="2025-11-12T16:14:04.605" v="8083" actId="20577"/>
          <ac:spMkLst>
            <pc:docMk/>
            <pc:sldMk cId="540980843" sldId="2134806440"/>
            <ac:spMk id="2" creationId="{1F9FD936-7DB3-04D1-68C3-E1ABFB1CFD03}"/>
          </ac:spMkLst>
        </pc:spChg>
        <pc:spChg chg="mod">
          <ac:chgData name="Michael Bladt Stausholm" userId="aa5f8758-c00f-4915-8c94-9445905eb56e" providerId="ADAL" clId="{1F620B07-AEC0-4EB3-8BDA-EC04C980511D}" dt="2025-11-12T16:14:45.434" v="8099" actId="20577"/>
          <ac:spMkLst>
            <pc:docMk/>
            <pc:sldMk cId="540980843" sldId="2134806440"/>
            <ac:spMk id="3" creationId="{A3CD6558-1045-2254-532A-ADE7C47E5874}"/>
          </ac:spMkLst>
        </pc:spChg>
      </pc:sldChg>
      <pc:sldChg chg="modSp add mod ord">
        <pc:chgData name="Michael Bladt Stausholm" userId="aa5f8758-c00f-4915-8c94-9445905eb56e" providerId="ADAL" clId="{1F620B07-AEC0-4EB3-8BDA-EC04C980511D}" dt="2025-11-12T16:12:36.888" v="8038"/>
        <pc:sldMkLst>
          <pc:docMk/>
          <pc:sldMk cId="362799943" sldId="2134806441"/>
        </pc:sldMkLst>
        <pc:spChg chg="mod">
          <ac:chgData name="Michael Bladt Stausholm" userId="aa5f8758-c00f-4915-8c94-9445905eb56e" providerId="ADAL" clId="{1F620B07-AEC0-4EB3-8BDA-EC04C980511D}" dt="2025-11-12T07:49:37.310" v="6903" actId="20577"/>
          <ac:spMkLst>
            <pc:docMk/>
            <pc:sldMk cId="362799943" sldId="2134806441"/>
            <ac:spMk id="2" creationId="{B0EF5C3D-5FDA-8E09-C17E-F916D3C71D1E}"/>
          </ac:spMkLst>
        </pc:spChg>
        <pc:spChg chg="mod">
          <ac:chgData name="Michael Bladt Stausholm" userId="aa5f8758-c00f-4915-8c94-9445905eb56e" providerId="ADAL" clId="{1F620B07-AEC0-4EB3-8BDA-EC04C980511D}" dt="2025-11-12T07:51:21.565" v="7121" actId="20577"/>
          <ac:spMkLst>
            <pc:docMk/>
            <pc:sldMk cId="362799943" sldId="2134806441"/>
            <ac:spMk id="3" creationId="{872662AA-7B78-B5DD-A4AE-547B56B221F7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2T17:51:39.082" v="8992" actId="20577"/>
        <pc:sldMkLst>
          <pc:docMk/>
          <pc:sldMk cId="2853482108" sldId="2134806443"/>
        </pc:sldMkLst>
        <pc:spChg chg="mod">
          <ac:chgData name="Michael Bladt Stausholm" userId="aa5f8758-c00f-4915-8c94-9445905eb56e" providerId="ADAL" clId="{1F620B07-AEC0-4EB3-8BDA-EC04C980511D}" dt="2025-11-12T07:58:54.552" v="7321" actId="20577"/>
          <ac:spMkLst>
            <pc:docMk/>
            <pc:sldMk cId="2853482108" sldId="2134806443"/>
            <ac:spMk id="2" creationId="{F7F72E11-B5F0-DAB5-B0CA-E0F49D32645E}"/>
          </ac:spMkLst>
        </pc:spChg>
        <pc:spChg chg="mod">
          <ac:chgData name="Michael Bladt Stausholm" userId="aa5f8758-c00f-4915-8c94-9445905eb56e" providerId="ADAL" clId="{1F620B07-AEC0-4EB3-8BDA-EC04C980511D}" dt="2025-11-12T17:51:39.082" v="8992" actId="20577"/>
          <ac:spMkLst>
            <pc:docMk/>
            <pc:sldMk cId="2853482108" sldId="2134806443"/>
            <ac:spMk id="7" creationId="{1F60B2D9-DB48-B7B5-C1C3-082891D4FE01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2T16:08:09.845" v="7822" actId="20577"/>
        <pc:sldMkLst>
          <pc:docMk/>
          <pc:sldMk cId="1369535187" sldId="2134806444"/>
        </pc:sldMkLst>
        <pc:spChg chg="mod">
          <ac:chgData name="Michael Bladt Stausholm" userId="aa5f8758-c00f-4915-8c94-9445905eb56e" providerId="ADAL" clId="{1F620B07-AEC0-4EB3-8BDA-EC04C980511D}" dt="2025-11-12T16:06:24.252" v="7581" actId="20577"/>
          <ac:spMkLst>
            <pc:docMk/>
            <pc:sldMk cId="1369535187" sldId="2134806444"/>
            <ac:spMk id="2" creationId="{BC73F528-0DF6-E893-F024-DD8672765BFB}"/>
          </ac:spMkLst>
        </pc:spChg>
        <pc:spChg chg="mod">
          <ac:chgData name="Michael Bladt Stausholm" userId="aa5f8758-c00f-4915-8c94-9445905eb56e" providerId="ADAL" clId="{1F620B07-AEC0-4EB3-8BDA-EC04C980511D}" dt="2025-11-12T16:08:09.845" v="7822" actId="20577"/>
          <ac:spMkLst>
            <pc:docMk/>
            <pc:sldMk cId="1369535187" sldId="2134806444"/>
            <ac:spMk id="7" creationId="{561A48F2-BA25-2250-40EB-5B93CD6D174C}"/>
          </ac:spMkLst>
        </pc:spChg>
      </pc:sldChg>
      <pc:sldChg chg="modSp add mod">
        <pc:chgData name="Michael Bladt Stausholm" userId="aa5f8758-c00f-4915-8c94-9445905eb56e" providerId="ADAL" clId="{1F620B07-AEC0-4EB3-8BDA-EC04C980511D}" dt="2025-11-12T16:10:44.660" v="7929" actId="20577"/>
        <pc:sldMkLst>
          <pc:docMk/>
          <pc:sldMk cId="461012673" sldId="2134806445"/>
        </pc:sldMkLst>
        <pc:spChg chg="mod">
          <ac:chgData name="Michael Bladt Stausholm" userId="aa5f8758-c00f-4915-8c94-9445905eb56e" providerId="ADAL" clId="{1F620B07-AEC0-4EB3-8BDA-EC04C980511D}" dt="2025-11-12T16:10:44.660" v="7929" actId="20577"/>
          <ac:spMkLst>
            <pc:docMk/>
            <pc:sldMk cId="461012673" sldId="2134806445"/>
            <ac:spMk id="3" creationId="{C1667A6C-32FB-6C63-40A9-894C55C23A01}"/>
          </ac:spMkLst>
        </pc:spChg>
      </pc:sldChg>
      <pc:sldChg chg="addSp delSp modSp add mod">
        <pc:chgData name="Michael Bladt Stausholm" userId="aa5f8758-c00f-4915-8c94-9445905eb56e" providerId="ADAL" clId="{1F620B07-AEC0-4EB3-8BDA-EC04C980511D}" dt="2025-11-20T09:39:39.247" v="9240" actId="1076"/>
        <pc:sldMkLst>
          <pc:docMk/>
          <pc:sldMk cId="1581142906" sldId="2134806446"/>
        </pc:sldMkLst>
        <pc:spChg chg="mod">
          <ac:chgData name="Michael Bladt Stausholm" userId="aa5f8758-c00f-4915-8c94-9445905eb56e" providerId="ADAL" clId="{1F620B07-AEC0-4EB3-8BDA-EC04C980511D}" dt="2025-11-12T16:32:53.725" v="8269" actId="20577"/>
          <ac:spMkLst>
            <pc:docMk/>
            <pc:sldMk cId="1581142906" sldId="2134806446"/>
            <ac:spMk id="3" creationId="{8AE52129-3DB1-B55C-EBCF-08645FA97BEE}"/>
          </ac:spMkLst>
        </pc:spChg>
        <pc:spChg chg="add mod">
          <ac:chgData name="Michael Bladt Stausholm" userId="aa5f8758-c00f-4915-8c94-9445905eb56e" providerId="ADAL" clId="{1F620B07-AEC0-4EB3-8BDA-EC04C980511D}" dt="2025-11-20T09:39:39.247" v="9240" actId="1076"/>
          <ac:spMkLst>
            <pc:docMk/>
            <pc:sldMk cId="1581142906" sldId="2134806446"/>
            <ac:spMk id="16" creationId="{5D5DE537-5848-4B7F-0C97-C5DB19BD6E02}"/>
          </ac:spMkLst>
        </pc:spChg>
        <pc:picChg chg="mod">
          <ac:chgData name="Michael Bladt Stausholm" userId="aa5f8758-c00f-4915-8c94-9445905eb56e" providerId="ADAL" clId="{1F620B07-AEC0-4EB3-8BDA-EC04C980511D}" dt="2025-11-12T16:31:46.396" v="8230" actId="207"/>
          <ac:picMkLst>
            <pc:docMk/>
            <pc:sldMk cId="1581142906" sldId="2134806446"/>
            <ac:picMk id="8" creationId="{AB8BDECB-5BA1-5992-82FF-3C6D89617A23}"/>
          </ac:picMkLst>
        </pc:picChg>
        <pc:picChg chg="add mod">
          <ac:chgData name="Michael Bladt Stausholm" userId="aa5f8758-c00f-4915-8c94-9445905eb56e" providerId="ADAL" clId="{1F620B07-AEC0-4EB3-8BDA-EC04C980511D}" dt="2025-11-12T16:31:04.467" v="8225" actId="1076"/>
          <ac:picMkLst>
            <pc:docMk/>
            <pc:sldMk cId="1581142906" sldId="2134806446"/>
            <ac:picMk id="9" creationId="{27032B1F-74F4-1417-0FB5-C3675DCEA26A}"/>
          </ac:picMkLst>
        </pc:picChg>
        <pc:picChg chg="mod">
          <ac:chgData name="Michael Bladt Stausholm" userId="aa5f8758-c00f-4915-8c94-9445905eb56e" providerId="ADAL" clId="{1F620B07-AEC0-4EB3-8BDA-EC04C980511D}" dt="2025-11-12T16:31:46.396" v="8230" actId="207"/>
          <ac:picMkLst>
            <pc:docMk/>
            <pc:sldMk cId="1581142906" sldId="2134806446"/>
            <ac:picMk id="10" creationId="{3F2AC5F3-60C3-372D-5A5F-824A3801806A}"/>
          </ac:picMkLst>
        </pc:picChg>
        <pc:picChg chg="mod">
          <ac:chgData name="Michael Bladt Stausholm" userId="aa5f8758-c00f-4915-8c94-9445905eb56e" providerId="ADAL" clId="{1F620B07-AEC0-4EB3-8BDA-EC04C980511D}" dt="2025-11-12T16:32:08.728" v="8231" actId="1076"/>
          <ac:picMkLst>
            <pc:docMk/>
            <pc:sldMk cId="1581142906" sldId="2134806446"/>
            <ac:picMk id="11" creationId="{C185AF62-F035-B6AC-6D86-ECE7E8934DF2}"/>
          </ac:picMkLst>
        </pc:picChg>
        <pc:picChg chg="add mod">
          <ac:chgData name="Michael Bladt Stausholm" userId="aa5f8758-c00f-4915-8c94-9445905eb56e" providerId="ADAL" clId="{1F620B07-AEC0-4EB3-8BDA-EC04C980511D}" dt="2025-11-12T16:31:08.627" v="8226" actId="1076"/>
          <ac:picMkLst>
            <pc:docMk/>
            <pc:sldMk cId="1581142906" sldId="2134806446"/>
            <ac:picMk id="14" creationId="{624BE629-F7AB-B9B9-368A-21841A0EBA34}"/>
          </ac:picMkLst>
        </pc:picChg>
        <pc:picChg chg="add mod">
          <ac:chgData name="Michael Bladt Stausholm" userId="aa5f8758-c00f-4915-8c94-9445905eb56e" providerId="ADAL" clId="{1F620B07-AEC0-4EB3-8BDA-EC04C980511D}" dt="2025-11-12T16:31:04.467" v="8225" actId="1076"/>
          <ac:picMkLst>
            <pc:docMk/>
            <pc:sldMk cId="1581142906" sldId="2134806446"/>
            <ac:picMk id="17" creationId="{8CA2FEF3-D42A-F542-8411-57E1EF503082}"/>
          </ac:picMkLst>
        </pc:picChg>
        <pc:picChg chg="add mod">
          <ac:chgData name="Michael Bladt Stausholm" userId="aa5f8758-c00f-4915-8c94-9445905eb56e" providerId="ADAL" clId="{1F620B07-AEC0-4EB3-8BDA-EC04C980511D}" dt="2025-11-12T16:31:35.274" v="8229" actId="207"/>
          <ac:picMkLst>
            <pc:docMk/>
            <pc:sldMk cId="1581142906" sldId="2134806446"/>
            <ac:picMk id="18" creationId="{9EADB865-1A42-68AE-76B1-682D909CCA34}"/>
          </ac:picMkLst>
        </pc:picChg>
        <pc:picChg chg="add mod">
          <ac:chgData name="Michael Bladt Stausholm" userId="aa5f8758-c00f-4915-8c94-9445905eb56e" providerId="ADAL" clId="{1F620B07-AEC0-4EB3-8BDA-EC04C980511D}" dt="2025-11-12T16:31:35.274" v="8229" actId="207"/>
          <ac:picMkLst>
            <pc:docMk/>
            <pc:sldMk cId="1581142906" sldId="2134806446"/>
            <ac:picMk id="20" creationId="{FB465661-E0AD-2FDD-61AE-012F231B5A1D}"/>
          </ac:picMkLst>
        </pc:picChg>
        <pc:picChg chg="add mod">
          <ac:chgData name="Michael Bladt Stausholm" userId="aa5f8758-c00f-4915-8c94-9445905eb56e" providerId="ADAL" clId="{1F620B07-AEC0-4EB3-8BDA-EC04C980511D}" dt="2025-11-12T16:31:35.274" v="8229" actId="207"/>
          <ac:picMkLst>
            <pc:docMk/>
            <pc:sldMk cId="1581142906" sldId="2134806446"/>
            <ac:picMk id="21" creationId="{0C5125FC-65E5-160D-8693-2DF6922C93A6}"/>
          </ac:picMkLst>
        </pc:picChg>
        <pc:picChg chg="mod">
          <ac:chgData name="Michael Bladt Stausholm" userId="aa5f8758-c00f-4915-8c94-9445905eb56e" providerId="ADAL" clId="{1F620B07-AEC0-4EB3-8BDA-EC04C980511D}" dt="2025-11-12T16:31:46.396" v="8230" actId="207"/>
          <ac:picMkLst>
            <pc:docMk/>
            <pc:sldMk cId="1581142906" sldId="2134806446"/>
            <ac:picMk id="44" creationId="{CB99E3F0-2552-9804-406D-979DFC28004B}"/>
          </ac:picMkLst>
        </pc:picChg>
        <pc:cxnChg chg="mod">
          <ac:chgData name="Michael Bladt Stausholm" userId="aa5f8758-c00f-4915-8c94-9445905eb56e" providerId="ADAL" clId="{1F620B07-AEC0-4EB3-8BDA-EC04C980511D}" dt="2025-11-12T16:30:45.393" v="8220" actId="14100"/>
          <ac:cxnSpMkLst>
            <pc:docMk/>
            <pc:sldMk cId="1581142906" sldId="2134806446"/>
            <ac:cxnSpMk id="26" creationId="{69B933F9-3138-6868-E110-1C431BE7E558}"/>
          </ac:cxnSpMkLst>
        </pc:cxnChg>
        <pc:cxnChg chg="mod">
          <ac:chgData name="Michael Bladt Stausholm" userId="aa5f8758-c00f-4915-8c94-9445905eb56e" providerId="ADAL" clId="{1F620B07-AEC0-4EB3-8BDA-EC04C980511D}" dt="2025-11-12T16:30:37.095" v="8219" actId="1076"/>
          <ac:cxnSpMkLst>
            <pc:docMk/>
            <pc:sldMk cId="1581142906" sldId="2134806446"/>
            <ac:cxnSpMk id="45" creationId="{4085217A-E274-455F-65BF-BD3765BBE8EA}"/>
          </ac:cxnSpMkLst>
        </pc:cxnChg>
      </pc:sldChg>
      <pc:sldChg chg="modSp add mod">
        <pc:chgData name="Michael Bladt Stausholm" userId="aa5f8758-c00f-4915-8c94-9445905eb56e" providerId="ADAL" clId="{1F620B07-AEC0-4EB3-8BDA-EC04C980511D}" dt="2025-11-12T17:42:15.553" v="8550" actId="20577"/>
        <pc:sldMkLst>
          <pc:docMk/>
          <pc:sldMk cId="2491213209" sldId="2134806447"/>
        </pc:sldMkLst>
        <pc:spChg chg="mod">
          <ac:chgData name="Michael Bladt Stausholm" userId="aa5f8758-c00f-4915-8c94-9445905eb56e" providerId="ADAL" clId="{1F620B07-AEC0-4EB3-8BDA-EC04C980511D}" dt="2025-11-12T17:39:58.541" v="8326" actId="20577"/>
          <ac:spMkLst>
            <pc:docMk/>
            <pc:sldMk cId="2491213209" sldId="2134806447"/>
            <ac:spMk id="2" creationId="{4A1A9256-A11C-2063-C6FD-857AAA32638E}"/>
          </ac:spMkLst>
        </pc:spChg>
        <pc:spChg chg="mod">
          <ac:chgData name="Michael Bladt Stausholm" userId="aa5f8758-c00f-4915-8c94-9445905eb56e" providerId="ADAL" clId="{1F620B07-AEC0-4EB3-8BDA-EC04C980511D}" dt="2025-11-12T17:39:57.774" v="8325" actId="1076"/>
          <ac:spMkLst>
            <pc:docMk/>
            <pc:sldMk cId="2491213209" sldId="2134806447"/>
            <ac:spMk id="6" creationId="{DECA99F0-F708-DA7F-3CD0-F8905DE0323B}"/>
          </ac:spMkLst>
        </pc:spChg>
        <pc:spChg chg="mod">
          <ac:chgData name="Michael Bladt Stausholm" userId="aa5f8758-c00f-4915-8c94-9445905eb56e" providerId="ADAL" clId="{1F620B07-AEC0-4EB3-8BDA-EC04C980511D}" dt="2025-11-12T17:42:15.553" v="8550" actId="20577"/>
          <ac:spMkLst>
            <pc:docMk/>
            <pc:sldMk cId="2491213209" sldId="2134806447"/>
            <ac:spMk id="7" creationId="{19B234B2-2543-8FB3-BACF-75DB9B6BD4F5}"/>
          </ac:spMkLst>
        </pc:spChg>
      </pc:sldChg>
      <pc:sldChg chg="modSp add mod ord">
        <pc:chgData name="Michael Bladt Stausholm" userId="aa5f8758-c00f-4915-8c94-9445905eb56e" providerId="ADAL" clId="{1F620B07-AEC0-4EB3-8BDA-EC04C980511D}" dt="2025-11-12T17:58:23.813" v="9223" actId="15"/>
        <pc:sldMkLst>
          <pc:docMk/>
          <pc:sldMk cId="4285538324" sldId="2134806448"/>
        </pc:sldMkLst>
        <pc:spChg chg="mod">
          <ac:chgData name="Michael Bladt Stausholm" userId="aa5f8758-c00f-4915-8c94-9445905eb56e" providerId="ADAL" clId="{1F620B07-AEC0-4EB3-8BDA-EC04C980511D}" dt="2025-11-12T17:55:01.204" v="9042" actId="20577"/>
          <ac:spMkLst>
            <pc:docMk/>
            <pc:sldMk cId="4285538324" sldId="2134806448"/>
            <ac:spMk id="2" creationId="{56B551E8-5A26-457E-0E60-AB5C0C663E6D}"/>
          </ac:spMkLst>
        </pc:spChg>
        <pc:spChg chg="mod">
          <ac:chgData name="Michael Bladt Stausholm" userId="aa5f8758-c00f-4915-8c94-9445905eb56e" providerId="ADAL" clId="{1F620B07-AEC0-4EB3-8BDA-EC04C980511D}" dt="2025-11-12T17:58:23.813" v="9223" actId="15"/>
          <ac:spMkLst>
            <pc:docMk/>
            <pc:sldMk cId="4285538324" sldId="2134806448"/>
            <ac:spMk id="7" creationId="{42994337-2E51-6BCF-E0B3-E323809C6DE1}"/>
          </ac:spMkLst>
        </pc:spChg>
      </pc:sldChg>
    </pc:docChg>
  </pc:docChgLst>
  <pc:docChgLst>
    <pc:chgData name="Benjamin Salling Hvass" userId="S::benjamin.hvass@alexandra.dk::7f701290-7113-44e4-8483-3cbeee116501" providerId="AD" clId="Web-{3DB5559B-DD73-2D69-C97C-4CF6B9FE970F}"/>
    <pc:docChg chg="addSld delSld modSld sldOrd">
      <pc:chgData name="Benjamin Salling Hvass" userId="S::benjamin.hvass@alexandra.dk::7f701290-7113-44e4-8483-3cbeee116501" providerId="AD" clId="Web-{3DB5559B-DD73-2D69-C97C-4CF6B9FE970F}" dt="2025-11-23T22:34:41.816" v="1213" actId="1076"/>
      <pc:docMkLst>
        <pc:docMk/>
      </pc:docMkLst>
      <pc:sldChg chg="addSp delSp modSp">
        <pc:chgData name="Benjamin Salling Hvass" userId="S::benjamin.hvass@alexandra.dk::7f701290-7113-44e4-8483-3cbeee116501" providerId="AD" clId="Web-{3DB5559B-DD73-2D69-C97C-4CF6B9FE970F}" dt="2025-11-23T22:34:05.519" v="1194" actId="1076"/>
        <pc:sldMkLst>
          <pc:docMk/>
          <pc:sldMk cId="1086786087" sldId="2134806449"/>
        </pc:sldMkLst>
        <pc:spChg chg="mod">
          <ac:chgData name="Benjamin Salling Hvass" userId="S::benjamin.hvass@alexandra.dk::7f701290-7113-44e4-8483-3cbeee116501" providerId="AD" clId="Web-{3DB5559B-DD73-2D69-C97C-4CF6B9FE970F}" dt="2025-11-23T21:41:33.339" v="459" actId="20577"/>
          <ac:spMkLst>
            <pc:docMk/>
            <pc:sldMk cId="1086786087" sldId="2134806449"/>
            <ac:spMk id="2" creationId="{B25AE5F2-10E8-9803-4A5C-C8EA0B4C53FA}"/>
          </ac:spMkLst>
        </pc:spChg>
        <pc:spChg chg="add mod">
          <ac:chgData name="Benjamin Salling Hvass" userId="S::benjamin.hvass@alexandra.dk::7f701290-7113-44e4-8483-3cbeee116501" providerId="AD" clId="Web-{3DB5559B-DD73-2D69-C97C-4CF6B9FE970F}" dt="2025-11-23T22:34:05.378" v="1191" actId="1076"/>
          <ac:spMkLst>
            <pc:docMk/>
            <pc:sldMk cId="1086786087" sldId="2134806449"/>
            <ac:spMk id="8" creationId="{FA4B8873-7BE9-860A-4000-BC0366074896}"/>
          </ac:spMkLst>
        </pc:spChg>
        <pc:spChg chg="add mod">
          <ac:chgData name="Benjamin Salling Hvass" userId="S::benjamin.hvass@alexandra.dk::7f701290-7113-44e4-8483-3cbeee116501" providerId="AD" clId="Web-{3DB5559B-DD73-2D69-C97C-4CF6B9FE970F}" dt="2025-11-23T22:05:46.811" v="753" actId="20577"/>
          <ac:spMkLst>
            <pc:docMk/>
            <pc:sldMk cId="1086786087" sldId="2134806449"/>
            <ac:spMk id="10" creationId="{8DD4B3C1-BDD8-BBEC-F61B-083DAF10AECA}"/>
          </ac:spMkLst>
        </pc:spChg>
        <pc:spChg chg="add mod">
          <ac:chgData name="Benjamin Salling Hvass" userId="S::benjamin.hvass@alexandra.dk::7f701290-7113-44e4-8483-3cbeee116501" providerId="AD" clId="Web-{3DB5559B-DD73-2D69-C97C-4CF6B9FE970F}" dt="2025-11-23T22:34:05.394" v="1192" actId="1076"/>
          <ac:spMkLst>
            <pc:docMk/>
            <pc:sldMk cId="1086786087" sldId="2134806449"/>
            <ac:spMk id="12" creationId="{A2DDBDE2-6DB1-4092-15D2-DA8C637E2060}"/>
          </ac:spMkLst>
        </pc:spChg>
        <pc:spChg chg="add mod">
          <ac:chgData name="Benjamin Salling Hvass" userId="S::benjamin.hvass@alexandra.dk::7f701290-7113-44e4-8483-3cbeee116501" providerId="AD" clId="Web-{3DB5559B-DD73-2D69-C97C-4CF6B9FE970F}" dt="2025-11-23T22:34:05.519" v="1194" actId="1076"/>
          <ac:spMkLst>
            <pc:docMk/>
            <pc:sldMk cId="1086786087" sldId="2134806449"/>
            <ac:spMk id="21" creationId="{90D0B557-266B-F9E3-C22A-18F85AE991BA}"/>
          </ac:spMkLst>
        </pc:spChg>
        <pc:picChg chg="add mod">
          <ac:chgData name="Benjamin Salling Hvass" userId="S::benjamin.hvass@alexandra.dk::7f701290-7113-44e4-8483-3cbeee116501" providerId="AD" clId="Web-{3DB5559B-DD73-2D69-C97C-4CF6B9FE970F}" dt="2025-11-23T22:34:05.519" v="1193" actId="1076"/>
          <ac:picMkLst>
            <pc:docMk/>
            <pc:sldMk cId="1086786087" sldId="2134806449"/>
            <ac:picMk id="14" creationId="{3D44F6F3-B2A7-FAF3-B6A6-444AAA9C13E0}"/>
          </ac:picMkLst>
        </pc:picChg>
      </pc:sldChg>
      <pc:sldChg chg="addSp delSp modSp mod modClrScheme chgLayout">
        <pc:chgData name="Benjamin Salling Hvass" userId="S::benjamin.hvass@alexandra.dk::7f701290-7113-44e4-8483-3cbeee116501" providerId="AD" clId="Web-{3DB5559B-DD73-2D69-C97C-4CF6B9FE970F}" dt="2025-11-23T22:07:16.396" v="860" actId="1076"/>
        <pc:sldMkLst>
          <pc:docMk/>
          <pc:sldMk cId="993807227" sldId="2134806460"/>
        </pc:sldMkLst>
        <pc:spChg chg="mod ord">
          <ac:chgData name="Benjamin Salling Hvass" userId="S::benjamin.hvass@alexandra.dk::7f701290-7113-44e4-8483-3cbeee116501" providerId="AD" clId="Web-{3DB5559B-DD73-2D69-C97C-4CF6B9FE970F}" dt="2025-11-23T22:07:16.381" v="859" actId="1076"/>
          <ac:spMkLst>
            <pc:docMk/>
            <pc:sldMk cId="993807227" sldId="2134806460"/>
            <ac:spMk id="2" creationId="{29976133-25FB-45CE-9B1A-76EDC776CF34}"/>
          </ac:spMkLst>
        </pc:spChg>
        <pc:spChg chg="mod ord">
          <ac:chgData name="Benjamin Salling Hvass" userId="S::benjamin.hvass@alexandra.dk::7f701290-7113-44e4-8483-3cbeee116501" providerId="AD" clId="Web-{3DB5559B-DD73-2D69-C97C-4CF6B9FE970F}" dt="2025-11-23T21:20:25.609" v="42" actId="14100"/>
          <ac:spMkLst>
            <pc:docMk/>
            <pc:sldMk cId="993807227" sldId="2134806460"/>
            <ac:spMk id="3" creationId="{6E7184CC-D7A2-6B75-4F85-168070ADBE5E}"/>
          </ac:spMkLst>
        </pc:spChg>
        <pc:spChg chg="mod ord">
          <ac:chgData name="Benjamin Salling Hvass" userId="S::benjamin.hvass@alexandra.dk::7f701290-7113-44e4-8483-3cbeee116501" providerId="AD" clId="Web-{3DB5559B-DD73-2D69-C97C-4CF6B9FE970F}" dt="2025-11-23T21:15:53.635" v="6"/>
          <ac:spMkLst>
            <pc:docMk/>
            <pc:sldMk cId="993807227" sldId="2134806460"/>
            <ac:spMk id="4" creationId="{53E83903-104E-13C1-257F-1C9141491EC5}"/>
          </ac:spMkLst>
        </pc:spChg>
        <pc:spChg chg="mod ord">
          <ac:chgData name="Benjamin Salling Hvass" userId="S::benjamin.hvass@alexandra.dk::7f701290-7113-44e4-8483-3cbeee116501" providerId="AD" clId="Web-{3DB5559B-DD73-2D69-C97C-4CF6B9FE970F}" dt="2025-11-23T21:15:53.635" v="6"/>
          <ac:spMkLst>
            <pc:docMk/>
            <pc:sldMk cId="993807227" sldId="2134806460"/>
            <ac:spMk id="5" creationId="{177DCCFB-4D8F-EAA6-8695-44722F1EA6DC}"/>
          </ac:spMkLst>
        </pc:spChg>
        <pc:spChg chg="mod ord">
          <ac:chgData name="Benjamin Salling Hvass" userId="S::benjamin.hvass@alexandra.dk::7f701290-7113-44e4-8483-3cbeee116501" providerId="AD" clId="Web-{3DB5559B-DD73-2D69-C97C-4CF6B9FE970F}" dt="2025-11-23T21:15:53.635" v="6"/>
          <ac:spMkLst>
            <pc:docMk/>
            <pc:sldMk cId="993807227" sldId="2134806460"/>
            <ac:spMk id="6" creationId="{F3096636-5947-0CE0-AE4E-B18CED99DE6D}"/>
          </ac:spMkLst>
        </pc:spChg>
        <pc:spChg chg="add mod ord">
          <ac:chgData name="Benjamin Salling Hvass" userId="S::benjamin.hvass@alexandra.dk::7f701290-7113-44e4-8483-3cbeee116501" providerId="AD" clId="Web-{3DB5559B-DD73-2D69-C97C-4CF6B9FE970F}" dt="2025-11-23T22:06:59.208" v="857" actId="1076"/>
          <ac:spMkLst>
            <pc:docMk/>
            <pc:sldMk cId="993807227" sldId="2134806460"/>
            <ac:spMk id="9" creationId="{D7052BF6-F298-297A-B662-3131F415A858}"/>
          </ac:spMkLst>
        </pc:spChg>
        <pc:picChg chg="add mod">
          <ac:chgData name="Benjamin Salling Hvass" userId="S::benjamin.hvass@alexandra.dk::7f701290-7113-44e4-8483-3cbeee116501" providerId="AD" clId="Web-{3DB5559B-DD73-2D69-C97C-4CF6B9FE970F}" dt="2025-11-23T22:06:59.223" v="858" actId="1076"/>
          <ac:picMkLst>
            <pc:docMk/>
            <pc:sldMk cId="993807227" sldId="2134806460"/>
            <ac:picMk id="11" creationId="{14E50BA6-125D-DE67-100A-5AD40F678978}"/>
          </ac:picMkLst>
        </pc:picChg>
        <pc:picChg chg="add mod">
          <ac:chgData name="Benjamin Salling Hvass" userId="S::benjamin.hvass@alexandra.dk::7f701290-7113-44e4-8483-3cbeee116501" providerId="AD" clId="Web-{3DB5559B-DD73-2D69-C97C-4CF6B9FE970F}" dt="2025-11-23T22:07:16.396" v="860" actId="1076"/>
          <ac:picMkLst>
            <pc:docMk/>
            <pc:sldMk cId="993807227" sldId="2134806460"/>
            <ac:picMk id="12" creationId="{A54DFF45-318D-7F13-6F48-D945531420B7}"/>
          </ac:picMkLst>
        </pc:picChg>
      </pc:sldChg>
      <pc:sldChg chg="addSp delSp modSp add replId">
        <pc:chgData name="Benjamin Salling Hvass" userId="S::benjamin.hvass@alexandra.dk::7f701290-7113-44e4-8483-3cbeee116501" providerId="AD" clId="Web-{3DB5559B-DD73-2D69-C97C-4CF6B9FE970F}" dt="2025-11-23T22:34:41.816" v="1213" actId="1076"/>
        <pc:sldMkLst>
          <pc:docMk/>
          <pc:sldMk cId="1510746885" sldId="2134806461"/>
        </pc:sldMkLst>
        <pc:spChg chg="add mod">
          <ac:chgData name="Benjamin Salling Hvass" userId="S::benjamin.hvass@alexandra.dk::7f701290-7113-44e4-8483-3cbeee116501" providerId="AD" clId="Web-{3DB5559B-DD73-2D69-C97C-4CF6B9FE970F}" dt="2025-11-23T22:34:41.785" v="1211" actId="1076"/>
          <ac:spMkLst>
            <pc:docMk/>
            <pc:sldMk cId="1510746885" sldId="2134806461"/>
            <ac:spMk id="8" creationId="{5C67012F-C5C4-286C-78DE-F40D959BA6D9}"/>
          </ac:spMkLst>
        </pc:spChg>
        <pc:spChg chg="add mod">
          <ac:chgData name="Benjamin Salling Hvass" userId="S::benjamin.hvass@alexandra.dk::7f701290-7113-44e4-8483-3cbeee116501" providerId="AD" clId="Web-{3DB5559B-DD73-2D69-C97C-4CF6B9FE970F}" dt="2025-11-23T22:26:09.459" v="1075" actId="14100"/>
          <ac:spMkLst>
            <pc:docMk/>
            <pc:sldMk cId="1510746885" sldId="2134806461"/>
            <ac:spMk id="10" creationId="{8177D705-28C1-E45F-A911-7F044CA39206}"/>
          </ac:spMkLst>
        </pc:spChg>
        <pc:spChg chg="add mod">
          <ac:chgData name="Benjamin Salling Hvass" userId="S::benjamin.hvass@alexandra.dk::7f701290-7113-44e4-8483-3cbeee116501" providerId="AD" clId="Web-{3DB5559B-DD73-2D69-C97C-4CF6B9FE970F}" dt="2025-11-23T22:34:41.800" v="1212" actId="1076"/>
          <ac:spMkLst>
            <pc:docMk/>
            <pc:sldMk cId="1510746885" sldId="2134806461"/>
            <ac:spMk id="12" creationId="{29AF181F-5861-23F8-A338-0A183551B0BE}"/>
          </ac:spMkLst>
        </pc:spChg>
        <pc:spChg chg="add mod">
          <ac:chgData name="Benjamin Salling Hvass" userId="S::benjamin.hvass@alexandra.dk::7f701290-7113-44e4-8483-3cbeee116501" providerId="AD" clId="Web-{3DB5559B-DD73-2D69-C97C-4CF6B9FE970F}" dt="2025-11-23T22:34:41.816" v="1213" actId="1076"/>
          <ac:spMkLst>
            <pc:docMk/>
            <pc:sldMk cId="1510746885" sldId="2134806461"/>
            <ac:spMk id="16" creationId="{C5F0AC70-24F2-2540-D960-7FA99EB73064}"/>
          </ac:spMkLst>
        </pc:spChg>
      </pc:sldChg>
      <pc:sldChg chg="addSp delSp modSp add replId">
        <pc:chgData name="Benjamin Salling Hvass" userId="S::benjamin.hvass@alexandra.dk::7f701290-7113-44e4-8483-3cbeee116501" providerId="AD" clId="Web-{3DB5559B-DD73-2D69-C97C-4CF6B9FE970F}" dt="2025-11-23T22:34:30.097" v="1207" actId="1076"/>
        <pc:sldMkLst>
          <pc:docMk/>
          <pc:sldMk cId="1726896773" sldId="2134806462"/>
        </pc:sldMkLst>
        <pc:spChg chg="mod">
          <ac:chgData name="Benjamin Salling Hvass" userId="S::benjamin.hvass@alexandra.dk::7f701290-7113-44e4-8483-3cbeee116501" providerId="AD" clId="Web-{3DB5559B-DD73-2D69-C97C-4CF6B9FE970F}" dt="2025-11-23T21:47:27.622" v="664" actId="20577"/>
          <ac:spMkLst>
            <pc:docMk/>
            <pc:sldMk cId="1726896773" sldId="2134806462"/>
            <ac:spMk id="2" creationId="{E622F50C-EBBE-FFA9-B9F6-65ABB874760E}"/>
          </ac:spMkLst>
        </pc:spChg>
        <pc:spChg chg="add mod">
          <ac:chgData name="Benjamin Salling Hvass" userId="S::benjamin.hvass@alexandra.dk::7f701290-7113-44e4-8483-3cbeee116501" providerId="AD" clId="Web-{3DB5559B-DD73-2D69-C97C-4CF6B9FE970F}" dt="2025-11-23T22:34:30.097" v="1207" actId="1076"/>
          <ac:spMkLst>
            <pc:docMk/>
            <pc:sldMk cId="1726896773" sldId="2134806462"/>
            <ac:spMk id="7" creationId="{49E62486-BA02-92D2-0846-116E27C1CAD3}"/>
          </ac:spMkLst>
        </pc:spChg>
        <pc:spChg chg="mod">
          <ac:chgData name="Benjamin Salling Hvass" userId="S::benjamin.hvass@alexandra.dk::7f701290-7113-44e4-8483-3cbeee116501" providerId="AD" clId="Web-{3DB5559B-DD73-2D69-C97C-4CF6B9FE970F}" dt="2025-11-23T22:34:29.863" v="1204" actId="1076"/>
          <ac:spMkLst>
            <pc:docMk/>
            <pc:sldMk cId="1726896773" sldId="2134806462"/>
            <ac:spMk id="8" creationId="{75E6A050-F1E9-7F96-BA63-98BC13425C30}"/>
          </ac:spMkLst>
        </pc:spChg>
        <pc:spChg chg="mod">
          <ac:chgData name="Benjamin Salling Hvass" userId="S::benjamin.hvass@alexandra.dk::7f701290-7113-44e4-8483-3cbeee116501" providerId="AD" clId="Web-{3DB5559B-DD73-2D69-C97C-4CF6B9FE970F}" dt="2025-11-23T22:05:44.358" v="752" actId="20577"/>
          <ac:spMkLst>
            <pc:docMk/>
            <pc:sldMk cId="1726896773" sldId="2134806462"/>
            <ac:spMk id="10" creationId="{DCE05D5D-0BA3-E4D4-EF33-17BFDD4F5303}"/>
          </ac:spMkLst>
        </pc:spChg>
        <pc:spChg chg="mod">
          <ac:chgData name="Benjamin Salling Hvass" userId="S::benjamin.hvass@alexandra.dk::7f701290-7113-44e4-8483-3cbeee116501" providerId="AD" clId="Web-{3DB5559B-DD73-2D69-C97C-4CF6B9FE970F}" dt="2025-11-23T22:34:29.878" v="1205" actId="1076"/>
          <ac:spMkLst>
            <pc:docMk/>
            <pc:sldMk cId="1726896773" sldId="2134806462"/>
            <ac:spMk id="12" creationId="{0047FF21-3FAA-C3B9-7E4B-FBFCB8E3BB28}"/>
          </ac:spMkLst>
        </pc:spChg>
        <pc:picChg chg="add mod">
          <ac:chgData name="Benjamin Salling Hvass" userId="S::benjamin.hvass@alexandra.dk::7f701290-7113-44e4-8483-3cbeee116501" providerId="AD" clId="Web-{3DB5559B-DD73-2D69-C97C-4CF6B9FE970F}" dt="2025-11-23T22:34:30.081" v="1206" actId="1076"/>
          <ac:picMkLst>
            <pc:docMk/>
            <pc:sldMk cId="1726896773" sldId="2134806462"/>
            <ac:picMk id="3" creationId="{60F7FBFA-7EDA-9FF1-C188-D30E778D6A00}"/>
          </ac:picMkLst>
        </pc:picChg>
      </pc:sldChg>
      <pc:sldChg chg="modSp add replId">
        <pc:chgData name="Benjamin Salling Hvass" userId="S::benjamin.hvass@alexandra.dk::7f701290-7113-44e4-8483-3cbeee116501" providerId="AD" clId="Web-{3DB5559B-DD73-2D69-C97C-4CF6B9FE970F}" dt="2025-11-23T22:33:42.892" v="1190" actId="20577"/>
        <pc:sldMkLst>
          <pc:docMk/>
          <pc:sldMk cId="265297865" sldId="2134806463"/>
        </pc:sldMkLst>
        <pc:spChg chg="mod">
          <ac:chgData name="Benjamin Salling Hvass" userId="S::benjamin.hvass@alexandra.dk::7f701290-7113-44e4-8483-3cbeee116501" providerId="AD" clId="Web-{3DB5559B-DD73-2D69-C97C-4CF6B9FE970F}" dt="2025-11-23T22:31:25.217" v="1099" actId="20577"/>
          <ac:spMkLst>
            <pc:docMk/>
            <pc:sldMk cId="265297865" sldId="2134806463"/>
            <ac:spMk id="2" creationId="{5FFDD244-469C-3545-ACA7-1E11126CC356}"/>
          </ac:spMkLst>
        </pc:spChg>
        <pc:spChg chg="mod">
          <ac:chgData name="Benjamin Salling Hvass" userId="S::benjamin.hvass@alexandra.dk::7f701290-7113-44e4-8483-3cbeee116501" providerId="AD" clId="Web-{3DB5559B-DD73-2D69-C97C-4CF6B9FE970F}" dt="2025-11-23T22:32:07.905" v="1153" actId="20577"/>
          <ac:spMkLst>
            <pc:docMk/>
            <pc:sldMk cId="265297865" sldId="2134806463"/>
            <ac:spMk id="8" creationId="{D73AFD3D-7D1A-89B1-A8A6-C03D90E40BFF}"/>
          </ac:spMkLst>
        </pc:spChg>
        <pc:spChg chg="mod">
          <ac:chgData name="Benjamin Salling Hvass" userId="S::benjamin.hvass@alexandra.dk::7f701290-7113-44e4-8483-3cbeee116501" providerId="AD" clId="Web-{3DB5559B-DD73-2D69-C97C-4CF6B9FE970F}" dt="2025-11-23T22:31:46.420" v="1140" actId="20577"/>
          <ac:spMkLst>
            <pc:docMk/>
            <pc:sldMk cId="265297865" sldId="2134806463"/>
            <ac:spMk id="10" creationId="{EB3675DB-A565-026A-A81F-C099F643DDD2}"/>
          </ac:spMkLst>
        </pc:spChg>
        <pc:spChg chg="mod">
          <ac:chgData name="Benjamin Salling Hvass" userId="S::benjamin.hvass@alexandra.dk::7f701290-7113-44e4-8483-3cbeee116501" providerId="AD" clId="Web-{3DB5559B-DD73-2D69-C97C-4CF6B9FE970F}" dt="2025-11-23T22:33:42.892" v="1190" actId="20577"/>
          <ac:spMkLst>
            <pc:docMk/>
            <pc:sldMk cId="265297865" sldId="2134806463"/>
            <ac:spMk id="16" creationId="{2E8FE7F6-86D1-BAFE-E259-3AF6B75931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8A8B2-9967-5C4C-B793-6C24CF068DE2}" type="datetimeFigureOut">
              <a:rPr lang="da-DK" smtClean="0"/>
              <a:t>24.11.2025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F29A2-4FD5-4341-8EB7-C2CDDFE66A5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67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F86A-BE26-ADE0-A1F2-08E2FA3BB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F26BB-F7A4-C8C7-F09E-006868EFB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93257-BF3A-9066-283F-1FB4D6F91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BA8A111-1A61-BDB1-0CE7-250A798AD46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F14FC-0144-A527-4792-19D338F3A58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8B238E1-47F8-6647-82A4-94624CC0077A}" type="datetime1">
              <a:rPr lang="da-DK" smtClean="0"/>
              <a:t>24.11.2025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42841-C34F-B4D5-D09B-CE3DAA5740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55D13-1D2F-F489-2969-0A878FA4A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22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498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DA87D-577E-5062-CE3A-E95B197E5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599C9-1E67-7658-AB50-75574527E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61E099-EE63-4FAF-3F32-97F09B9EB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56D3C25-FCFC-CF68-938B-B498BE651A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4B149-9A17-4CEA-8753-10037192E14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8B238E1-47F8-6647-82A4-94624CC0077A}" type="datetime1">
              <a:rPr lang="da-DK" smtClean="0"/>
              <a:t>24.11.2025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CBA92-61E8-7032-E30A-46D3EBD0F0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5C6EC-DF63-22FD-9A3E-444EFAE62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40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F8F0-4591-3DF2-41C3-DA5C9209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8C0C9-0810-21B3-EEE9-28C95FA99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8BD83-2FE8-FC2B-A01F-B36A2F1A8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0B8C67D-6CB6-8ABA-CBF7-A7966E797F5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1CF5B-B2B9-6B2D-83FF-CEFD894B2F3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8B238E1-47F8-6647-82A4-94624CC0077A}" type="datetime1">
              <a:rPr lang="da-DK" smtClean="0"/>
              <a:t>24.11.2025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DFFCB-C3ED-F4B0-08A4-520E7C40E0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F99EC-D38B-BCCA-DA25-589B84571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86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a-DK"/>
              <a:t>Nyt navn for forbedret teknologi </a:t>
            </a:r>
          </a:p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F29A2-4FD5-4341-8EB7-C2CDDFE66A51}" type="slidenum">
              <a:rPr lang="da-DK" smtClean="0"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3300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277D-29F8-2719-2627-A1987580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002A9-5740-5400-AF5A-CA16147A4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A3F1B-0723-AE3F-3C6E-2A1813392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C4DC163-32D0-2C82-8382-180C819F746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3AB52-5735-5A7A-337E-28030D2A60B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8B238E1-47F8-6647-82A4-94624CC0077A}" type="datetime1">
              <a:rPr lang="da-DK" smtClean="0"/>
              <a:t>24.11.2025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2250B-FC74-9B3C-BE2C-0B42417307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77414-A324-4AF6-70FB-16926D743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67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E386-1447-923E-7DAB-314E5F577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D1C83-3920-6C27-A0D1-8D4B9CC7C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3CFBC-D241-79A1-8D94-BE07AEB22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AC65204-834B-F3E0-7DAB-09B6C651653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37456-D919-C63C-615A-EDB9D3F9161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8B238E1-47F8-6647-82A4-94624CC0077A}" type="datetime1">
              <a:rPr lang="da-DK" smtClean="0"/>
              <a:t>24.11.2025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2F5AD-65A8-23BC-4AAD-0F3DBFF383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4DE0C-41FD-B11A-8AFD-854907D5C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145C21-BD28-5443-B79E-803A1768F527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16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GENERI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 descr="Et billede, der indeholder kaffekop, krus, bord, bordservice&#10;&#10;AI-genereret indhold kan være ukorrekt.">
            <a:extLst>
              <a:ext uri="{FF2B5EF4-FFF2-40B4-BE49-F238E27FC236}">
                <a16:creationId xmlns:a16="http://schemas.microsoft.com/office/drawing/2014/main" id="{C121535F-D843-EA03-AF0E-364245AE2B7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4258" b="-23475"/>
          <a:stretch>
            <a:fillRect/>
          </a:stretch>
        </p:blipFill>
        <p:spPr>
          <a:xfrm>
            <a:off x="2266094" y="0"/>
            <a:ext cx="9925906" cy="5554075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54123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SIKKERH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kredsløb, elektronik, Elektronisk komponent, Elektroteknik&#10;&#10;AI-genereret indhold kan være ukorrekt.">
            <a:extLst>
              <a:ext uri="{FF2B5EF4-FFF2-40B4-BE49-F238E27FC236}">
                <a16:creationId xmlns:a16="http://schemas.microsoft.com/office/drawing/2014/main" id="{B083C026-0090-3194-76FE-2AB9675B52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411" r="21876"/>
          <a:stretch>
            <a:fillRect/>
          </a:stretch>
        </p:blipFill>
        <p:spPr>
          <a:xfrm>
            <a:off x="2667157" y="-1"/>
            <a:ext cx="9524843" cy="4498123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97286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BÆREDYG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 descr="Et billede, der indeholder træ, person, udendørs, tøj&#10;&#10;AI-genereret indhold kan være ukorrekt.">
            <a:extLst>
              <a:ext uri="{FF2B5EF4-FFF2-40B4-BE49-F238E27FC236}">
                <a16:creationId xmlns:a16="http://schemas.microsoft.com/office/drawing/2014/main" id="{1D5533EA-34A2-1C3E-82C4-F40F51E17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485" y="0"/>
            <a:ext cx="8051515" cy="4528977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200185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 descr="Et billede, der indeholder person, fyrværkeri, lys/lygte&#10;&#10;AI-genereret indhold kan være ukorrekt.">
            <a:extLst>
              <a:ext uri="{FF2B5EF4-FFF2-40B4-BE49-F238E27FC236}">
                <a16:creationId xmlns:a16="http://schemas.microsoft.com/office/drawing/2014/main" id="{5D29AC76-5194-A073-E319-3DA1BCEAF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357" y="0"/>
            <a:ext cx="8164530" cy="4592548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54041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I Sprogteknolog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 descr="Et billede, der indeholder person, indendørs, tøj, Ansigt&#10;&#10;AI-genereret indhold kan være ukorrekt.">
            <a:extLst>
              <a:ext uri="{FF2B5EF4-FFF2-40B4-BE49-F238E27FC236}">
                <a16:creationId xmlns:a16="http://schemas.microsoft.com/office/drawing/2014/main" id="{869A67AF-8795-6ADF-B0C8-64901637480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4265662" y="0"/>
            <a:ext cx="7926338" cy="4687743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17998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ALX SUNDH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lede 16" descr="Et billede, der indeholder skærmbillede, elektronik, musik&#10;&#10;AI-genereret indhold kan være ukorrekt.">
            <a:extLst>
              <a:ext uri="{FF2B5EF4-FFF2-40B4-BE49-F238E27FC236}">
                <a16:creationId xmlns:a16="http://schemas.microsoft.com/office/drawing/2014/main" id="{0C704087-8C8C-A1EB-7981-3819ABE47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365" y="0"/>
            <a:ext cx="8018635" cy="4510482"/>
          </a:xfrm>
          <a:prstGeom prst="rect">
            <a:avLst/>
          </a:prstGeom>
        </p:spPr>
      </p:pic>
      <p:pic>
        <p:nvPicPr>
          <p:cNvPr id="5" name="Billede 4" descr="Et billede, der indeholder skærmbillede, blå/nedtrykt, Elektrisk blå, Azurblå&#10;&#10;AI-genereret indhold kan være ukorrekt.">
            <a:extLst>
              <a:ext uri="{FF2B5EF4-FFF2-40B4-BE49-F238E27FC236}">
                <a16:creationId xmlns:a16="http://schemas.microsoft.com/office/drawing/2014/main" id="{7B4FAE05-A2CD-103D-59BB-09F85ED8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90EBBDC6-EA83-1087-88EE-667AEDD548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72325" b="-7017"/>
          <a:stretch/>
        </p:blipFill>
        <p:spPr>
          <a:xfrm>
            <a:off x="457641" y="503182"/>
            <a:ext cx="771134" cy="523875"/>
          </a:xfrm>
          <a:prstGeom prst="rect">
            <a:avLst/>
          </a:prstGeom>
        </p:spPr>
      </p:pic>
      <p:sp>
        <p:nvSpPr>
          <p:cNvPr id="3" name="Parallelogram 11">
            <a:extLst>
              <a:ext uri="{FF2B5EF4-FFF2-40B4-BE49-F238E27FC236}">
                <a16:creationId xmlns:a16="http://schemas.microsoft.com/office/drawing/2014/main" id="{D1622AC6-C6FA-0AE6-713F-8305223C1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5597" y="-12359"/>
            <a:ext cx="7320176" cy="6882715"/>
          </a:xfrm>
          <a:custGeom>
            <a:avLst/>
            <a:gdLst>
              <a:gd name="connsiteX0" fmla="*/ 0 w 5685489"/>
              <a:gd name="connsiteY0" fmla="*/ 6858002 h 6858002"/>
              <a:gd name="connsiteX1" fmla="*/ 2953612 w 5685489"/>
              <a:gd name="connsiteY1" fmla="*/ 0 h 6858002"/>
              <a:gd name="connsiteX2" fmla="*/ 5685489 w 5685489"/>
              <a:gd name="connsiteY2" fmla="*/ 0 h 6858002"/>
              <a:gd name="connsiteX3" fmla="*/ 2731877 w 5685489"/>
              <a:gd name="connsiteY3" fmla="*/ 6858002 h 6858002"/>
              <a:gd name="connsiteX4" fmla="*/ 0 w 5685489"/>
              <a:gd name="connsiteY4" fmla="*/ 6858002 h 6858002"/>
              <a:gd name="connsiteX0" fmla="*/ 0 w 6562472"/>
              <a:gd name="connsiteY0" fmla="*/ 6858002 h 6870358"/>
              <a:gd name="connsiteX1" fmla="*/ 2953612 w 6562472"/>
              <a:gd name="connsiteY1" fmla="*/ 0 h 6870358"/>
              <a:gd name="connsiteX2" fmla="*/ 5685489 w 6562472"/>
              <a:gd name="connsiteY2" fmla="*/ 0 h 6870358"/>
              <a:gd name="connsiteX3" fmla="*/ 6562472 w 6562472"/>
              <a:gd name="connsiteY3" fmla="*/ 6870358 h 6870358"/>
              <a:gd name="connsiteX4" fmla="*/ 0 w 6562472"/>
              <a:gd name="connsiteY4" fmla="*/ 6858002 h 6870358"/>
              <a:gd name="connsiteX0" fmla="*/ 0 w 6562472"/>
              <a:gd name="connsiteY0" fmla="*/ 6870359 h 6882715"/>
              <a:gd name="connsiteX1" fmla="*/ 2953612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  <a:gd name="connsiteX0" fmla="*/ 0 w 6562472"/>
              <a:gd name="connsiteY0" fmla="*/ 6870359 h 6882715"/>
              <a:gd name="connsiteX1" fmla="*/ 2565893 w 6562472"/>
              <a:gd name="connsiteY1" fmla="*/ 12357 h 6882715"/>
              <a:gd name="connsiteX2" fmla="*/ 6550462 w 6562472"/>
              <a:gd name="connsiteY2" fmla="*/ 0 h 6882715"/>
              <a:gd name="connsiteX3" fmla="*/ 6562472 w 6562472"/>
              <a:gd name="connsiteY3" fmla="*/ 6882715 h 6882715"/>
              <a:gd name="connsiteX4" fmla="*/ 0 w 6562472"/>
              <a:gd name="connsiteY4" fmla="*/ 6870359 h 688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2472" h="6882715">
                <a:moveTo>
                  <a:pt x="0" y="6870359"/>
                </a:moveTo>
                <a:lnTo>
                  <a:pt x="2565893" y="12357"/>
                </a:lnTo>
                <a:lnTo>
                  <a:pt x="6550462" y="0"/>
                </a:lnTo>
                <a:cubicBezTo>
                  <a:pt x="6554465" y="2294238"/>
                  <a:pt x="6558469" y="4588477"/>
                  <a:pt x="6562472" y="6882715"/>
                </a:cubicBezTo>
                <a:lnTo>
                  <a:pt x="0" y="6870359"/>
                </a:lnTo>
                <a:close/>
              </a:path>
            </a:pathLst>
          </a:custGeom>
          <a:solidFill>
            <a:schemeClr val="bg1">
              <a:lumMod val="95000"/>
              <a:alpha val="4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60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5022636"/>
            <a:ext cx="7926334" cy="455332"/>
          </a:xfrm>
        </p:spPr>
        <p:txBody>
          <a:bodyPr/>
          <a:lstStyle>
            <a:lvl1pPr>
              <a:buNone/>
              <a:defRPr sz="12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A108FE18-F773-06E3-8A57-CF09D9475837}"/>
              </a:ext>
            </a:extLst>
          </p:cNvPr>
          <p:cNvCxnSpPr>
            <a:cxnSpLocks/>
          </p:cNvCxnSpPr>
          <p:nvPr/>
        </p:nvCxnSpPr>
        <p:spPr>
          <a:xfrm>
            <a:off x="1438275" y="4961689"/>
            <a:ext cx="2256395" cy="0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13175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- 1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0" y="1620000"/>
            <a:ext cx="1044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58775">
              <a:spcBef>
                <a:spcPts val="600"/>
              </a:spcBef>
              <a:buClrTx/>
              <a:tabLst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ClrTx/>
              <a:tabLst/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 indent="-360000">
              <a:defRPr>
                <a:latin typeface="Montserrat" pitchFamily="2" charset="77"/>
                <a:cs typeface="Arial" panose="020B060402020202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24.11.2025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152296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vid side - 1 tekst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504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 indent="-358775">
              <a:spcBef>
                <a:spcPts val="600"/>
              </a:spcBef>
              <a:buClrTx/>
              <a:tabLst/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 indent="-360000">
              <a:spcBef>
                <a:spcPts val="600"/>
              </a:spcBef>
              <a:buClrTx/>
              <a:tabLst/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80000" indent="-360000">
              <a:defRPr>
                <a:latin typeface="Montserrat" pitchFamily="2" charset="77"/>
                <a:cs typeface="Arial" panose="020B0604020202020204" pitchFamily="34" charset="0"/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b="0"/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24.11.2025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0D059A8-DCE4-A46D-60D3-F398DD48F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620000"/>
            <a:ext cx="5040000" cy="4337050"/>
          </a:xfrm>
        </p:spPr>
        <p:txBody>
          <a:bodyPr/>
          <a:lstStyle>
            <a:lvl2pPr>
              <a:defRPr lang="da-DK" sz="2000" kern="1200" noProof="0" dirty="0" smtClean="0">
                <a:solidFill>
                  <a:srgbClr val="34343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defRPr lang="da-DK" sz="1800" kern="1200" dirty="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339453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2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e 3">
            <a:extLst>
              <a:ext uri="{FF2B5EF4-FFF2-40B4-BE49-F238E27FC236}">
                <a16:creationId xmlns:a16="http://schemas.microsoft.com/office/drawing/2014/main" id="{64C8BE60-2B52-C474-A2CB-1F64FF30550F}"/>
              </a:ext>
            </a:extLst>
          </p:cNvPr>
          <p:cNvGrpSpPr>
            <a:grpSpLocks/>
          </p:cNvGrpSpPr>
          <p:nvPr/>
        </p:nvGrpSpPr>
        <p:grpSpPr>
          <a:xfrm>
            <a:off x="6168866" y="0"/>
            <a:ext cx="6023133" cy="6875719"/>
            <a:chOff x="6168866" y="0"/>
            <a:chExt cx="6023133" cy="6875719"/>
          </a:xfrm>
        </p:grpSpPr>
        <p:sp>
          <p:nvSpPr>
            <p:cNvPr id="2" name="Right Triangle 5">
              <a:extLst>
                <a:ext uri="{FF2B5EF4-FFF2-40B4-BE49-F238E27FC236}">
                  <a16:creationId xmlns:a16="http://schemas.microsoft.com/office/drawing/2014/main" id="{BDA80A67-9751-09B1-DB0C-8281D5DF6CC4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876182" y="2292684"/>
              <a:ext cx="6875719" cy="2290351"/>
            </a:xfrm>
            <a:prstGeom prst="rtTriangle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D1B89683-95FC-5F47-3B48-A48206CDFC66}"/>
                </a:ext>
              </a:extLst>
            </p:cNvPr>
            <p:cNvSpPr>
              <a:spLocks/>
            </p:cNvSpPr>
            <p:nvPr userDrawn="1"/>
          </p:nvSpPr>
          <p:spPr>
            <a:xfrm>
              <a:off x="8459216" y="0"/>
              <a:ext cx="3732783" cy="6858000"/>
            </a:xfrm>
            <a:prstGeom prst="rect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BFFC66B-5AED-2744-BFAE-4D029775E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99" y="1620000"/>
            <a:ext cx="6513171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defRPr sz="24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>
              <a:spcBef>
                <a:spcPts val="600"/>
              </a:spcBef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Pladsholder til dato 7">
            <a:extLst>
              <a:ext uri="{FF2B5EF4-FFF2-40B4-BE49-F238E27FC236}">
                <a16:creationId xmlns:a16="http://schemas.microsoft.com/office/drawing/2014/main" id="{2E08A753-BCB9-AF7C-B2E7-E96AE441A1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24.11.2025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A29B5240-8D55-E294-932C-E33FA9A3B5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3" name="Pladsholder til slidenummer 12">
            <a:extLst>
              <a:ext uri="{FF2B5EF4-FFF2-40B4-BE49-F238E27FC236}">
                <a16:creationId xmlns:a16="http://schemas.microsoft.com/office/drawing/2014/main" id="{5E4341C0-49C3-7B86-12E9-938EE4813F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068642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venstre 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e 6">
            <a:extLst>
              <a:ext uri="{FF2B5EF4-FFF2-40B4-BE49-F238E27FC236}">
                <a16:creationId xmlns:a16="http://schemas.microsoft.com/office/drawing/2014/main" id="{007A8533-68AB-378D-1647-CF2D23CCC072}"/>
              </a:ext>
            </a:extLst>
          </p:cNvPr>
          <p:cNvGrpSpPr>
            <a:grpSpLocks/>
          </p:cNvGrpSpPr>
          <p:nvPr/>
        </p:nvGrpSpPr>
        <p:grpSpPr>
          <a:xfrm flipH="1" flipV="1">
            <a:off x="0" y="0"/>
            <a:ext cx="6023133" cy="6875719"/>
            <a:chOff x="6168866" y="0"/>
            <a:chExt cx="6023133" cy="6875719"/>
          </a:xfrm>
        </p:grpSpPr>
        <p:sp>
          <p:nvSpPr>
            <p:cNvPr id="8" name="Right Triangle 5">
              <a:extLst>
                <a:ext uri="{FF2B5EF4-FFF2-40B4-BE49-F238E27FC236}">
                  <a16:creationId xmlns:a16="http://schemas.microsoft.com/office/drawing/2014/main" id="{628F85BA-B21F-AE7E-9011-A1B5DB2B7A88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3876182" y="2292684"/>
              <a:ext cx="6875719" cy="2290351"/>
            </a:xfrm>
            <a:prstGeom prst="rtTriangle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0B2FE402-7804-C57F-6F02-4FB1DEEF5C47}"/>
                </a:ext>
              </a:extLst>
            </p:cNvPr>
            <p:cNvSpPr>
              <a:spLocks/>
            </p:cNvSpPr>
            <p:nvPr userDrawn="1"/>
          </p:nvSpPr>
          <p:spPr>
            <a:xfrm>
              <a:off x="8459216" y="0"/>
              <a:ext cx="3732783" cy="6858000"/>
            </a:xfrm>
            <a:prstGeom prst="rect">
              <a:avLst/>
            </a:prstGeom>
            <a:solidFill>
              <a:srgbClr val="F2F2F2">
                <a:alpha val="7607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14DFB6E2-64E7-8142-9C16-FF850D4F8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900000"/>
            <a:ext cx="3778863" cy="5539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3" name="Pladsholder til tekst 3">
            <a:extLst>
              <a:ext uri="{FF2B5EF4-FFF2-40B4-BE49-F238E27FC236}">
                <a16:creationId xmlns:a16="http://schemas.microsoft.com/office/drawing/2014/main" id="{32B8AAA8-0DE4-0140-84C9-9A0D444C0E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84821" y="900000"/>
            <a:ext cx="6480000" cy="5205378"/>
          </a:xfrm>
        </p:spPr>
        <p:txBody>
          <a:bodyPr/>
          <a:lstStyle>
            <a:lvl1pPr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80000"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3434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5FB53F5E-23AB-0F2F-0254-E61B6F6B51E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24.11.2025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BEFC8083-65C1-9EC0-077C-893912995B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D09ACB56-0D0F-B0E1-DFDA-06DD2EA133A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2177381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lide venstrestillet overskri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D943BCA5-A9D1-3C4A-B419-FA4758A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260000"/>
            <a:ext cx="396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54EA145E-2D74-D94E-BB16-46323B39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40001" y="1260000"/>
            <a:ext cx="5983600" cy="4561135"/>
          </a:xfrm>
        </p:spPr>
        <p:txBody>
          <a:bodyPr/>
          <a:lstStyle>
            <a:lvl1pPr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</a:defRPr>
            </a:lvl1pPr>
            <a:lvl2pPr marL="720000">
              <a:spcBef>
                <a:spcPts val="600"/>
              </a:spcBef>
              <a:buClr>
                <a:schemeClr val="tx1"/>
              </a:buClr>
              <a:defRPr>
                <a:solidFill>
                  <a:srgbClr val="343434"/>
                </a:solidFill>
              </a:defRPr>
            </a:lvl2pPr>
            <a:lvl3pPr marL="1080000">
              <a:spcBef>
                <a:spcPts val="600"/>
              </a:spcBef>
              <a:buClr>
                <a:schemeClr val="tx1"/>
              </a:buClr>
              <a:defRPr sz="1800">
                <a:solidFill>
                  <a:srgbClr val="343434"/>
                </a:solidFill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7C5399E5-3534-91E8-9F8C-B0CC6D87E2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24.11.2025</a:t>
            </a:fld>
            <a:endParaRPr lang="da-DK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962C43D6-61CF-D952-9CBC-6E9A7A5B10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95D5EE3D-13CA-2876-91CF-5247FED000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776097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lide venstrestillet overskrift /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D943BCA5-A9D1-3C4A-B419-FA4758A2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900000"/>
            <a:ext cx="612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>
                <a:solidFill>
                  <a:srgbClr val="34343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54EA145E-2D74-D94E-BB16-46323B39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9999" y="2160000"/>
            <a:ext cx="6120000" cy="3960000"/>
          </a:xfrm>
        </p:spPr>
        <p:txBody>
          <a:bodyPr/>
          <a:lstStyle>
            <a:lvl1pPr indent="-180000">
              <a:spcBef>
                <a:spcPts val="600"/>
              </a:spcBef>
              <a:buClrTx/>
              <a:defRPr>
                <a:solidFill>
                  <a:srgbClr val="343434"/>
                </a:solidFill>
              </a:defRPr>
            </a:lvl1pPr>
            <a:lvl2pPr marL="720000" indent="-180000">
              <a:spcBef>
                <a:spcPts val="600"/>
              </a:spcBef>
              <a:buClrTx/>
              <a:defRPr>
                <a:solidFill>
                  <a:srgbClr val="343434"/>
                </a:solidFill>
              </a:defRPr>
            </a:lvl2pPr>
            <a:lvl3pPr marL="1080000" indent="-180000">
              <a:spcBef>
                <a:spcPts val="600"/>
              </a:spcBef>
              <a:buClrTx/>
              <a:defRPr sz="1800">
                <a:solidFill>
                  <a:srgbClr val="343434"/>
                </a:solidFill>
              </a:defRPr>
            </a:lvl3pPr>
            <a:lvl5pPr marL="342900" indent="-3429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Pladsholder til dato 14">
            <a:extLst>
              <a:ext uri="{FF2B5EF4-FFF2-40B4-BE49-F238E27FC236}">
                <a16:creationId xmlns:a16="http://schemas.microsoft.com/office/drawing/2014/main" id="{7C5399E5-3534-91E8-9F8C-B0CC6D87E22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24.11.2025</a:t>
            </a:fld>
            <a:endParaRPr lang="da-DK"/>
          </a:p>
        </p:txBody>
      </p:sp>
      <p:sp>
        <p:nvSpPr>
          <p:cNvPr id="16" name="Pladsholder til sidefod 15">
            <a:extLst>
              <a:ext uri="{FF2B5EF4-FFF2-40B4-BE49-F238E27FC236}">
                <a16:creationId xmlns:a16="http://schemas.microsoft.com/office/drawing/2014/main" id="{962C43D6-61CF-D952-9CBC-6E9A7A5B10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7" name="Pladsholder til slidenummer 16">
            <a:extLst>
              <a:ext uri="{FF2B5EF4-FFF2-40B4-BE49-F238E27FC236}">
                <a16:creationId xmlns:a16="http://schemas.microsoft.com/office/drawing/2014/main" id="{95D5EE3D-13CA-2876-91CF-5247FED000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222883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d side med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2FA9A78B-F9F6-E5B5-54E3-EE9FF162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24.11.2025</a:t>
            </a:fld>
            <a:endParaRPr lang="da-DK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75A12590-BDD9-733D-C482-5F7D499C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FA4C063E-ABD6-B6BC-DE08-BDD646060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B06BEC-9C28-1333-C662-F177D86F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64" y="360000"/>
            <a:ext cx="10273673" cy="553998"/>
          </a:xfrm>
        </p:spPr>
        <p:txBody>
          <a:bodyPr/>
          <a:lstStyle>
            <a:lvl1pPr marL="0" indent="0" algn="ctr">
              <a:tabLst>
                <a:tab pos="4262438" algn="l"/>
              </a:tabLst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1954142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de med billedbaggrund 3 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Pladsholder til billede 11">
            <a:extLst>
              <a:ext uri="{FF2B5EF4-FFF2-40B4-BE49-F238E27FC236}">
                <a16:creationId xmlns:a16="http://schemas.microsoft.com/office/drawing/2014/main" id="{3E8FA4C9-F9B2-4D3F-C3AA-19AE988B04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8896007-EFA9-FB1D-FC40-52612A5A455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02345" y="3959813"/>
            <a:ext cx="3600000" cy="2160000"/>
          </a:xfrm>
          <a:noFill/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FontTx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FontTx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B55FCD46-4218-A74F-8005-7EE6E99038A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3" name="Pladsholder til dato 12">
            <a:extLst>
              <a:ext uri="{FF2B5EF4-FFF2-40B4-BE49-F238E27FC236}">
                <a16:creationId xmlns:a16="http://schemas.microsoft.com/office/drawing/2014/main" id="{4C2F6B8E-60BF-6AD6-6314-812B1A40DA1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24.11.2025</a:t>
            </a:fld>
            <a:endParaRPr lang="da-DK"/>
          </a:p>
        </p:txBody>
      </p:sp>
      <p:sp>
        <p:nvSpPr>
          <p:cNvPr id="14" name="Pladsholder til sidefod 13">
            <a:extLst>
              <a:ext uri="{FF2B5EF4-FFF2-40B4-BE49-F238E27FC236}">
                <a16:creationId xmlns:a16="http://schemas.microsoft.com/office/drawing/2014/main" id="{5DF8C4B2-20B3-A074-8048-894F4A3EAE5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64E6E068-C30A-5ADC-3DE9-8633E2E0FF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01682" y="3959813"/>
            <a:ext cx="3600000" cy="2160000"/>
          </a:xfrm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60000" indent="0">
              <a:buNone/>
              <a:defRPr sz="1600">
                <a:solidFill>
                  <a:schemeClr val="bg1"/>
                </a:solidFill>
              </a:defRPr>
            </a:lvl3pPr>
            <a:lvl4pPr marL="720000" indent="0">
              <a:buNone/>
              <a:defRPr sz="1600">
                <a:solidFill>
                  <a:schemeClr val="bg1"/>
                </a:solidFill>
              </a:defRPr>
            </a:lvl4pPr>
            <a:lvl5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516B58FF-0AC7-55B2-5CCE-E114A490555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01019" y="3959813"/>
            <a:ext cx="3600000" cy="2160588"/>
          </a:xfrm>
        </p:spPr>
        <p:txBody>
          <a:bodyPr lIns="108000" tIns="108000" rIns="108000" bIns="10800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spcBef>
                <a:spcPts val="200"/>
              </a:spcBef>
              <a:spcAft>
                <a:spcPts val="200"/>
              </a:spcAft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D9C566-8AD1-2A40-D58B-568EE210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7299985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llemside dybblå">
    <p:bg>
      <p:bgPr>
        <a:solidFill>
          <a:srgbClr val="00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EDFBEEBD-1E10-C64A-9B2F-189B884F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  <a:prstGeom prst="rect">
            <a:avLst/>
          </a:prstGeom>
        </p:spPr>
        <p:txBody>
          <a:bodyPr anchor="ctr" anchorCtr="0"/>
          <a:lstStyle>
            <a:lvl1pPr algn="ctr">
              <a:defRPr sz="3600" b="0" i="0" cap="none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4" name="Right Triangle 4">
            <a:extLst>
              <a:ext uri="{FF2B5EF4-FFF2-40B4-BE49-F238E27FC236}">
                <a16:creationId xmlns:a16="http://schemas.microsoft.com/office/drawing/2014/main" id="{D65F8924-1F04-8501-B37B-F146F46DDBC3}"/>
              </a:ext>
            </a:extLst>
          </p:cNvPr>
          <p:cNvSpPr/>
          <p:nvPr/>
        </p:nvSpPr>
        <p:spPr>
          <a:xfrm rot="16200000">
            <a:off x="2390148" y="2292681"/>
            <a:ext cx="6875719" cy="2290351"/>
          </a:xfrm>
          <a:prstGeom prst="rtTriangle">
            <a:avLst/>
          </a:prstGeom>
          <a:solidFill>
            <a:srgbClr val="F2F2F2">
              <a:alpha val="3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058457-07FF-3A96-E142-AEB81C550EDC}"/>
              </a:ext>
            </a:extLst>
          </p:cNvPr>
          <p:cNvSpPr/>
          <p:nvPr/>
        </p:nvSpPr>
        <p:spPr>
          <a:xfrm>
            <a:off x="6973184" y="17716"/>
            <a:ext cx="5218816" cy="6858000"/>
          </a:xfrm>
          <a:prstGeom prst="rect">
            <a:avLst/>
          </a:prstGeom>
          <a:solidFill>
            <a:srgbClr val="F2F2F2">
              <a:alpha val="392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6" name="Billede 4" descr="Et billede, der indeholder Font/skrifttype, Grafik, grafisk design, tekst&#10;&#10;Indhold genereret af kunstig intelligens kan være forkert.">
            <a:extLst>
              <a:ext uri="{FF2B5EF4-FFF2-40B4-BE49-F238E27FC236}">
                <a16:creationId xmlns:a16="http://schemas.microsoft.com/office/drawing/2014/main" id="{7B8C6AC5-22C4-4C15-1D9D-01CB64A745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72325" b="-7017"/>
          <a:stretch/>
        </p:blipFill>
        <p:spPr>
          <a:xfrm>
            <a:off x="5710432" y="5417946"/>
            <a:ext cx="771134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74425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vid side med blå 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6A3845F0-3DF9-4646-ABC5-AF439DC6FB63}"/>
              </a:ext>
            </a:extLst>
          </p:cNvPr>
          <p:cNvSpPr/>
          <p:nvPr/>
        </p:nvSpPr>
        <p:spPr>
          <a:xfrm>
            <a:off x="0" y="-12880"/>
            <a:ext cx="4133611" cy="6870879"/>
          </a:xfrm>
          <a:custGeom>
            <a:avLst/>
            <a:gdLst>
              <a:gd name="connsiteX0" fmla="*/ 0 w 3348000"/>
              <a:gd name="connsiteY0" fmla="*/ 0 h 6858000"/>
              <a:gd name="connsiteX1" fmla="*/ 3348000 w 3348000"/>
              <a:gd name="connsiteY1" fmla="*/ 0 h 6858000"/>
              <a:gd name="connsiteX2" fmla="*/ 3348000 w 3348000"/>
              <a:gd name="connsiteY2" fmla="*/ 6858000 h 6858000"/>
              <a:gd name="connsiteX3" fmla="*/ 0 w 3348000"/>
              <a:gd name="connsiteY3" fmla="*/ 6858000 h 6858000"/>
              <a:gd name="connsiteX4" fmla="*/ 0 w 3348000"/>
              <a:gd name="connsiteY4" fmla="*/ 0 h 6858000"/>
              <a:gd name="connsiteX0" fmla="*/ 0 w 4133611"/>
              <a:gd name="connsiteY0" fmla="*/ 12879 h 6870879"/>
              <a:gd name="connsiteX1" fmla="*/ 4133611 w 4133611"/>
              <a:gd name="connsiteY1" fmla="*/ 0 h 6870879"/>
              <a:gd name="connsiteX2" fmla="*/ 3348000 w 4133611"/>
              <a:gd name="connsiteY2" fmla="*/ 6870879 h 6870879"/>
              <a:gd name="connsiteX3" fmla="*/ 0 w 4133611"/>
              <a:gd name="connsiteY3" fmla="*/ 6870879 h 6870879"/>
              <a:gd name="connsiteX4" fmla="*/ 0 w 4133611"/>
              <a:gd name="connsiteY4" fmla="*/ 12879 h 6870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33611" h="6870879">
                <a:moveTo>
                  <a:pt x="0" y="12879"/>
                </a:moveTo>
                <a:lnTo>
                  <a:pt x="4133611" y="0"/>
                </a:lnTo>
                <a:lnTo>
                  <a:pt x="3348000" y="6870879"/>
                </a:lnTo>
                <a:lnTo>
                  <a:pt x="0" y="6870879"/>
                </a:lnTo>
                <a:lnTo>
                  <a:pt x="0" y="128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D7BD72E6-1F77-0F4F-99C7-CDE9FC989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0001" y="1080000"/>
            <a:ext cx="6769014" cy="5025378"/>
          </a:xfrm>
        </p:spPr>
        <p:txBody>
          <a:bodyPr/>
          <a:lstStyle>
            <a:lvl1pPr>
              <a:spcBef>
                <a:spcPts val="600"/>
              </a:spcBef>
              <a:buClrTx/>
              <a:defRPr>
                <a:solidFill>
                  <a:schemeClr val="tx1">
                    <a:lumMod val="75000"/>
                  </a:schemeClr>
                </a:solidFill>
              </a:defRPr>
            </a:lvl1pPr>
            <a:lvl2pPr marL="720000">
              <a:spcBef>
                <a:spcPts val="600"/>
              </a:spcBef>
              <a:buClrTx/>
              <a:defRPr>
                <a:solidFill>
                  <a:schemeClr val="tx1">
                    <a:lumMod val="75000"/>
                  </a:schemeClr>
                </a:solidFill>
              </a:defRPr>
            </a:lvl2pPr>
            <a:lvl3pPr marL="1080000">
              <a:spcBef>
                <a:spcPts val="600"/>
              </a:spcBef>
              <a:buClrTx/>
              <a:defRPr sz="1800"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5FAD132-7247-4943-8756-FB1B42F4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0"/>
            <a:ext cx="2726099" cy="5539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13" name="Pladsholder til dato 12">
            <a:extLst>
              <a:ext uri="{FF2B5EF4-FFF2-40B4-BE49-F238E27FC236}">
                <a16:creationId xmlns:a16="http://schemas.microsoft.com/office/drawing/2014/main" id="{2697253C-4240-2DE5-241D-6F79B134E7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24.11.2025</a:t>
            </a:fld>
            <a:endParaRPr lang="da-DK"/>
          </a:p>
        </p:txBody>
      </p:sp>
      <p:sp>
        <p:nvSpPr>
          <p:cNvPr id="14" name="Pladsholder til sidefod 13">
            <a:extLst>
              <a:ext uri="{FF2B5EF4-FFF2-40B4-BE49-F238E27FC236}">
                <a16:creationId xmlns:a16="http://schemas.microsoft.com/office/drawing/2014/main" id="{E49A80E2-2179-9D0B-A180-333D185AA81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15" name="Pladsholder til slidenummer 14">
            <a:extLst>
              <a:ext uri="{FF2B5EF4-FFF2-40B4-BE49-F238E27FC236}">
                <a16:creationId xmlns:a16="http://schemas.microsoft.com/office/drawing/2014/main" id="{4E9D9BAC-00CB-CF90-33FE-4FD2AF14E52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5412661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nuel indlæsning 1">
            <a:extLst>
              <a:ext uri="{FF2B5EF4-FFF2-40B4-BE49-F238E27FC236}">
                <a16:creationId xmlns:a16="http://schemas.microsoft.com/office/drawing/2014/main" id="{C1C202A1-E056-E2E0-858A-B11C91863D7D}"/>
              </a:ext>
            </a:extLst>
          </p:cNvPr>
          <p:cNvSpPr>
            <a:spLocks noChangeAspect="1"/>
          </p:cNvSpPr>
          <p:nvPr/>
        </p:nvSpPr>
        <p:spPr>
          <a:xfrm flipH="1">
            <a:off x="0" y="2708113"/>
            <a:ext cx="12192000" cy="4149887"/>
          </a:xfrm>
          <a:prstGeom prst="flowChartManualInpu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EDFBEEBD-1E10-C64A-9B2F-189B884F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999" y="1800000"/>
            <a:ext cx="7920000" cy="553998"/>
          </a:xfrm>
          <a:prstGeom prst="rect">
            <a:avLst/>
          </a:prstGeom>
        </p:spPr>
        <p:txBody>
          <a:bodyPr/>
          <a:lstStyle>
            <a:lvl1pPr>
              <a:defRPr sz="360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a-DK"/>
          </a:p>
        </p:txBody>
      </p:sp>
      <p:sp>
        <p:nvSpPr>
          <p:cNvPr id="9" name="Pladsholder til tekst 3">
            <a:extLst>
              <a:ext uri="{FF2B5EF4-FFF2-40B4-BE49-F238E27FC236}">
                <a16:creationId xmlns:a16="http://schemas.microsoft.com/office/drawing/2014/main" id="{63282B2D-EDC0-1744-AB89-A09556139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38276" y="4043190"/>
            <a:ext cx="3744000" cy="175681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358775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71755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Skriv navn og kontaktoplysninger</a:t>
            </a:r>
          </a:p>
        </p:txBody>
      </p:sp>
      <p:sp>
        <p:nvSpPr>
          <p:cNvPr id="11" name="Pladsholder til tekst 3">
            <a:extLst>
              <a:ext uri="{FF2B5EF4-FFF2-40B4-BE49-F238E27FC236}">
                <a16:creationId xmlns:a16="http://schemas.microsoft.com/office/drawing/2014/main" id="{D9306688-7C4E-E347-974F-A4462CC48B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51684" y="4043189"/>
            <a:ext cx="3744000" cy="1756811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358775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71755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/>
              <a:t>Skriv navn og kontaktoplysninger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B549FDC7-8610-6A85-1CD7-C0A6A4218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2001" y="6120429"/>
            <a:ext cx="2160000" cy="43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633920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side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384E7-0AB4-7441-B5F9-96ACF387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08CDF3-E58D-014E-8ADC-07E0E0415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E16925C-47A6-AB40-8A37-5DFAE88A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6636263-FC36-D172-003C-58D9BBAD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47C7184-ABEE-196E-E69C-81378FA5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6360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3">
            <a:extLst>
              <a:ext uri="{FF2B5EF4-FFF2-40B4-BE49-F238E27FC236}">
                <a16:creationId xmlns:a16="http://schemas.microsoft.com/office/drawing/2014/main" id="{071DDF98-399A-73C1-6A76-0D87F5D23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0000" y="635634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6570FE-B5FB-B343-9266-1BC06216A43C}" type="datetime1">
              <a:rPr lang="da-DK" smtClean="0"/>
              <a:t>24.11.2025</a:t>
            </a:fld>
            <a:endParaRPr lang="da-DK"/>
          </a:p>
        </p:txBody>
      </p:sp>
      <p:sp>
        <p:nvSpPr>
          <p:cNvPr id="3" name="Pladsholder til slidenummer 5">
            <a:extLst>
              <a:ext uri="{FF2B5EF4-FFF2-40B4-BE49-F238E27FC236}">
                <a16:creationId xmlns:a16="http://schemas.microsoft.com/office/drawing/2014/main" id="{06F05687-C8C9-2987-EB9A-C509041A4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8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4" name="Pladsholder til sidefod 6">
            <a:extLst>
              <a:ext uri="{FF2B5EF4-FFF2-40B4-BE49-F238E27FC236}">
                <a16:creationId xmlns:a16="http://schemas.microsoft.com/office/drawing/2014/main" id="{CECDAB00-7182-687F-414F-D6394BD24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79869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/>
              <a:t>cybersikker.alexandra.dk</a:t>
            </a:r>
          </a:p>
        </p:txBody>
      </p:sp>
    </p:spTree>
    <p:extLst>
      <p:ext uri="{BB962C8B-B14F-4D97-AF65-F5344CB8AC3E}">
        <p14:creationId xmlns:p14="http://schemas.microsoft.com/office/powerpoint/2010/main" val="3308425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kontakt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3">
            <a:extLst>
              <a:ext uri="{FF2B5EF4-FFF2-40B4-BE49-F238E27FC236}">
                <a16:creationId xmlns:a16="http://schemas.microsoft.com/office/drawing/2014/main" id="{84700FE0-3C32-8F5C-A9D6-F84B59ADDA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000" y="6356349"/>
            <a:ext cx="2743200" cy="365125"/>
          </a:xfrm>
        </p:spPr>
        <p:txBody>
          <a:bodyPr/>
          <a:lstStyle/>
          <a:p>
            <a:fld id="{2EE2683A-6B2B-964B-B78D-BF9CF3DA3F7B}" type="datetime1">
              <a:rPr lang="da-DK" smtClean="0"/>
              <a:t>24.11.2025</a:t>
            </a:fld>
            <a:endParaRPr lang="da-DK"/>
          </a:p>
        </p:txBody>
      </p:sp>
      <p:sp>
        <p:nvSpPr>
          <p:cNvPr id="6" name="Pladsholder til sidefod 7">
            <a:extLst>
              <a:ext uri="{FF2B5EF4-FFF2-40B4-BE49-F238E27FC236}">
                <a16:creationId xmlns:a16="http://schemas.microsoft.com/office/drawing/2014/main" id="{59524C84-CFEB-9940-04C5-D411D7EF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7" name="Pladsholder til slidenummer 8">
            <a:extLst>
              <a:ext uri="{FF2B5EF4-FFF2-40B4-BE49-F238E27FC236}">
                <a16:creationId xmlns:a16="http://schemas.microsoft.com/office/drawing/2014/main" id="{1CF4CAFC-21EA-E01D-3132-21873B0A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815" y="6356350"/>
            <a:ext cx="2743200" cy="365125"/>
          </a:xfrm>
        </p:spPr>
        <p:txBody>
          <a:bodyPr/>
          <a:lstStyle/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2" name="Dokument 1">
            <a:extLst>
              <a:ext uri="{FF2B5EF4-FFF2-40B4-BE49-F238E27FC236}">
                <a16:creationId xmlns:a16="http://schemas.microsoft.com/office/drawing/2014/main" id="{C5BA8FC3-060D-F0A5-8322-9D30A0E1929B}"/>
              </a:ext>
            </a:extLst>
          </p:cNvPr>
          <p:cNvSpPr/>
          <p:nvPr userDrawn="1"/>
        </p:nvSpPr>
        <p:spPr>
          <a:xfrm rot="10800000" flipH="1">
            <a:off x="0" y="4067175"/>
            <a:ext cx="12191999" cy="2790825"/>
          </a:xfrm>
          <a:prstGeom prst="flowChartDocument">
            <a:avLst/>
          </a:prstGeom>
          <a:solidFill>
            <a:srgbClr val="0038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F58C07F-51C5-9418-EE26-0A4AF7500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0000" y="2506824"/>
            <a:ext cx="2283038" cy="941136"/>
          </a:xfrm>
        </p:spPr>
        <p:txBody>
          <a:bodyPr/>
          <a:lstStyle>
            <a:lvl1pPr>
              <a:defRPr>
                <a:solidFill>
                  <a:srgbClr val="003843"/>
                </a:solidFill>
              </a:defRPr>
            </a:lvl1pPr>
          </a:lstStyle>
          <a:p>
            <a:r>
              <a:rPr lang="da-DK"/>
              <a:t>Kontakt</a:t>
            </a:r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526AB892-77E9-213C-01EC-851AF19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2622287"/>
            <a:ext cx="3124200" cy="14935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a-DK" noProof="0"/>
              <a:t>Klik for at redigere teksttypografierne i masteren</a:t>
            </a:r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B323A5C4-9B4E-1258-C4C2-C5DB2E0EA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344053"/>
            <a:ext cx="2808000" cy="241041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D671E023-46C6-ED0A-AB96-BDE486EB9333}"/>
              </a:ext>
            </a:extLst>
          </p:cNvPr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249" y="3048642"/>
            <a:ext cx="1926327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630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FORSIDE">
    <p:bg>
      <p:bgPr>
        <a:solidFill>
          <a:srgbClr val="002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kument 7">
            <a:extLst>
              <a:ext uri="{FF2B5EF4-FFF2-40B4-BE49-F238E27FC236}">
                <a16:creationId xmlns:a16="http://schemas.microsoft.com/office/drawing/2014/main" id="{97F39815-501E-76A3-FA96-C8C693D7E23B}"/>
              </a:ext>
            </a:extLst>
          </p:cNvPr>
          <p:cNvSpPr/>
          <p:nvPr userDrawn="1"/>
        </p:nvSpPr>
        <p:spPr>
          <a:xfrm rot="10800000">
            <a:off x="0" y="5816905"/>
            <a:ext cx="12192000" cy="1057488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91AE4081-3EA7-075E-3612-780F81369D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0000" y="6436800"/>
            <a:ext cx="3240000" cy="198468"/>
          </a:xfrm>
          <a:prstGeom prst="rect">
            <a:avLst/>
          </a:prstGeom>
        </p:spPr>
      </p:pic>
      <p:sp>
        <p:nvSpPr>
          <p:cNvPr id="9" name="Titel 4">
            <a:extLst>
              <a:ext uri="{FF2B5EF4-FFF2-40B4-BE49-F238E27FC236}">
                <a16:creationId xmlns:a16="http://schemas.microsoft.com/office/drawing/2014/main" id="{409FCA8D-9749-854C-AC35-14A1BE86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7926335" cy="231946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>
              <a:lnSpc>
                <a:spcPct val="100000"/>
              </a:lnSpc>
              <a:defRPr sz="5400" b="1" i="0" cap="none" baseline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endParaRPr lang="da-DK" noProof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72872625-1661-5449-8659-BFA35B14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48" y="3862793"/>
            <a:ext cx="7926334" cy="635330"/>
          </a:xfrm>
          <a:prstGeom prst="rect">
            <a:avLst/>
          </a:prstGeom>
        </p:spPr>
        <p:txBody>
          <a:bodyPr/>
          <a:lstStyle>
            <a:lvl1pPr marL="11113" indent="0" algn="l">
              <a:buNone/>
              <a:tabLst/>
              <a:defRPr sz="160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da-DK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23E330-E0FE-054F-AA05-A7AC62954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382" y="4582793"/>
            <a:ext cx="7926334" cy="455332"/>
          </a:xfrm>
          <a:prstGeom prst="rect">
            <a:avLst/>
          </a:prstGeom>
        </p:spPr>
        <p:txBody>
          <a:bodyPr/>
          <a:lstStyle>
            <a:lvl1pPr>
              <a:buNone/>
              <a:defRPr sz="1200" cap="all" baseline="0">
                <a:solidFill>
                  <a:srgbClr val="EF7B42"/>
                </a:solidFill>
              </a:defRPr>
            </a:lvl1pPr>
          </a:lstStyle>
          <a:p>
            <a:pPr lvl="0"/>
            <a:endParaRPr lang="da-DK" noProof="0"/>
          </a:p>
        </p:txBody>
      </p:sp>
      <p:pic>
        <p:nvPicPr>
          <p:cNvPr id="5" name="Billede 4" descr="Et billede, der indeholder skærmbillede, Font/skrifttype, sort, design&#10;&#10;Automatisk genereret beskrivelse">
            <a:extLst>
              <a:ext uri="{FF2B5EF4-FFF2-40B4-BE49-F238E27FC236}">
                <a16:creationId xmlns:a16="http://schemas.microsoft.com/office/drawing/2014/main" id="{D03C3022-C89B-6AA5-8FDB-85599E93B6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72001" y="6178407"/>
            <a:ext cx="2160000" cy="377478"/>
          </a:xfrm>
          <a:prstGeom prst="rect">
            <a:avLst/>
          </a:prstGeom>
        </p:spPr>
      </p:pic>
      <p:pic>
        <p:nvPicPr>
          <p:cNvPr id="2" name="Billede 1">
            <a:extLst>
              <a:ext uri="{FF2B5EF4-FFF2-40B4-BE49-F238E27FC236}">
                <a16:creationId xmlns:a16="http://schemas.microsoft.com/office/drawing/2014/main" id="{BA055593-DECD-D9E4-92C2-9A42269688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540000" cy="110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883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vi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F550DC7-A416-CF41-A483-9ADA70B3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000" y="1800000"/>
            <a:ext cx="9856357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>
              <a:spcBef>
                <a:spcPts val="600"/>
              </a:spcBef>
              <a:buClr>
                <a:srgbClr val="BF5D2B"/>
              </a:buClr>
              <a:buFont typeface="Arial" panose="020B0604020202020204" pitchFamily="34" charset="0"/>
              <a:buChar char="•"/>
              <a:defRPr>
                <a:solidFill>
                  <a:srgbClr val="343434"/>
                </a:solidFill>
              </a:defRPr>
            </a:lvl1pPr>
            <a:lvl2pPr marL="720000" indent="-358775">
              <a:spcBef>
                <a:spcPts val="600"/>
              </a:spcBef>
              <a:buClr>
                <a:srgbClr val="BF5D2B"/>
              </a:buClr>
              <a:tabLst/>
              <a:defRPr>
                <a:solidFill>
                  <a:srgbClr val="343434"/>
                </a:solidFill>
              </a:defRPr>
            </a:lvl2pPr>
            <a:lvl3pPr marL="1080000" indent="-360000">
              <a:spcBef>
                <a:spcPts val="600"/>
              </a:spcBef>
              <a:buClr>
                <a:srgbClr val="BF5D2B"/>
              </a:buClr>
              <a:tabLst/>
              <a:defRPr sz="1800">
                <a:solidFill>
                  <a:srgbClr val="343434"/>
                </a:solidFill>
              </a:defRPr>
            </a:lvl3pPr>
            <a:lvl4pPr marL="1080000" indent="-360000">
              <a:defRPr/>
            </a:lvl4pPr>
          </a:lstStyle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</p:txBody>
      </p:sp>
      <p:sp>
        <p:nvSpPr>
          <p:cNvPr id="9" name="Title Placeholder 4">
            <a:extLst>
              <a:ext uri="{FF2B5EF4-FFF2-40B4-BE49-F238E27FC236}">
                <a16:creationId xmlns:a16="http://schemas.microsoft.com/office/drawing/2014/main" id="{428A49A8-7DC3-9A4F-9771-3C7CD60447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720000"/>
            <a:ext cx="9856357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a-DK" noProof="0"/>
              <a:t>Klik for at redigere i masteren</a:t>
            </a:r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1BB2F60C-788E-9A59-EF13-80326069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13AF5-52AE-5449-977A-9A9EA54B487D}" type="datetime1">
              <a:rPr lang="da-DK" smtClean="0"/>
              <a:t>24.11.2025</a:t>
            </a:fld>
            <a:endParaRPr lang="en-GB"/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C715199F-1D98-9548-D278-C6709A1D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© ALEXANDRA INST</a:t>
            </a:r>
            <a:r>
              <a:rPr lang="en-GB">
                <a:solidFill>
                  <a:schemeClr val="accent3"/>
                </a:solidFill>
              </a:rPr>
              <a:t>IT</a:t>
            </a:r>
            <a:r>
              <a:rPr lang="en-GB"/>
              <a:t>UTTET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1842143F-A33C-07B8-623A-3A8B9C79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C9228-041E-BE4C-A177-9A7A550E9A4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29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000" y="1620000"/>
            <a:ext cx="10439999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noProof="0"/>
              <a:t>Klik for at redigere</a:t>
            </a:r>
          </a:p>
          <a:p>
            <a:pPr lvl="2"/>
            <a:r>
              <a:rPr lang="da-DK" noProof="0"/>
              <a:t>Andet niveau</a:t>
            </a:r>
          </a:p>
          <a:p>
            <a:pPr lvl="3"/>
            <a:r>
              <a:rPr lang="da-DK" noProof="0"/>
              <a:t>Tredje niveau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BB6D30-42BF-CA45-976E-18C42243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endParaRPr lang="da-DK"/>
          </a:p>
        </p:txBody>
      </p:sp>
      <p:sp>
        <p:nvSpPr>
          <p:cNvPr id="5" name="Pladsholder til dato 33">
            <a:extLst>
              <a:ext uri="{FF2B5EF4-FFF2-40B4-BE49-F238E27FC236}">
                <a16:creationId xmlns:a16="http://schemas.microsoft.com/office/drawing/2014/main" id="{52560EC3-C564-7D2C-3E25-B5570F0A3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1466" y="6557851"/>
            <a:ext cx="2889068" cy="182562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66570FE-B5FB-B343-9266-1BC06216A43C}" type="datetime1">
              <a:rPr lang="da-DK" smtClean="0"/>
              <a:t>24.11.2025</a:t>
            </a:fld>
            <a:endParaRPr lang="da-DK"/>
          </a:p>
        </p:txBody>
      </p:sp>
      <p:sp>
        <p:nvSpPr>
          <p:cNvPr id="9" name="Pladsholder til sidefod 34">
            <a:extLst>
              <a:ext uri="{FF2B5EF4-FFF2-40B4-BE49-F238E27FC236}">
                <a16:creationId xmlns:a16="http://schemas.microsoft.com/office/drawing/2014/main" id="{93A74E4A-F71B-4F89-2B52-996CFE61B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345" y="6557851"/>
            <a:ext cx="3138687" cy="182562"/>
          </a:xfrm>
          <a:prstGeom prst="rect">
            <a:avLst/>
          </a:prstGeom>
        </p:spPr>
        <p:txBody>
          <a:bodyPr/>
          <a:lstStyle>
            <a:lvl1pPr algn="l">
              <a:defRPr sz="800" cap="all" baseline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da-DK"/>
              <a:t>cybersikker.alexandra.dk</a:t>
            </a:r>
          </a:p>
        </p:txBody>
      </p:sp>
      <p:sp>
        <p:nvSpPr>
          <p:cNvPr id="10" name="Pladsholder til slidenummer 35">
            <a:extLst>
              <a:ext uri="{FF2B5EF4-FFF2-40B4-BE49-F238E27FC236}">
                <a16:creationId xmlns:a16="http://schemas.microsoft.com/office/drawing/2014/main" id="{3813305E-16A2-1B20-40D8-1AC807D54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5251" y="6567126"/>
            <a:ext cx="1944404" cy="215444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9FF5FAE-2060-B54F-BDDB-0825BCE6ACB8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678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4" r:id="rId18"/>
    <p:sldLayoutId id="2147483653" r:id="rId19"/>
    <p:sldLayoutId id="2147483660" r:id="rId20"/>
    <p:sldLayoutId id="2147483690" r:id="rId21"/>
    <p:sldLayoutId id="2147483691" r:id="rId22"/>
  </p:sldLayoutIdLst>
  <p:hf hdr="0"/>
  <p:txStyles>
    <p:titleStyle>
      <a:lvl1pPr marL="0" algn="l" defTabSz="457200" rtl="0" eaLnBrk="1" latinLnBrk="0" hangingPunct="1">
        <a:lnSpc>
          <a:spcPct val="100000"/>
        </a:lnSpc>
        <a:spcBef>
          <a:spcPct val="0"/>
        </a:spcBef>
        <a:buNone/>
        <a:defRPr lang="en-US" sz="3600" b="0" i="0" kern="1200" cap="none" baseline="0" dirty="0">
          <a:solidFill>
            <a:srgbClr val="343434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360000" indent="-360000" algn="l" defTabSz="457200" rtl="0" eaLnBrk="1" latinLnBrk="0" hangingPunct="1">
        <a:lnSpc>
          <a:spcPct val="114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24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1pPr>
      <a:lvl2pPr marL="327538" indent="-360000" algn="l" defTabSz="457200" rtl="0" eaLnBrk="1" latinLnBrk="0" hangingPunct="1">
        <a:lnSpc>
          <a:spcPct val="114000"/>
        </a:lnSpc>
        <a:spcBef>
          <a:spcPts val="1176"/>
        </a:spcBef>
        <a:buClr>
          <a:srgbClr val="D76432"/>
        </a:buClr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720000" indent="-360000" algn="l" defTabSz="457200" rtl="0" eaLnBrk="1" latinLnBrk="0" hangingPunct="1">
        <a:lnSpc>
          <a:spcPct val="114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20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3pPr>
      <a:lvl4pPr marL="1080000" indent="-360000" algn="l" defTabSz="457200" rtl="0" eaLnBrk="1" latinLnBrk="0" hangingPunct="1">
        <a:lnSpc>
          <a:spcPct val="114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tabLst/>
        <a:defRPr sz="1800" kern="1200">
          <a:solidFill>
            <a:srgbClr val="343434"/>
          </a:solidFill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4pPr>
      <a:lvl5pPr marL="0" indent="0" algn="l" defTabSz="457200" rtl="0" eaLnBrk="1" latinLnBrk="0" hangingPunct="1">
        <a:lnSpc>
          <a:spcPct val="114000"/>
        </a:lnSpc>
        <a:spcBef>
          <a:spcPct val="20000"/>
        </a:spcBef>
        <a:buClr>
          <a:srgbClr val="D76432"/>
        </a:buClr>
        <a:buFont typeface="Arial" panose="020B0604020202020204" pitchFamily="34" charset="0"/>
        <a:buNone/>
        <a:tabLst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12" Type="http://schemas.openxmlformats.org/officeDocument/2006/relationships/image" Target="../media/image41.svg"/><Relationship Id="rId2" Type="http://schemas.openxmlformats.org/officeDocument/2006/relationships/image" Target="../media/image31.png"/><Relationship Id="rId16" Type="http://schemas.openxmlformats.org/officeDocument/2006/relationships/hyperlink" Target="https://en.m.wikipedia.org/wiki/File:Icon-round-Question_mark.svg" TargetMode="Externa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svg"/><Relationship Id="rId15" Type="http://schemas.openxmlformats.org/officeDocument/2006/relationships/image" Target="../media/image44.png"/><Relationship Id="rId10" Type="http://schemas.openxmlformats.org/officeDocument/2006/relationships/image" Target="../media/image39.svg"/><Relationship Id="rId4" Type="http://schemas.openxmlformats.org/officeDocument/2006/relationships/image" Target="../media/image33.png"/><Relationship Id="rId9" Type="http://schemas.openxmlformats.org/officeDocument/2006/relationships/image" Target="../media/image38.svg"/><Relationship Id="rId14" Type="http://schemas.openxmlformats.org/officeDocument/2006/relationships/image" Target="../media/image43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svg"/><Relationship Id="rId18" Type="http://schemas.openxmlformats.org/officeDocument/2006/relationships/image" Target="../media/image49.png"/><Relationship Id="rId3" Type="http://schemas.openxmlformats.org/officeDocument/2006/relationships/image" Target="../media/image32.svg"/><Relationship Id="rId21" Type="http://schemas.openxmlformats.org/officeDocument/2006/relationships/image" Target="../media/image52.svg"/><Relationship Id="rId7" Type="http://schemas.openxmlformats.org/officeDocument/2006/relationships/image" Target="../media/image36.svg"/><Relationship Id="rId12" Type="http://schemas.openxmlformats.org/officeDocument/2006/relationships/image" Target="../media/image40.png"/><Relationship Id="rId17" Type="http://schemas.openxmlformats.org/officeDocument/2006/relationships/image" Target="../media/image48.svg"/><Relationship Id="rId2" Type="http://schemas.openxmlformats.org/officeDocument/2006/relationships/image" Target="../media/image31.png"/><Relationship Id="rId16" Type="http://schemas.openxmlformats.org/officeDocument/2006/relationships/image" Target="../media/image47.png"/><Relationship Id="rId20" Type="http://schemas.openxmlformats.org/officeDocument/2006/relationships/image" Target="../media/image51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5.png"/><Relationship Id="rId11" Type="http://schemas.openxmlformats.org/officeDocument/2006/relationships/image" Target="../media/image46.svg"/><Relationship Id="rId5" Type="http://schemas.openxmlformats.org/officeDocument/2006/relationships/image" Target="../media/image34.svg"/><Relationship Id="rId15" Type="http://schemas.openxmlformats.org/officeDocument/2006/relationships/image" Target="../media/image43.svg"/><Relationship Id="rId10" Type="http://schemas.openxmlformats.org/officeDocument/2006/relationships/image" Target="../media/image45.png"/><Relationship Id="rId19" Type="http://schemas.openxmlformats.org/officeDocument/2006/relationships/image" Target="../media/image50.svg"/><Relationship Id="rId4" Type="http://schemas.openxmlformats.org/officeDocument/2006/relationships/image" Target="../media/image33.png"/><Relationship Id="rId9" Type="http://schemas.openxmlformats.org/officeDocument/2006/relationships/image" Target="../media/image38.svg"/><Relationship Id="rId14" Type="http://schemas.openxmlformats.org/officeDocument/2006/relationships/image" Target="../media/image42.png"/><Relationship Id="rId22" Type="http://schemas.openxmlformats.org/officeDocument/2006/relationships/image" Target="../media/image53.sv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exandrainst/IU-kursus" TargetMode="Externa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50A64-59FC-FC96-6860-49FD3869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4A075-F9AD-14F3-1AAA-09A909E50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9982093" cy="2319469"/>
          </a:xfrm>
        </p:spPr>
        <p:txBody>
          <a:bodyPr/>
          <a:lstStyle/>
          <a:p>
            <a:r>
              <a:rPr lang="da-DK" noProof="0"/>
              <a:t>Network security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F200742-2569-8A30-6A17-F1949681A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noProof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04ECDC3-90B1-2A7B-7E2B-BFB4FE2DEE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507574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E2599EFF-37C3-7C82-B8C4-D2A4E9350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8" y="390038"/>
            <a:ext cx="10584015" cy="553998"/>
          </a:xfrm>
        </p:spPr>
        <p:txBody>
          <a:bodyPr/>
          <a:lstStyle/>
          <a:p>
            <a:r>
              <a:rPr lang="da-DK" noProof="0">
                <a:latin typeface="Arial"/>
                <a:cs typeface="Arial"/>
              </a:rPr>
              <a:t>Agenda:</a:t>
            </a:r>
            <a:endParaRPr lang="da-DK" noProof="0"/>
          </a:p>
        </p:txBody>
      </p:sp>
      <p:graphicFrame>
        <p:nvGraphicFramePr>
          <p:cNvPr id="12" name="Pladsholder til indhold 11">
            <a:extLst>
              <a:ext uri="{FF2B5EF4-FFF2-40B4-BE49-F238E27FC236}">
                <a16:creationId xmlns:a16="http://schemas.microsoft.com/office/drawing/2014/main" id="{5BD0F255-369E-C4EE-BA89-832751DDE2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459012"/>
              </p:ext>
            </p:extLst>
          </p:nvPr>
        </p:nvGraphicFramePr>
        <p:xfrm>
          <a:off x="1245463" y="1025517"/>
          <a:ext cx="10238550" cy="5699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249">
                  <a:extLst>
                    <a:ext uri="{9D8B030D-6E8A-4147-A177-3AD203B41FA5}">
                      <a16:colId xmlns:a16="http://schemas.microsoft.com/office/drawing/2014/main" val="3568212222"/>
                    </a:ext>
                  </a:extLst>
                </a:gridCol>
                <a:gridCol w="6200549">
                  <a:extLst>
                    <a:ext uri="{9D8B030D-6E8A-4147-A177-3AD203B41FA5}">
                      <a16:colId xmlns:a16="http://schemas.microsoft.com/office/drawing/2014/main" val="3991436401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648554971"/>
                    </a:ext>
                  </a:extLst>
                </a:gridCol>
              </a:tblGrid>
              <a:tr h="366284">
                <a:tc>
                  <a:txBody>
                    <a:bodyPr/>
                    <a:lstStyle/>
                    <a:p>
                      <a:r>
                        <a:rPr lang="da-DK" noProof="0"/>
                        <a:t>Tidspunkt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/>
                        <a:t>Emne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/>
                        <a:t>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083505"/>
                  </a:ext>
                </a:extLst>
              </a:tr>
              <a:tr h="372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9.00-9.10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da-DK" noProof="0"/>
                        <a:t>Plan for kursus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72173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9.10-10.00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da-DK" sz="1800" b="0" i="0" u="none" strike="noStrike" noProof="0">
                          <a:solidFill>
                            <a:srgbClr val="343434"/>
                          </a:solidFill>
                          <a:latin typeface="Arial"/>
                        </a:rPr>
                        <a:t>(NetSec Målpind 2 og 5) Typer af netværksangreb og hvordan de opdages og forebygges</a:t>
                      </a:r>
                      <a:endParaRPr lang="da-DK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94966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10.00-10.15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a-DK" noProof="0"/>
                        <a:t>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376553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10.40-11.10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da-DK" noProof="0"/>
                        <a:t>(NetSec Målpind 4) Hvad er IDS/IPS. Hvorfor er TLS/kryptering en udfordring og hvordan kan det håndteres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noProof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898247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/>
                        <a:t>11.10-11.30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da-DK" noProof="0"/>
                        <a:t>Dekryptering af TLS i Wireshark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da-DK" noProof="0"/>
                        <a:t>Øvelse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42171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11.30-11.40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da-DK" noProof="0"/>
                        <a:t>Kort pause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760828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noProof="0"/>
                        <a:t>11.40-12.00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da-DK" noProof="0"/>
                        <a:t>Intro til eftermiddagens case (MP 1 og 3): Hvad betyder "grundlæggende sikkerhed" i et firmanetværk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a-DK" noProof="0"/>
                        <a:t>Oplæg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0355"/>
                  </a:ext>
                </a:extLst>
              </a:tr>
              <a:tr h="3865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da-DK" noProof="0"/>
                        <a:t>12.00-13.00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a-DK" noProof="0"/>
                        <a:t>Frokost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353634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a-DK" noProof="0"/>
                        <a:t>13.00-16.00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da-DK" noProof="0"/>
                        <a:t>Arbejde med case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da-DK" noProof="0"/>
                        <a:t>Gruppe arbejde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79610"/>
                  </a:ext>
                </a:extLst>
              </a:tr>
              <a:tr h="3662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noProof="0"/>
                        <a:t>16.00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da-DK" noProof="0"/>
                        <a:t>Slut for i dag </a:t>
                      </a:r>
                    </a:p>
                    <a:p>
                      <a:pPr marL="742950" marR="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B0604020202020204" pitchFamily="34" charset="0"/>
                        <a:buChar char="o"/>
                      </a:pPr>
                      <a:r>
                        <a:rPr lang="da-DK" noProof="0"/>
                        <a:t>Deltagerne kan evt. arbejde videre med casen på egen hånd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767376"/>
                  </a:ext>
                </a:extLst>
              </a:tr>
            </a:tbl>
          </a:graphicData>
        </a:graphic>
      </p:graphicFrame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61CE921-9197-CCFC-0DB9-5C6A4C98B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7D938-B50E-D842-AEDC-C3B711F6BEE0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C3D70BA-3FA5-6FD7-2E8F-8BE12F3C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102F5C7-E84E-991D-01D3-1EDD9727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961607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24368-BA55-274B-14D0-719FC3FA3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4F7CB9-E6BC-581B-90A5-AD5F1F68F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9982093" cy="2319469"/>
          </a:xfrm>
        </p:spPr>
        <p:txBody>
          <a:bodyPr/>
          <a:lstStyle/>
          <a:p>
            <a:r>
              <a:rPr lang="da-DK">
                <a:latin typeface="Arial Black"/>
                <a:ea typeface="Verdana"/>
              </a:rPr>
              <a:t>Netværksangreb</a:t>
            </a:r>
            <a:endParaRPr lang="da-DK" noProof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2923B0A-B812-F549-4F9A-8596C26438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10795"/>
            <a:r>
              <a:rPr lang="da-DK">
                <a:latin typeface="Arial"/>
                <a:ea typeface="Tahoma"/>
                <a:cs typeface="Arial"/>
              </a:rPr>
              <a:t>Eksempler og forsvar</a:t>
            </a:r>
            <a:endParaRPr lang="da-DK"/>
          </a:p>
          <a:p>
            <a:pPr marL="10795"/>
            <a:endParaRPr lang="da-DK" noProof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9471E80A-CA7D-DBA5-B6C9-A6F6B262EC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361298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E9D9-2A53-D18B-C8C0-F547A7EED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D7C5-CBFD-C265-650F-52940EC4B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Relation til målpinde: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2D3E0-6112-F008-70C9-70E4A2EAE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 fontAlgn="base"/>
            <a:r>
              <a:rPr lang="da-DK" i="1">
                <a:latin typeface="Arial"/>
                <a:ea typeface="Tahoma"/>
                <a:cs typeface="Arial"/>
              </a:rPr>
              <a:t>2. Lærlingen kan identificere forskellige typer netværksangreb og deres påvirkning på netværksinfrastrukturen og dens betydning for en organisations informationssikkerhed. </a:t>
            </a:r>
          </a:p>
          <a:p>
            <a:pPr marL="359410" indent="-359410">
              <a:lnSpc>
                <a:spcPct val="113999"/>
              </a:lnSpc>
            </a:pPr>
            <a:r>
              <a:rPr lang="da-DK" i="1">
                <a:latin typeface="Arial"/>
                <a:ea typeface="Tahoma"/>
                <a:cs typeface="Arial"/>
              </a:rPr>
              <a:t>5. Lærlingen kan redegøre for behovet for netværksmonitorering, alarmer og logning.  </a:t>
            </a:r>
          </a:p>
          <a:p>
            <a:pPr marL="359410" indent="-359410">
              <a:lnSpc>
                <a:spcPct val="113999"/>
              </a:lnSpc>
            </a:pPr>
            <a:endParaRPr lang="da-DK"/>
          </a:p>
          <a:p>
            <a:pPr marL="359410" indent="-359410"/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8394C-CF10-2208-F7EE-1E9A88036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E8EDB-47AF-B1B0-B4E8-ED3EF62D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77F8B-A56D-D90A-E5A2-5FA872237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4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475983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60A5-AC6C-ACED-A706-1843CA2B3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Arial"/>
                <a:ea typeface="Verdana"/>
                <a:cs typeface="Arial"/>
              </a:rPr>
              <a:t>Hvad</a:t>
            </a:r>
            <a:r>
              <a:rPr lang="en-US">
                <a:latin typeface="Arial"/>
                <a:ea typeface="Verdana"/>
                <a:cs typeface="Arial"/>
              </a:rPr>
              <a:t> er </a:t>
            </a:r>
            <a:r>
              <a:rPr lang="en-US" err="1">
                <a:latin typeface="Arial"/>
                <a:ea typeface="Verdana"/>
                <a:cs typeface="Arial"/>
              </a:rPr>
              <a:t>netværksangreb</a:t>
            </a:r>
            <a:r>
              <a:rPr lang="en-US">
                <a:latin typeface="Arial"/>
                <a:ea typeface="Verdana"/>
                <a:cs typeface="Arial"/>
              </a:rPr>
              <a:t>? 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5C74-050B-65AE-B443-97EAB066F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 err="1">
                <a:latin typeface="Arial"/>
                <a:ea typeface="Tahoma"/>
                <a:cs typeface="Arial"/>
              </a:rPr>
              <a:t>Ondsindede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forsøg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på</a:t>
            </a:r>
            <a:r>
              <a:rPr lang="en-US">
                <a:latin typeface="Arial"/>
                <a:ea typeface="Tahoma"/>
                <a:cs typeface="Arial"/>
              </a:rPr>
              <a:t> at </a:t>
            </a:r>
            <a:r>
              <a:rPr lang="en-US" err="1">
                <a:latin typeface="Arial"/>
                <a:ea typeface="Tahoma"/>
                <a:cs typeface="Arial"/>
              </a:rPr>
              <a:t>bryde</a:t>
            </a:r>
            <a:r>
              <a:rPr lang="en-US">
                <a:latin typeface="Arial"/>
                <a:ea typeface="Tahoma"/>
                <a:cs typeface="Arial"/>
              </a:rPr>
              <a:t> CIA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Konfidentialitet</a:t>
            </a: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Integritet</a:t>
            </a:r>
            <a:endParaRPr lang="en-US">
              <a:latin typeface="Arial"/>
              <a:ea typeface="Tahoma"/>
              <a:cs typeface="Arial"/>
            </a:endParaRP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Tilgængelighed</a:t>
            </a:r>
            <a:endParaRPr lang="en-US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en-US">
                <a:latin typeface="Arial"/>
                <a:ea typeface="Tahoma"/>
                <a:cs typeface="Arial"/>
              </a:rPr>
              <a:t>Motivation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Økonomisk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"</a:t>
            </a:r>
            <a:r>
              <a:rPr lang="en-US" err="1">
                <a:latin typeface="Arial"/>
                <a:ea typeface="Tahoma"/>
                <a:cs typeface="Arial"/>
              </a:rPr>
              <a:t>Hacktivisme</a:t>
            </a:r>
            <a:r>
              <a:rPr lang="en-US">
                <a:latin typeface="Arial"/>
                <a:ea typeface="Tahoma"/>
                <a:cs typeface="Arial"/>
              </a:rPr>
              <a:t>"</a:t>
            </a: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Spionage</a:t>
            </a:r>
            <a:endParaRPr lang="en-US">
              <a:latin typeface="Arial"/>
              <a:ea typeface="Tahoma"/>
              <a:cs typeface="Arial"/>
            </a:endParaRP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Sabotage</a:t>
            </a:r>
          </a:p>
          <a:p>
            <a:pPr marL="0" indent="0">
              <a:lnSpc>
                <a:spcPct val="113999"/>
              </a:lnSpc>
              <a:buNone/>
            </a:pP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E9FC2-189F-2B5B-D44A-16FB09938F7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8654F-8D0C-445B-BDF2-AF09F1B8C3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D20F-A463-C7C7-B6AA-B82FA5BE7F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1096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BA2D-C62D-A3F9-318D-084E9CEE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Konsekvenser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94D5-8386-190F-9C81-3D5FA23DC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>
                <a:latin typeface="Arial"/>
                <a:ea typeface="Tahoma"/>
                <a:cs typeface="Arial"/>
              </a:rPr>
              <a:t>Brud </a:t>
            </a:r>
            <a:r>
              <a:rPr lang="en-US" err="1">
                <a:latin typeface="Arial"/>
                <a:ea typeface="Tahoma"/>
                <a:cs typeface="Arial"/>
              </a:rPr>
              <a:t>på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konfidentialitet</a:t>
            </a:r>
            <a:r>
              <a:rPr lang="en-US">
                <a:latin typeface="Arial"/>
                <a:ea typeface="Tahoma"/>
                <a:cs typeface="Arial"/>
              </a:rPr>
              <a:t> </a:t>
            </a:r>
            <a:endParaRPr lang="en-US"/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Læk </a:t>
            </a:r>
            <a:r>
              <a:rPr lang="en-US" err="1">
                <a:latin typeface="Arial"/>
                <a:ea typeface="Tahoma"/>
                <a:cs typeface="Arial"/>
              </a:rPr>
              <a:t>af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følsom</a:t>
            </a:r>
            <a:r>
              <a:rPr lang="en-US">
                <a:latin typeface="Arial"/>
                <a:ea typeface="Tahoma"/>
                <a:cs typeface="Arial"/>
              </a:rPr>
              <a:t> data (privacy)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Læk </a:t>
            </a:r>
            <a:r>
              <a:rPr lang="en-US" err="1">
                <a:latin typeface="Arial"/>
                <a:ea typeface="Tahoma"/>
                <a:cs typeface="Arial"/>
              </a:rPr>
              <a:t>af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forretningshemmeligheder</a:t>
            </a:r>
            <a:r>
              <a:rPr lang="en-US">
                <a:latin typeface="Arial"/>
                <a:ea typeface="Tahoma"/>
                <a:cs typeface="Arial"/>
              </a:rPr>
              <a:t> (</a:t>
            </a:r>
            <a:r>
              <a:rPr lang="en-US" err="1">
                <a:latin typeface="Arial"/>
                <a:ea typeface="Tahoma"/>
                <a:cs typeface="Arial"/>
              </a:rPr>
              <a:t>eg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kildekode</a:t>
            </a:r>
            <a:r>
              <a:rPr lang="en-US">
                <a:latin typeface="Arial"/>
                <a:ea typeface="Tahoma"/>
                <a:cs typeface="Arial"/>
              </a:rPr>
              <a:t>)</a:t>
            </a: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en-US">
                <a:latin typeface="Arial"/>
                <a:ea typeface="Tahoma"/>
                <a:cs typeface="Arial"/>
              </a:rPr>
              <a:t>Brud </a:t>
            </a:r>
            <a:r>
              <a:rPr lang="en-US" err="1">
                <a:latin typeface="Arial"/>
                <a:ea typeface="Tahoma"/>
                <a:cs typeface="Arial"/>
              </a:rPr>
              <a:t>på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integritet</a:t>
            </a:r>
            <a:r>
              <a:rPr lang="en-US">
                <a:latin typeface="Arial"/>
                <a:ea typeface="Tahoma"/>
                <a:cs typeface="Arial"/>
              </a:rPr>
              <a:t>/</a:t>
            </a:r>
            <a:r>
              <a:rPr lang="en-US" err="1">
                <a:latin typeface="Arial"/>
                <a:ea typeface="Tahoma"/>
                <a:cs typeface="Arial"/>
              </a:rPr>
              <a:t>autenticitet</a:t>
            </a:r>
            <a:endParaRPr lang="en-US">
              <a:latin typeface="Arial"/>
              <a:ea typeface="Tahoma"/>
              <a:cs typeface="Arial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Overtagelse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af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systemer</a:t>
            </a:r>
            <a:endParaRPr lang="en-US" err="1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Eskalering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af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privilegier</a:t>
            </a:r>
            <a:endParaRPr lang="en-US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en-US">
                <a:latin typeface="Arial"/>
                <a:ea typeface="Tahoma"/>
                <a:cs typeface="Arial"/>
              </a:rPr>
              <a:t>Brud </a:t>
            </a:r>
            <a:r>
              <a:rPr lang="en-US" err="1">
                <a:latin typeface="Arial"/>
                <a:ea typeface="Tahoma"/>
                <a:cs typeface="Arial"/>
              </a:rPr>
              <a:t>på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tilgængelighed</a:t>
            </a:r>
            <a:endParaRPr lang="en-US" err="1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Skade </a:t>
            </a:r>
            <a:r>
              <a:rPr lang="en-US" err="1">
                <a:latin typeface="Arial"/>
                <a:ea typeface="Tahoma"/>
                <a:cs typeface="Arial"/>
              </a:rPr>
              <a:t>på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omdømme</a:t>
            </a:r>
            <a:endParaRPr lang="en-US">
              <a:latin typeface="Arial"/>
              <a:ea typeface="Tahoma"/>
              <a:cs typeface="Arial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Brud </a:t>
            </a:r>
            <a:r>
              <a:rPr lang="en-US" err="1">
                <a:latin typeface="Arial"/>
                <a:ea typeface="Tahoma"/>
                <a:cs typeface="Arial"/>
              </a:rPr>
              <a:t>på</a:t>
            </a:r>
            <a:r>
              <a:rPr lang="en-US">
                <a:latin typeface="Arial"/>
                <a:ea typeface="Tahoma"/>
                <a:cs typeface="Arial"/>
              </a:rPr>
              <a:t> SLA (service level agreement)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en-US">
              <a:ea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7093B-DE52-CBDB-2FFD-E1CBB2F23F8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4D226-4A0A-2BA5-463B-FF15E7C4E41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D63EC-DE5D-449C-7919-2775BD0DEE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03725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177F-F437-85B9-B6D2-30941D343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Forsvarsmekanismer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4502F-18CA-6883-E4E1-91F4DA138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 err="1">
                <a:latin typeface="Arial"/>
                <a:ea typeface="Tahoma"/>
                <a:cs typeface="Arial"/>
              </a:rPr>
              <a:t>Konfidentialitet</a:t>
            </a:r>
            <a:endParaRPr lang="en-US" err="1"/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Kryptering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Adgangskontrol</a:t>
            </a: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en-US" err="1">
                <a:latin typeface="Arial"/>
                <a:ea typeface="Tahoma"/>
                <a:cs typeface="Arial"/>
              </a:rPr>
              <a:t>Integritet</a:t>
            </a:r>
            <a:r>
              <a:rPr lang="en-US">
                <a:latin typeface="Arial"/>
                <a:ea typeface="Tahoma"/>
                <a:cs typeface="Arial"/>
              </a:rPr>
              <a:t>/</a:t>
            </a:r>
            <a:r>
              <a:rPr lang="en-US" err="1">
                <a:latin typeface="Arial"/>
                <a:ea typeface="Tahoma"/>
                <a:cs typeface="Arial"/>
              </a:rPr>
              <a:t>autenticitet</a:t>
            </a:r>
            <a:endParaRPr lang="en-US" err="1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Digitale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signaturer</a:t>
            </a:r>
            <a:r>
              <a:rPr lang="en-US">
                <a:latin typeface="Arial"/>
                <a:ea typeface="Tahoma"/>
                <a:cs typeface="Arial"/>
              </a:rPr>
              <a:t>/MACs (message authentication codes)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Adgangskontrol</a:t>
            </a:r>
            <a:endParaRPr lang="en-US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en-US" err="1">
                <a:latin typeface="Arial"/>
                <a:ea typeface="Tahoma"/>
                <a:cs typeface="Arial"/>
              </a:rPr>
              <a:t>Tilgængelighed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Redundans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Throttling</a:t>
            </a:r>
            <a:endParaRPr lang="en-US">
              <a:ea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4CAEE-E19F-169D-D34F-A589EE0AA5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89F88-4F33-D7AA-EF50-02508CEBBBE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99FB9-E164-16EC-0071-E7E039090B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6158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976133-25FB-45CE-9B1A-76EDC776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814" y="1720926"/>
            <a:ext cx="5040000" cy="3891060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lnSpc>
                <a:spcPct val="113999"/>
              </a:lnSpc>
              <a:buNone/>
            </a:pPr>
            <a:r>
              <a:rPr lang="en-US">
                <a:latin typeface="Arial"/>
                <a:ea typeface="Tahoma"/>
                <a:cs typeface="Arial"/>
              </a:rPr>
              <a:t>Passive </a:t>
            </a:r>
            <a:r>
              <a:rPr lang="en-US" err="1">
                <a:latin typeface="Arial"/>
                <a:ea typeface="Tahoma"/>
                <a:cs typeface="Arial"/>
              </a:rPr>
              <a:t>angreb</a:t>
            </a:r>
            <a:r>
              <a:rPr lang="en-US">
                <a:latin typeface="Arial"/>
                <a:ea typeface="Tahoma"/>
                <a:cs typeface="Arial"/>
              </a:rPr>
              <a:t>: </a:t>
            </a:r>
            <a:endParaRPr lang="en-US"/>
          </a:p>
          <a:p>
            <a:pPr marL="0" indent="0">
              <a:lnSpc>
                <a:spcPct val="113999"/>
              </a:lnSpc>
              <a:buNone/>
            </a:pPr>
            <a:r>
              <a:rPr lang="en-US" err="1">
                <a:latin typeface="Arial"/>
                <a:ea typeface="Tahoma"/>
                <a:cs typeface="Arial"/>
              </a:rPr>
              <a:t>Observerer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eller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indsamler</a:t>
            </a:r>
            <a:r>
              <a:rPr lang="en-US">
                <a:latin typeface="Arial"/>
                <a:ea typeface="Tahoma"/>
                <a:cs typeface="Arial"/>
              </a:rPr>
              <a:t> information </a:t>
            </a:r>
            <a:r>
              <a:rPr lang="en-US" err="1">
                <a:latin typeface="Arial"/>
                <a:ea typeface="Tahoma"/>
                <a:cs typeface="Arial"/>
              </a:rPr>
              <a:t>uden</a:t>
            </a:r>
            <a:r>
              <a:rPr lang="en-US">
                <a:latin typeface="Arial"/>
                <a:ea typeface="Tahoma"/>
                <a:cs typeface="Arial"/>
              </a:rPr>
              <a:t> at </a:t>
            </a:r>
            <a:r>
              <a:rPr lang="en-US" err="1">
                <a:latin typeface="Arial"/>
                <a:ea typeface="Tahoma"/>
                <a:cs typeface="Arial"/>
              </a:rPr>
              <a:t>ændre</a:t>
            </a:r>
            <a:r>
              <a:rPr lang="en-US">
                <a:latin typeface="Arial"/>
                <a:ea typeface="Tahoma"/>
                <a:cs typeface="Arial"/>
              </a:rPr>
              <a:t> data, </a:t>
            </a:r>
            <a:r>
              <a:rPr lang="en-US" err="1">
                <a:latin typeface="Arial"/>
                <a:ea typeface="Tahoma"/>
                <a:cs typeface="Arial"/>
              </a:rPr>
              <a:t>kommunikation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eller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systemets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normale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funktionalitet</a:t>
            </a:r>
            <a:r>
              <a:rPr lang="en-US">
                <a:latin typeface="Arial"/>
                <a:ea typeface="Tahoma"/>
                <a:cs typeface="Arial"/>
              </a:rPr>
              <a:t>.</a:t>
            </a:r>
            <a:endParaRPr lang="en-US"/>
          </a:p>
          <a:p>
            <a:pPr marL="0" indent="0">
              <a:lnSpc>
                <a:spcPct val="113999"/>
              </a:lnSpc>
              <a:buNone/>
            </a:pPr>
            <a:r>
              <a:rPr lang="en-US" err="1">
                <a:latin typeface="Arial"/>
                <a:ea typeface="Tahoma"/>
                <a:cs typeface="Arial"/>
              </a:rPr>
              <a:t>Generelt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svære</a:t>
            </a:r>
            <a:r>
              <a:rPr lang="en-US">
                <a:latin typeface="Arial"/>
                <a:ea typeface="Tahoma"/>
                <a:cs typeface="Arial"/>
              </a:rPr>
              <a:t> at </a:t>
            </a:r>
            <a:r>
              <a:rPr lang="en-US" err="1">
                <a:latin typeface="Arial"/>
                <a:ea typeface="Tahoma"/>
                <a:cs typeface="Arial"/>
              </a:rPr>
              <a:t>opdage</a:t>
            </a:r>
            <a:r>
              <a:rPr lang="en-US">
                <a:latin typeface="Arial"/>
                <a:ea typeface="Tahoma"/>
                <a:cs typeface="Arial"/>
              </a:rPr>
              <a:t>; </a:t>
            </a:r>
            <a:r>
              <a:rPr lang="en-US" err="1">
                <a:latin typeface="Arial"/>
                <a:ea typeface="Tahoma"/>
                <a:cs typeface="Arial"/>
              </a:rPr>
              <a:t>mitigeres</a:t>
            </a:r>
            <a:r>
              <a:rPr lang="en-US">
                <a:latin typeface="Arial"/>
                <a:ea typeface="Tahoma"/>
                <a:cs typeface="Arial"/>
              </a:rPr>
              <a:t> med </a:t>
            </a:r>
            <a:r>
              <a:rPr lang="en-US" err="1">
                <a:latin typeface="Arial"/>
                <a:ea typeface="Tahoma"/>
                <a:cs typeface="Arial"/>
              </a:rPr>
              <a:t>kryptering</a:t>
            </a:r>
            <a:r>
              <a:rPr lang="en-US">
                <a:latin typeface="Arial"/>
                <a:ea typeface="Tahoma"/>
                <a:cs typeface="Arial"/>
              </a:rPr>
              <a:t>.</a:t>
            </a:r>
            <a:endParaRPr lang="en-US"/>
          </a:p>
          <a:p>
            <a:pPr marL="0" indent="0">
              <a:lnSpc>
                <a:spcPct val="113999"/>
              </a:lnSpc>
              <a:buNone/>
            </a:pPr>
            <a:endParaRPr lang="en-US"/>
          </a:p>
          <a:p>
            <a:pPr marL="0" indent="0">
              <a:lnSpc>
                <a:spcPct val="113999"/>
              </a:lnSpc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7184CC-D7A2-6B75-4F85-168070ADB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540000"/>
            <a:ext cx="10440000" cy="553998"/>
          </a:xfrm>
        </p:spPr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Passive vs aktive angreb</a:t>
            </a:r>
            <a:endParaRPr lang="en-US" err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83903-104E-13C1-257F-1C9141491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570FE-B5FB-B343-9266-1BC06216A43C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DCCFB-4D8F-EAA6-8695-44722F1EA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96636-5947-0CE0-AE4E-B18CED99D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8</a:t>
            </a:fld>
            <a:endParaRPr lang="da-DK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7052BF6-F298-297A-B662-3131F415A8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528344"/>
            <a:ext cx="5040000" cy="2959395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lnSpc>
                <a:spcPct val="113999"/>
              </a:lnSpc>
              <a:buNone/>
            </a:pPr>
            <a:r>
              <a:rPr lang="en-US">
                <a:latin typeface="Arial"/>
                <a:ea typeface="Tahoma"/>
                <a:cs typeface="Arial"/>
              </a:rPr>
              <a:t>Aktive </a:t>
            </a:r>
            <a:r>
              <a:rPr lang="en-US" err="1">
                <a:latin typeface="Arial"/>
                <a:ea typeface="Tahoma"/>
                <a:cs typeface="Arial"/>
              </a:rPr>
              <a:t>angreb</a:t>
            </a:r>
            <a:r>
              <a:rPr lang="en-US">
                <a:latin typeface="Arial"/>
                <a:ea typeface="Tahoma"/>
                <a:cs typeface="Arial"/>
              </a:rPr>
              <a:t>: </a:t>
            </a:r>
          </a:p>
          <a:p>
            <a:pPr marL="0" indent="0">
              <a:lnSpc>
                <a:spcPct val="113999"/>
              </a:lnSpc>
              <a:buNone/>
            </a:pPr>
            <a:r>
              <a:rPr lang="en-US" err="1">
                <a:latin typeface="Arial"/>
                <a:ea typeface="Tahoma"/>
                <a:cs typeface="Arial"/>
              </a:rPr>
              <a:t>Manipulerer</a:t>
            </a:r>
            <a:r>
              <a:rPr lang="en-US">
                <a:latin typeface="Arial"/>
                <a:ea typeface="Tahoma"/>
                <a:cs typeface="Arial"/>
              </a:rPr>
              <a:t> data </a:t>
            </a:r>
            <a:r>
              <a:rPr lang="en-US" err="1">
                <a:latin typeface="Arial"/>
                <a:ea typeface="Tahoma"/>
                <a:cs typeface="Arial"/>
              </a:rPr>
              <a:t>eller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kommunikation</a:t>
            </a:r>
            <a:r>
              <a:rPr lang="en-US">
                <a:latin typeface="Arial"/>
                <a:ea typeface="Tahoma"/>
                <a:cs typeface="Arial"/>
              </a:rPr>
              <a:t>, </a:t>
            </a:r>
            <a:r>
              <a:rPr lang="en-US" err="1">
                <a:latin typeface="Arial"/>
                <a:ea typeface="Tahoma"/>
                <a:cs typeface="Arial"/>
              </a:rPr>
              <a:t>eller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indsætter</a:t>
            </a:r>
            <a:r>
              <a:rPr lang="en-US">
                <a:latin typeface="Arial"/>
                <a:ea typeface="Tahoma"/>
                <a:cs typeface="Arial"/>
              </a:rPr>
              <a:t>/</a:t>
            </a:r>
            <a:r>
              <a:rPr lang="en-US" err="1">
                <a:latin typeface="Arial"/>
                <a:ea typeface="Tahoma"/>
                <a:cs typeface="Arial"/>
              </a:rPr>
              <a:t>skaber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indhold</a:t>
            </a:r>
            <a:r>
              <a:rPr lang="en-US">
                <a:latin typeface="Arial"/>
                <a:ea typeface="Tahoma"/>
                <a:cs typeface="Arial"/>
              </a:rPr>
              <a:t> med det </a:t>
            </a:r>
            <a:r>
              <a:rPr lang="en-US" err="1">
                <a:latin typeface="Arial"/>
                <a:ea typeface="Tahoma"/>
                <a:cs typeface="Arial"/>
              </a:rPr>
              <a:t>formål</a:t>
            </a:r>
            <a:r>
              <a:rPr lang="en-US">
                <a:latin typeface="Arial"/>
                <a:ea typeface="Tahoma"/>
                <a:cs typeface="Arial"/>
              </a:rPr>
              <a:t> at </a:t>
            </a:r>
            <a:r>
              <a:rPr lang="en-US" err="1">
                <a:latin typeface="Arial"/>
                <a:ea typeface="Tahoma"/>
                <a:cs typeface="Arial"/>
              </a:rPr>
              <a:t>ændre</a:t>
            </a:r>
            <a:r>
              <a:rPr lang="en-US">
                <a:latin typeface="Arial"/>
                <a:ea typeface="Tahoma"/>
                <a:cs typeface="Arial"/>
              </a:rPr>
              <a:t>, </a:t>
            </a:r>
            <a:r>
              <a:rPr lang="en-US" err="1">
                <a:latin typeface="Arial"/>
                <a:ea typeface="Tahoma"/>
                <a:cs typeface="Arial"/>
              </a:rPr>
              <a:t>forstyrre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eller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kompromittere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systemets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normale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funktionalitet</a:t>
            </a:r>
            <a:r>
              <a:rPr lang="en-US">
                <a:latin typeface="Arial"/>
                <a:ea typeface="Tahoma"/>
                <a:cs typeface="Arial"/>
              </a:rPr>
              <a:t>.</a:t>
            </a:r>
          </a:p>
          <a:p>
            <a:pPr marL="0" indent="0">
              <a:lnSpc>
                <a:spcPct val="113999"/>
              </a:lnSpc>
              <a:buNone/>
            </a:pPr>
            <a:r>
              <a:rPr lang="en-US" err="1">
                <a:latin typeface="Arial"/>
                <a:ea typeface="Tahoma"/>
                <a:cs typeface="Arial"/>
              </a:rPr>
              <a:t>Nemmere</a:t>
            </a:r>
            <a:r>
              <a:rPr lang="en-US">
                <a:latin typeface="Arial"/>
                <a:ea typeface="Tahoma"/>
                <a:cs typeface="Arial"/>
              </a:rPr>
              <a:t> at </a:t>
            </a:r>
            <a:r>
              <a:rPr lang="en-US" err="1">
                <a:latin typeface="Arial"/>
                <a:ea typeface="Tahoma"/>
                <a:cs typeface="Arial"/>
              </a:rPr>
              <a:t>opdage</a:t>
            </a:r>
            <a:r>
              <a:rPr lang="en-US">
                <a:latin typeface="Arial"/>
                <a:ea typeface="Tahoma"/>
                <a:cs typeface="Arial"/>
              </a:rPr>
              <a:t>, men </a:t>
            </a:r>
            <a:r>
              <a:rPr lang="en-US" err="1">
                <a:latin typeface="Arial"/>
                <a:ea typeface="Tahoma"/>
                <a:cs typeface="Arial"/>
              </a:rPr>
              <a:t>kan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være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sværere</a:t>
            </a:r>
            <a:r>
              <a:rPr lang="en-US">
                <a:latin typeface="Arial"/>
                <a:ea typeface="Tahoma"/>
                <a:cs typeface="Arial"/>
              </a:rPr>
              <a:t> at </a:t>
            </a:r>
            <a:r>
              <a:rPr lang="en-US" err="1">
                <a:latin typeface="Arial"/>
                <a:ea typeface="Tahoma"/>
                <a:cs typeface="Arial"/>
              </a:rPr>
              <a:t>mitigere</a:t>
            </a:r>
            <a:r>
              <a:rPr lang="en-US">
                <a:latin typeface="Arial"/>
                <a:ea typeface="Tahoma"/>
                <a:cs typeface="Arial"/>
              </a:rPr>
              <a:t>.</a:t>
            </a:r>
          </a:p>
        </p:txBody>
      </p:sp>
      <p:pic>
        <p:nvPicPr>
          <p:cNvPr id="11" name="Graphic 10" descr="Programmer male with solid fill">
            <a:extLst>
              <a:ext uri="{FF2B5EF4-FFF2-40B4-BE49-F238E27FC236}">
                <a16:creationId xmlns:a16="http://schemas.microsoft.com/office/drawing/2014/main" id="{14E50BA6-125D-DE67-100A-5AD40F678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7930" y="2072637"/>
            <a:ext cx="914400" cy="914400"/>
          </a:xfrm>
          <a:prstGeom prst="rect">
            <a:avLst/>
          </a:prstGeom>
        </p:spPr>
      </p:pic>
      <p:pic>
        <p:nvPicPr>
          <p:cNvPr id="12" name="Graphic 11" descr="Ear with solid fill">
            <a:extLst>
              <a:ext uri="{FF2B5EF4-FFF2-40B4-BE49-F238E27FC236}">
                <a16:creationId xmlns:a16="http://schemas.microsoft.com/office/drawing/2014/main" id="{A54DFF45-318D-7F13-6F48-D945531420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2960" y="12661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07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AE5F2-10E8-9803-4A5C-C8EA0B4C5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Sniffing/eavesdropping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E8A8F-C4BC-F9AA-86A9-A86C10782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15054-B910-BC5C-E254-1B6B43DCA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FF11E-C457-0517-09E6-A091BB27D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9</a:t>
            </a:fld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4B8873-7BE9-860A-4000-BC0366074896}"/>
              </a:ext>
            </a:extLst>
          </p:cNvPr>
          <p:cNvSpPr txBox="1"/>
          <p:nvPr/>
        </p:nvSpPr>
        <p:spPr>
          <a:xfrm>
            <a:off x="920319" y="2550322"/>
            <a:ext cx="5217934" cy="1736646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>
                <a:solidFill>
                  <a:srgbClr val="272727"/>
                </a:solidFill>
                <a:cs typeface="Arial"/>
              </a:rPr>
              <a:t>Eksempelangreb: </a:t>
            </a:r>
            <a:endParaRPr lang="da-DK">
              <a:solidFill>
                <a:srgbClr val="343434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cs typeface="Arial"/>
              </a:rPr>
              <a:t>Credential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 </a:t>
            </a:r>
            <a:r>
              <a:rPr lang="da-DK" sz="2400" i="1" err="1">
                <a:solidFill>
                  <a:srgbClr val="272727"/>
                </a:solidFill>
                <a:cs typeface="Arial"/>
              </a:rPr>
              <a:t>capture</a:t>
            </a:r>
            <a:endParaRPr lang="da-DK" sz="2400" i="1">
              <a:solidFill>
                <a:srgbClr val="272727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Session </a:t>
            </a:r>
            <a:r>
              <a:rPr lang="da-DK" sz="2400" i="1" err="1">
                <a:solidFill>
                  <a:srgbClr val="272727"/>
                </a:solidFill>
                <a:cs typeface="Arial"/>
              </a:rPr>
              <a:t>highjacking</a:t>
            </a:r>
            <a:endParaRPr lang="da-DK" sz="2400" i="1">
              <a:solidFill>
                <a:srgbClr val="272727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Opdage sårbare konfigurationer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D4B3C1-BDD8-BBEC-F61B-083DAF10AECA}"/>
              </a:ext>
            </a:extLst>
          </p:cNvPr>
          <p:cNvSpPr txBox="1"/>
          <p:nvPr/>
        </p:nvSpPr>
        <p:spPr>
          <a:xfrm>
            <a:off x="898252" y="1390271"/>
            <a:ext cx="10439402" cy="936621"/>
          </a:xfrm>
          <a:prstGeom prst="roundRect">
            <a:avLst/>
          </a:prstGeom>
          <a:solidFill>
            <a:srgbClr val="D7D8D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>
                <a:solidFill>
                  <a:srgbClr val="272727"/>
                </a:solidFill>
                <a:latin typeface="Arial"/>
                <a:ea typeface="Arial"/>
                <a:cs typeface="Arial"/>
              </a:rPr>
              <a:t>Passiv: At</a:t>
            </a:r>
            <a:r>
              <a:rPr lang="da-DK" sz="2400" b="0" i="0" u="none" strike="noStrike" baseline="0">
                <a:solidFill>
                  <a:srgbClr val="272727"/>
                </a:solidFill>
                <a:latin typeface="Arial"/>
                <a:ea typeface="Arial"/>
                <a:cs typeface="Arial"/>
              </a:rPr>
              <a:t> aflytte beskeder på et netværk, uden at manipulere med </a:t>
            </a:r>
            <a:r>
              <a:rPr lang="da-DK" sz="2400">
                <a:solidFill>
                  <a:srgbClr val="272727"/>
                </a:solidFill>
                <a:latin typeface="Arial"/>
                <a:ea typeface="Arial"/>
                <a:cs typeface="Arial"/>
              </a:rPr>
              <a:t>indholdet — både som angreb og som forsvar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DDBDE2-6DB1-4092-15D2-DA8C637E2060}"/>
              </a:ext>
            </a:extLst>
          </p:cNvPr>
          <p:cNvSpPr txBox="1"/>
          <p:nvPr/>
        </p:nvSpPr>
        <p:spPr>
          <a:xfrm>
            <a:off x="6351339" y="2550321"/>
            <a:ext cx="4987571" cy="17366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b="0" i="1" u="none" strike="noStrike" baseline="0">
                <a:solidFill>
                  <a:srgbClr val="272727"/>
                </a:solidFill>
                <a:latin typeface="Arial"/>
                <a:ea typeface="Arial"/>
                <a:cs typeface="Arial"/>
              </a:rPr>
              <a:t>Historiske eksempler: </a:t>
            </a:r>
            <a:endParaRPr lang="en-US">
              <a:solidFill>
                <a:srgbClr val="343434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b="0" i="1" u="none" strike="noStrike" baseline="0">
                <a:solidFill>
                  <a:srgbClr val="272727"/>
                </a:solidFill>
                <a:latin typeface="Arial"/>
                <a:ea typeface="Arial"/>
                <a:cs typeface="Arial"/>
              </a:rPr>
              <a:t>NSA PRISM</a:t>
            </a:r>
            <a:endParaRPr lang="en-US" b="0" u="none" strike="noStrike" baseline="0">
              <a:solidFill>
                <a:srgbClr val="343434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Sensornetværket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Pegasus spyware</a:t>
            </a:r>
          </a:p>
        </p:txBody>
      </p:sp>
      <p:pic>
        <p:nvPicPr>
          <p:cNvPr id="14" name="Picture 13" descr="A person wearing glasses and a suit&#10;&#10;AI-generated content may be incorrect.">
            <a:extLst>
              <a:ext uri="{FF2B5EF4-FFF2-40B4-BE49-F238E27FC236}">
                <a16:creationId xmlns:a16="http://schemas.microsoft.com/office/drawing/2014/main" id="{3D44F6F3-B2A7-FAF3-B6A6-444AAA9C1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621" y="3342386"/>
            <a:ext cx="1668813" cy="223197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0D0B557-266B-F9E3-C22A-18F85AE991BA}"/>
              </a:ext>
            </a:extLst>
          </p:cNvPr>
          <p:cNvSpPr txBox="1"/>
          <p:nvPr/>
        </p:nvSpPr>
        <p:spPr>
          <a:xfrm>
            <a:off x="920319" y="4457845"/>
            <a:ext cx="5217934" cy="919401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 err="1">
                <a:solidFill>
                  <a:srgbClr val="272727"/>
                </a:solidFill>
                <a:cs typeface="Arial"/>
              </a:rPr>
              <a:t>Mitigering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: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Kryptering</a:t>
            </a:r>
          </a:p>
        </p:txBody>
      </p:sp>
    </p:spTree>
    <p:extLst>
      <p:ext uri="{BB962C8B-B14F-4D97-AF65-F5344CB8AC3E}">
        <p14:creationId xmlns:p14="http://schemas.microsoft.com/office/powerpoint/2010/main" val="1086786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1CA6C-0A6A-EF6F-F7DB-018C61A17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2F50C-EBBE-FFA9-B9F6-65ABB874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Trafikanalyse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6AD21-F039-99C7-0FD2-CFE0A0E9F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B51FB-0585-C638-A7C2-51D504249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033F9-D61A-AEDE-EB24-595885EF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10</a:t>
            </a:fld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E6A050-F1E9-7F96-BA63-98BC13425C30}"/>
              </a:ext>
            </a:extLst>
          </p:cNvPr>
          <p:cNvSpPr txBox="1"/>
          <p:nvPr/>
        </p:nvSpPr>
        <p:spPr>
          <a:xfrm>
            <a:off x="906521" y="2541825"/>
            <a:ext cx="5217934" cy="1328023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>
                <a:solidFill>
                  <a:srgbClr val="272727"/>
                </a:solidFill>
                <a:cs typeface="Arial"/>
              </a:rPr>
              <a:t>Eksempelangreb: </a:t>
            </a:r>
            <a:endParaRPr lang="da-DK">
              <a:solidFill>
                <a:srgbClr val="343434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Afsløre lokation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Afsløre forbrugsmønstre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E05D5D-0BA3-E4D4-EF33-17BFDD4F5303}"/>
              </a:ext>
            </a:extLst>
          </p:cNvPr>
          <p:cNvSpPr txBox="1"/>
          <p:nvPr/>
        </p:nvSpPr>
        <p:spPr>
          <a:xfrm>
            <a:off x="898252" y="1390271"/>
            <a:ext cx="10439402" cy="919401"/>
          </a:xfrm>
          <a:prstGeom prst="roundRect">
            <a:avLst/>
          </a:prstGeom>
          <a:solidFill>
            <a:srgbClr val="D7D8D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>
                <a:solidFill>
                  <a:srgbClr val="272727"/>
                </a:solidFill>
                <a:latin typeface="Arial"/>
                <a:ea typeface="Arial"/>
                <a:cs typeface="Arial"/>
              </a:rPr>
              <a:t>Passiv: At</a:t>
            </a:r>
            <a:r>
              <a:rPr lang="da-DK" sz="2400" b="0" i="0" u="none" strike="noStrike" baseline="0">
                <a:solidFill>
                  <a:srgbClr val="272727"/>
                </a:solidFill>
                <a:latin typeface="Arial"/>
                <a:ea typeface="Arial"/>
                <a:cs typeface="Arial"/>
              </a:rPr>
              <a:t> </a:t>
            </a:r>
            <a:r>
              <a:rPr lang="da-DK" sz="2400">
                <a:solidFill>
                  <a:srgbClr val="272727"/>
                </a:solidFill>
                <a:latin typeface="Arial"/>
                <a:ea typeface="Arial"/>
                <a:cs typeface="Arial"/>
              </a:rPr>
              <a:t>analysere mønstre i frekvensen og destinationen af kommunikation for at udlede sensitiv information</a:t>
            </a:r>
            <a:endParaRPr lang="da-DK" sz="2400">
              <a:solidFill>
                <a:srgbClr val="272727"/>
              </a:solidFill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47FF21-3FAA-C3B9-7E4B-FBFCB8E3BB28}"/>
              </a:ext>
            </a:extLst>
          </p:cNvPr>
          <p:cNvSpPr txBox="1"/>
          <p:nvPr/>
        </p:nvSpPr>
        <p:spPr>
          <a:xfrm>
            <a:off x="6479609" y="2541823"/>
            <a:ext cx="4832587" cy="93231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b="0" i="1" u="none" strike="noStrike" baseline="0">
                <a:solidFill>
                  <a:srgbClr val="272727"/>
                </a:solidFill>
                <a:latin typeface="Arial"/>
                <a:ea typeface="Arial"/>
                <a:cs typeface="Arial"/>
              </a:rPr>
              <a:t>Historiske eksempler: </a:t>
            </a:r>
            <a:endParaRPr lang="en-US">
              <a:solidFill>
                <a:srgbClr val="343434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latin typeface="Arial"/>
                <a:cs typeface="Arial"/>
              </a:rPr>
              <a:t>Strava</a:t>
            </a:r>
            <a:r>
              <a:rPr lang="da-DK" sz="2400" i="1">
                <a:solidFill>
                  <a:srgbClr val="272727"/>
                </a:solidFill>
                <a:latin typeface="Arial"/>
                <a:cs typeface="Arial"/>
              </a:rPr>
              <a:t> </a:t>
            </a:r>
            <a:r>
              <a:rPr lang="da-DK" sz="2400" i="1" err="1">
                <a:solidFill>
                  <a:srgbClr val="272727"/>
                </a:solidFill>
                <a:latin typeface="Arial"/>
                <a:cs typeface="Arial"/>
              </a:rPr>
              <a:t>heatmap</a:t>
            </a:r>
            <a:endParaRPr lang="en-US" err="1">
              <a:solidFill>
                <a:srgbClr val="343434"/>
              </a:solidFill>
              <a:cs typeface="Arial"/>
            </a:endParaRPr>
          </a:p>
        </p:txBody>
      </p:sp>
      <p:pic>
        <p:nvPicPr>
          <p:cNvPr id="3" name="Picture 2" descr="A map of a city&#10;&#10;AI-generated content may be incorrect.">
            <a:extLst>
              <a:ext uri="{FF2B5EF4-FFF2-40B4-BE49-F238E27FC236}">
                <a16:creationId xmlns:a16="http://schemas.microsoft.com/office/drawing/2014/main" id="{60F7FBFA-7EDA-9FF1-C188-D30E778D6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903" y="3626353"/>
            <a:ext cx="4434917" cy="248704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E62486-BA02-92D2-0846-116E27C1CAD3}"/>
              </a:ext>
            </a:extLst>
          </p:cNvPr>
          <p:cNvSpPr txBox="1"/>
          <p:nvPr/>
        </p:nvSpPr>
        <p:spPr>
          <a:xfrm>
            <a:off x="906520" y="4077856"/>
            <a:ext cx="5217934" cy="919401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 err="1">
                <a:solidFill>
                  <a:srgbClr val="272727"/>
                </a:solidFill>
                <a:cs typeface="Arial"/>
              </a:rPr>
              <a:t>Mitigering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: </a:t>
            </a:r>
            <a:endParaRPr lang="da-DK">
              <a:solidFill>
                <a:srgbClr val="343434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'Maskeret' kommunikation</a:t>
            </a:r>
          </a:p>
        </p:txBody>
      </p:sp>
    </p:spTree>
    <p:extLst>
      <p:ext uri="{BB962C8B-B14F-4D97-AF65-F5344CB8AC3E}">
        <p14:creationId xmlns:p14="http://schemas.microsoft.com/office/powerpoint/2010/main" val="1726896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A7A91-139E-2537-2D61-E7D639FE7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6725-EAB7-4A52-7AC6-7FE2D1E7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Man-in-the-middle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25F9D-DFB2-DF8A-EB4F-8EC831B5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46FA2-7370-CD3E-1EF1-EF0874111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EAF8F-1017-14B1-4EFF-40576D7B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11</a:t>
            </a:fld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67012F-C5C4-286C-78DE-F40D959BA6D9}"/>
              </a:ext>
            </a:extLst>
          </p:cNvPr>
          <p:cNvSpPr txBox="1"/>
          <p:nvPr/>
        </p:nvSpPr>
        <p:spPr>
          <a:xfrm>
            <a:off x="905341" y="2851927"/>
            <a:ext cx="5217934" cy="1328023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>
                <a:solidFill>
                  <a:srgbClr val="272727"/>
                </a:solidFill>
                <a:cs typeface="Arial"/>
              </a:rPr>
              <a:t>Eksempelangreb: </a:t>
            </a:r>
            <a:endParaRPr lang="da-DK">
              <a:solidFill>
                <a:srgbClr val="343434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DNS/ARP </a:t>
            </a:r>
            <a:r>
              <a:rPr lang="da-DK" sz="2400" i="1" err="1">
                <a:solidFill>
                  <a:srgbClr val="272727"/>
                </a:solidFill>
                <a:cs typeface="Arial"/>
              </a:rPr>
              <a:t>poisoning</a:t>
            </a:r>
            <a:endParaRPr lang="da-DK" sz="2400" i="1">
              <a:solidFill>
                <a:srgbClr val="272727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cs typeface="Arial"/>
              </a:rPr>
              <a:t>Downgrade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 </a:t>
            </a:r>
            <a:r>
              <a:rPr lang="da-DK" sz="2400" i="1" err="1">
                <a:solidFill>
                  <a:srgbClr val="272727"/>
                </a:solidFill>
                <a:cs typeface="Arial"/>
              </a:rPr>
              <a:t>attacks</a:t>
            </a:r>
            <a:endParaRPr lang="da-DK" sz="2400" i="1">
              <a:solidFill>
                <a:srgbClr val="272727"/>
              </a:solidFill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77D705-28C1-E45F-A911-7F044CA39206}"/>
              </a:ext>
            </a:extLst>
          </p:cNvPr>
          <p:cNvSpPr txBox="1"/>
          <p:nvPr/>
        </p:nvSpPr>
        <p:spPr>
          <a:xfrm>
            <a:off x="898252" y="1390271"/>
            <a:ext cx="10444818" cy="1328023"/>
          </a:xfrm>
          <a:prstGeom prst="roundRect">
            <a:avLst/>
          </a:prstGeom>
          <a:solidFill>
            <a:srgbClr val="D7D8D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>
                <a:solidFill>
                  <a:srgbClr val="272727"/>
                </a:solidFill>
                <a:latin typeface="Arial"/>
                <a:ea typeface="Arial"/>
                <a:cs typeface="Arial"/>
              </a:rPr>
              <a:t>Aktiv/passiv: At</a:t>
            </a:r>
            <a:r>
              <a:rPr lang="da-DK" sz="2400" b="0" i="0" u="none" strike="noStrike" baseline="0">
                <a:solidFill>
                  <a:srgbClr val="272727"/>
                </a:solidFill>
                <a:latin typeface="Arial"/>
                <a:ea typeface="Arial"/>
                <a:cs typeface="Arial"/>
              </a:rPr>
              <a:t> </a:t>
            </a:r>
            <a:r>
              <a:rPr lang="da-DK" sz="2400">
                <a:solidFill>
                  <a:srgbClr val="272727"/>
                </a:solidFill>
                <a:latin typeface="Arial"/>
                <a:ea typeface="Arial"/>
                <a:cs typeface="Arial"/>
              </a:rPr>
              <a:t>sætte sig i mellem kommunikationen mellem to parter og udgive sig for at være den ene overfor den anden — kan også bruges konstruktivt (eg </a:t>
            </a:r>
            <a:r>
              <a:rPr lang="da-DK" sz="2400" err="1">
                <a:solidFill>
                  <a:srgbClr val="272727"/>
                </a:solidFill>
                <a:latin typeface="Arial"/>
                <a:ea typeface="Arial"/>
                <a:cs typeface="Arial"/>
              </a:rPr>
              <a:t>proxier</a:t>
            </a:r>
            <a:r>
              <a:rPr lang="da-DK" sz="2400">
                <a:solidFill>
                  <a:srgbClr val="272727"/>
                </a:solidFill>
                <a:latin typeface="Arial"/>
                <a:ea typeface="Arial"/>
                <a:cs typeface="Arial"/>
              </a:rPr>
              <a:t>)</a:t>
            </a:r>
            <a:endParaRPr lang="da-DK" sz="2400">
              <a:solidFill>
                <a:srgbClr val="272727"/>
              </a:solidFill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AF181F-5861-23F8-A338-0A183551B0BE}"/>
              </a:ext>
            </a:extLst>
          </p:cNvPr>
          <p:cNvSpPr txBox="1"/>
          <p:nvPr/>
        </p:nvSpPr>
        <p:spPr>
          <a:xfrm>
            <a:off x="6306226" y="2851925"/>
            <a:ext cx="5009096" cy="91940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b="0" i="1" u="none" strike="noStrike" baseline="0">
                <a:solidFill>
                  <a:srgbClr val="272727"/>
                </a:solidFill>
                <a:latin typeface="Arial"/>
                <a:ea typeface="Arial"/>
                <a:cs typeface="Arial"/>
              </a:rPr>
              <a:t>Historiske eksempler: </a:t>
            </a:r>
            <a:endParaRPr lang="en-US">
              <a:solidFill>
                <a:srgbClr val="343434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cs typeface="Arial"/>
              </a:rPr>
              <a:t>Kompromiterede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 rodcertifikater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F0AC70-24F2-2540-D960-7FA99EB73064}"/>
              </a:ext>
            </a:extLst>
          </p:cNvPr>
          <p:cNvSpPr txBox="1"/>
          <p:nvPr/>
        </p:nvSpPr>
        <p:spPr>
          <a:xfrm>
            <a:off x="905341" y="4365835"/>
            <a:ext cx="5217934" cy="1736646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 err="1">
                <a:solidFill>
                  <a:srgbClr val="272727"/>
                </a:solidFill>
                <a:cs typeface="Arial"/>
              </a:rPr>
              <a:t>Mitigering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: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Autentificering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Monitorer for 'forgiftede' caches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Tillad ikke sårbare </a:t>
            </a:r>
            <a:r>
              <a:rPr lang="da-DK" sz="2400" i="1" err="1">
                <a:solidFill>
                  <a:srgbClr val="272727"/>
                </a:solidFill>
                <a:cs typeface="Arial"/>
              </a:rPr>
              <a:t>ciphers</a:t>
            </a:r>
            <a:endParaRPr lang="da-DK" sz="2400" i="1">
              <a:solidFill>
                <a:srgbClr val="272727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0746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C373E-8049-79BC-4487-256548920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DD244-469C-3545-ACA7-1E11126C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Bruteforce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7D25E-9A2F-79B6-DA11-023BF8DE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35DF4-A19A-8E14-B718-BA87D2C3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4E6A1-161E-E4FA-1E4F-80F7CFC9C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12</a:t>
            </a:fld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3AFD3D-7D1A-89B1-A8A6-C03D90E40BFF}"/>
              </a:ext>
            </a:extLst>
          </p:cNvPr>
          <p:cNvSpPr txBox="1"/>
          <p:nvPr/>
        </p:nvSpPr>
        <p:spPr>
          <a:xfrm>
            <a:off x="920908" y="2474824"/>
            <a:ext cx="5217934" cy="1328023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>
                <a:solidFill>
                  <a:srgbClr val="272727"/>
                </a:solidFill>
                <a:cs typeface="Arial"/>
              </a:rPr>
              <a:t>Eksempelangreb: </a:t>
            </a:r>
            <a:endParaRPr lang="da-DK">
              <a:solidFill>
                <a:srgbClr val="343434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Dictionary </a:t>
            </a:r>
            <a:r>
              <a:rPr lang="da-DK" sz="2400" i="1" err="1">
                <a:solidFill>
                  <a:srgbClr val="272727"/>
                </a:solidFill>
                <a:cs typeface="Arial"/>
              </a:rPr>
              <a:t>attacks</a:t>
            </a: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cs typeface="Arial"/>
              </a:rPr>
              <a:t>Credential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 </a:t>
            </a:r>
            <a:r>
              <a:rPr lang="da-DK" sz="2400" i="1" err="1">
                <a:solidFill>
                  <a:srgbClr val="272727"/>
                </a:solidFill>
                <a:cs typeface="Arial"/>
              </a:rPr>
              <a:t>stuffing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3675DB-A565-026A-A81F-C099F643DDD2}"/>
              </a:ext>
            </a:extLst>
          </p:cNvPr>
          <p:cNvSpPr txBox="1"/>
          <p:nvPr/>
        </p:nvSpPr>
        <p:spPr>
          <a:xfrm>
            <a:off x="898252" y="1390271"/>
            <a:ext cx="10203734" cy="919401"/>
          </a:xfrm>
          <a:prstGeom prst="roundRect">
            <a:avLst/>
          </a:prstGeom>
          <a:solidFill>
            <a:srgbClr val="D7D8D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>
                <a:solidFill>
                  <a:srgbClr val="272727"/>
                </a:solidFill>
                <a:latin typeface="Arial"/>
                <a:ea typeface="Arial"/>
                <a:cs typeface="Arial"/>
              </a:rPr>
              <a:t>Aktiv: At prøve alle mulige kombinationer af </a:t>
            </a:r>
            <a:r>
              <a:rPr lang="da-DK" sz="2400" err="1">
                <a:solidFill>
                  <a:srgbClr val="272727"/>
                </a:solidFill>
                <a:latin typeface="Arial"/>
                <a:ea typeface="Arial"/>
                <a:cs typeface="Arial"/>
              </a:rPr>
              <a:t>credentials</a:t>
            </a:r>
            <a:r>
              <a:rPr lang="da-DK" sz="2400">
                <a:solidFill>
                  <a:srgbClr val="272727"/>
                </a:solidFill>
                <a:latin typeface="Arial"/>
                <a:ea typeface="Arial"/>
                <a:cs typeface="Arial"/>
              </a:rPr>
              <a:t> for at få adgang til et system</a:t>
            </a:r>
            <a:endParaRPr lang="da-DK" sz="2400">
              <a:solidFill>
                <a:srgbClr val="272727"/>
              </a:solidFill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8FE7F6-86D1-BAFE-E259-3AF6B75931BD}"/>
              </a:ext>
            </a:extLst>
          </p:cNvPr>
          <p:cNvSpPr txBox="1"/>
          <p:nvPr/>
        </p:nvSpPr>
        <p:spPr>
          <a:xfrm>
            <a:off x="920908" y="3988732"/>
            <a:ext cx="5217934" cy="1736646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 err="1">
                <a:solidFill>
                  <a:srgbClr val="272727"/>
                </a:solidFill>
                <a:cs typeface="Arial"/>
              </a:rPr>
              <a:t>Mitigering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: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Rate limitting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MFA</a:t>
            </a: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cs typeface="Arial"/>
              </a:rPr>
              <a:t>Cyber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-hygiejne</a:t>
            </a:r>
          </a:p>
        </p:txBody>
      </p:sp>
    </p:spTree>
    <p:extLst>
      <p:ext uri="{BB962C8B-B14F-4D97-AF65-F5344CB8AC3E}">
        <p14:creationId xmlns:p14="http://schemas.microsoft.com/office/powerpoint/2010/main" val="265297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506EA-5D5F-34B7-365B-590F85484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(Distributed)-Denial-of-service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724A4-DAF1-2D1C-DA38-252538A70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20983-6027-22F7-AA81-9854DB707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3AE98-BFA9-820E-DE60-1AD0735B3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13</a:t>
            </a:fld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5CBD6E-74D6-89F2-5CE5-7B39E4AE442F}"/>
              </a:ext>
            </a:extLst>
          </p:cNvPr>
          <p:cNvSpPr txBox="1"/>
          <p:nvPr/>
        </p:nvSpPr>
        <p:spPr>
          <a:xfrm>
            <a:off x="898252" y="1390271"/>
            <a:ext cx="10203734" cy="919401"/>
          </a:xfrm>
          <a:prstGeom prst="roundRect">
            <a:avLst/>
          </a:prstGeom>
          <a:solidFill>
            <a:srgbClr val="D7D8D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>
                <a:solidFill>
                  <a:srgbClr val="272727"/>
                </a:solidFill>
                <a:latin typeface="Arial"/>
                <a:ea typeface="Arial"/>
                <a:cs typeface="Arial"/>
              </a:rPr>
              <a:t>Aktiv: At overvælde et system med forespørgsler for at få det til at crashe. 'Distributed' hvis forespørgslerne kommer fra mange forskellige kilder.</a:t>
            </a:r>
            <a:endParaRPr lang="da-DK" sz="2400">
              <a:solidFill>
                <a:srgbClr val="272727"/>
              </a:solidFill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E09AB4-4E44-89C3-4A43-143DA0043527}"/>
              </a:ext>
            </a:extLst>
          </p:cNvPr>
          <p:cNvSpPr txBox="1"/>
          <p:nvPr/>
        </p:nvSpPr>
        <p:spPr>
          <a:xfrm>
            <a:off x="955349" y="2638418"/>
            <a:ext cx="5217934" cy="1736646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>
                <a:solidFill>
                  <a:srgbClr val="272727"/>
                </a:solidFill>
                <a:cs typeface="Arial"/>
              </a:rPr>
              <a:t>Eksempelangreb: </a:t>
            </a:r>
            <a:endParaRPr lang="da-DK">
              <a:solidFill>
                <a:srgbClr val="343434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UDP/SYN/ping </a:t>
            </a:r>
            <a:r>
              <a:rPr lang="da-DK" sz="2400" i="1" err="1">
                <a:solidFill>
                  <a:srgbClr val="272727"/>
                </a:solidFill>
                <a:cs typeface="Arial"/>
              </a:rPr>
              <a:t>flooding</a:t>
            </a:r>
            <a:endParaRPr lang="da-DK" sz="2400" i="1">
              <a:solidFill>
                <a:srgbClr val="272727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cs typeface="Arial"/>
              </a:rPr>
              <a:t>Reflected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 </a:t>
            </a:r>
            <a:r>
              <a:rPr lang="da-DK" sz="2400" i="1" err="1">
                <a:solidFill>
                  <a:srgbClr val="272727"/>
                </a:solidFill>
                <a:cs typeface="Arial"/>
              </a:rPr>
              <a:t>attacks</a:t>
            </a:r>
            <a:endParaRPr lang="da-DK" sz="2400" i="1">
              <a:solidFill>
                <a:srgbClr val="272727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cs typeface="Arial"/>
              </a:rPr>
              <a:t>MitM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-angreb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F63983-78EE-44CD-00E3-03F713E33327}"/>
              </a:ext>
            </a:extLst>
          </p:cNvPr>
          <p:cNvSpPr txBox="1"/>
          <p:nvPr/>
        </p:nvSpPr>
        <p:spPr>
          <a:xfrm>
            <a:off x="6670505" y="2642721"/>
            <a:ext cx="4427909" cy="214526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b="0" i="1" u="none" strike="noStrike" baseline="0">
                <a:solidFill>
                  <a:srgbClr val="272727"/>
                </a:solidFill>
                <a:latin typeface="Arial"/>
                <a:ea typeface="Arial"/>
                <a:cs typeface="Arial"/>
              </a:rPr>
              <a:t>Historiske eksempler: </a:t>
            </a:r>
            <a:endParaRPr lang="en-US">
              <a:solidFill>
                <a:srgbClr val="343434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latin typeface="Arial"/>
                <a:cs typeface="Arial"/>
              </a:rPr>
              <a:t>Mirai</a:t>
            </a:r>
            <a:r>
              <a:rPr lang="da-DK" sz="2400" i="1">
                <a:solidFill>
                  <a:srgbClr val="272727"/>
                </a:solidFill>
                <a:latin typeface="Arial"/>
                <a:cs typeface="Arial"/>
              </a:rPr>
              <a:t> </a:t>
            </a:r>
            <a:r>
              <a:rPr lang="da-DK" sz="2400" i="1" err="1">
                <a:solidFill>
                  <a:srgbClr val="272727"/>
                </a:solidFill>
                <a:latin typeface="Arial"/>
                <a:cs typeface="Arial"/>
              </a:rPr>
              <a:t>botnet</a:t>
            </a:r>
            <a:r>
              <a:rPr lang="da-DK" sz="2400" i="1">
                <a:solidFill>
                  <a:srgbClr val="272727"/>
                </a:solidFill>
                <a:latin typeface="Arial"/>
                <a:cs typeface="Arial"/>
              </a:rPr>
              <a:t> (600gb-1tb/sec)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Dyn DNS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Mange andre...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A30ED4-A2C7-7EB7-A276-6A395C6404CB}"/>
              </a:ext>
            </a:extLst>
          </p:cNvPr>
          <p:cNvSpPr txBox="1"/>
          <p:nvPr/>
        </p:nvSpPr>
        <p:spPr>
          <a:xfrm>
            <a:off x="999465" y="4641610"/>
            <a:ext cx="5217934" cy="1328023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 err="1">
                <a:solidFill>
                  <a:srgbClr val="272727"/>
                </a:solidFill>
                <a:cs typeface="Arial"/>
              </a:rPr>
              <a:t>Mitigering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: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Rate limitting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Trafikanalyse</a:t>
            </a:r>
          </a:p>
        </p:txBody>
      </p:sp>
    </p:spTree>
    <p:extLst>
      <p:ext uri="{BB962C8B-B14F-4D97-AF65-F5344CB8AC3E}">
        <p14:creationId xmlns:p14="http://schemas.microsoft.com/office/powerpoint/2010/main" val="1241182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C4502-D8F1-9BE4-B30D-81686F103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Replay attack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50765-D947-8BBD-6814-7EB5FDD6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581A2-099A-4FC7-A570-C48E6E6A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50469-6F79-8F2B-27D7-EC51C2EF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14</a:t>
            </a:fld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8122DA-DE07-80A2-FC56-5D5FD375EBCA}"/>
              </a:ext>
            </a:extLst>
          </p:cNvPr>
          <p:cNvSpPr txBox="1"/>
          <p:nvPr/>
        </p:nvSpPr>
        <p:spPr>
          <a:xfrm>
            <a:off x="898252" y="1390271"/>
            <a:ext cx="10203734" cy="510778"/>
          </a:xfrm>
          <a:prstGeom prst="roundRect">
            <a:avLst/>
          </a:prstGeom>
          <a:solidFill>
            <a:srgbClr val="D7D8D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>
                <a:solidFill>
                  <a:srgbClr val="272727"/>
                </a:solidFill>
                <a:latin typeface="Arial"/>
                <a:ea typeface="Arial"/>
                <a:cs typeface="Arial"/>
              </a:rPr>
              <a:t>Aktiv: At gensende en legitim besked i en anden kontekst</a:t>
            </a:r>
            <a:endParaRPr lang="da-DK" sz="2400">
              <a:solidFill>
                <a:srgbClr val="272727"/>
              </a:solidFill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765C07-D04F-D7C3-0C2F-5C2146E7C0EB}"/>
              </a:ext>
            </a:extLst>
          </p:cNvPr>
          <p:cNvSpPr txBox="1"/>
          <p:nvPr/>
        </p:nvSpPr>
        <p:spPr>
          <a:xfrm>
            <a:off x="921973" y="2329018"/>
            <a:ext cx="5217934" cy="1328023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>
                <a:solidFill>
                  <a:srgbClr val="272727"/>
                </a:solidFill>
                <a:cs typeface="Arial"/>
              </a:rPr>
              <a:t>Eksempelangreb: </a:t>
            </a:r>
            <a:endParaRPr lang="da-DK">
              <a:solidFill>
                <a:srgbClr val="343434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Session hijacking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Bilnøglesignaler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AF484D-0A49-3226-779C-DDE4F954C53E}"/>
              </a:ext>
            </a:extLst>
          </p:cNvPr>
          <p:cNvSpPr txBox="1"/>
          <p:nvPr/>
        </p:nvSpPr>
        <p:spPr>
          <a:xfrm>
            <a:off x="921973" y="4083557"/>
            <a:ext cx="5217934" cy="1736646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 err="1">
                <a:solidFill>
                  <a:srgbClr val="272727"/>
                </a:solidFill>
                <a:cs typeface="Arial"/>
              </a:rPr>
              <a:t>Mitigering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:</a:t>
            </a: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cs typeface="Arial"/>
              </a:rPr>
              <a:t>Tidstempler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/</a:t>
            </a:r>
            <a:r>
              <a:rPr lang="da-DK" sz="2400" i="1" err="1">
                <a:solidFill>
                  <a:srgbClr val="272727"/>
                </a:solidFill>
                <a:cs typeface="Arial"/>
              </a:rPr>
              <a:t>nonces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/signaturer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Sessionsstyring (udløb, </a:t>
            </a:r>
            <a:r>
              <a:rPr lang="da-DK" sz="2400" i="1" err="1">
                <a:solidFill>
                  <a:srgbClr val="272727"/>
                </a:solidFill>
                <a:cs typeface="Arial"/>
              </a:rPr>
              <a:t>revokering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)</a:t>
            </a:r>
          </a:p>
        </p:txBody>
      </p:sp>
      <p:pic>
        <p:nvPicPr>
          <p:cNvPr id="3" name="Picture 2" descr="A car key with remote control&#10;&#10;AI-generated content may be incorrect.">
            <a:extLst>
              <a:ext uri="{FF2B5EF4-FFF2-40B4-BE49-F238E27FC236}">
                <a16:creationId xmlns:a16="http://schemas.microsoft.com/office/drawing/2014/main" id="{0B9C3786-AE64-A646-B769-7621414DA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752" y="2584363"/>
            <a:ext cx="2954527" cy="23680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Graphic 6" descr="Key with solid fill">
            <a:extLst>
              <a:ext uri="{FF2B5EF4-FFF2-40B4-BE49-F238E27FC236}">
                <a16:creationId xmlns:a16="http://schemas.microsoft.com/office/drawing/2014/main" id="{10203876-7881-A770-2300-95146E735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9546" y="4056683"/>
            <a:ext cx="1852907" cy="1835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9EF566-4692-28A1-9097-8BFE95AB3CF2}"/>
              </a:ext>
            </a:extLst>
          </p:cNvPr>
          <p:cNvSpPr txBox="1"/>
          <p:nvPr/>
        </p:nvSpPr>
        <p:spPr>
          <a:xfrm>
            <a:off x="9596033" y="5123052"/>
            <a:ext cx="18305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>
                <a:solidFill>
                  <a:srgbClr val="094371"/>
                </a:solidFill>
                <a:latin typeface="Arial Black"/>
                <a:cs typeface="Arial"/>
              </a:rPr>
              <a:t>JWT</a:t>
            </a:r>
            <a:endParaRPr lang="en-US" sz="3600">
              <a:solidFill>
                <a:srgbClr val="094371"/>
              </a:solidFill>
              <a:latin typeface="Arial Black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054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0C5E5-2542-4E35-90C5-2E9AF771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EAA6D-B78C-C7BE-678E-0E8ABA72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Malware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12599-46F7-E04F-C0A8-BC38FF15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24C60-3D76-AC64-D490-6496ED0C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27248-0A05-52E6-A790-BBF731031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15</a:t>
            </a:fld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93151B-DF5E-9DC6-D1AD-D30BFF4668B0}"/>
              </a:ext>
            </a:extLst>
          </p:cNvPr>
          <p:cNvSpPr txBox="1"/>
          <p:nvPr/>
        </p:nvSpPr>
        <p:spPr>
          <a:xfrm>
            <a:off x="946738" y="2647028"/>
            <a:ext cx="4666884" cy="1736646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>
                <a:solidFill>
                  <a:srgbClr val="272727"/>
                </a:solidFill>
                <a:cs typeface="Arial"/>
              </a:rPr>
              <a:t>Eksempelangreb: </a:t>
            </a:r>
            <a:endParaRPr lang="da-DK">
              <a:solidFill>
                <a:srgbClr val="343434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cs typeface="Arial"/>
              </a:rPr>
              <a:t>Ransomware</a:t>
            </a:r>
            <a:endParaRPr lang="da-DK" sz="2400" i="1">
              <a:solidFill>
                <a:srgbClr val="272727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cs typeface="Arial"/>
              </a:rPr>
              <a:t>Trojan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 horse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Worm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C8CB2-3730-89BC-111F-0840D6F69A54}"/>
              </a:ext>
            </a:extLst>
          </p:cNvPr>
          <p:cNvSpPr txBox="1"/>
          <p:nvPr/>
        </p:nvSpPr>
        <p:spPr>
          <a:xfrm>
            <a:off x="898252" y="1390271"/>
            <a:ext cx="10203734" cy="919401"/>
          </a:xfrm>
          <a:prstGeom prst="roundRect">
            <a:avLst/>
          </a:prstGeom>
          <a:solidFill>
            <a:srgbClr val="D7D8D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>
                <a:solidFill>
                  <a:srgbClr val="272727"/>
                </a:solidFill>
                <a:latin typeface="Arial"/>
                <a:ea typeface="Arial"/>
                <a:cs typeface="Arial"/>
              </a:rPr>
              <a:t>Aktiv: Software der er designet til at kompromittere services, systemer eller data</a:t>
            </a:r>
            <a:endParaRPr lang="da-DK" sz="2400">
              <a:solidFill>
                <a:srgbClr val="272727"/>
              </a:solidFill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B0DB63-707F-A4AB-7051-285C25210BF9}"/>
              </a:ext>
            </a:extLst>
          </p:cNvPr>
          <p:cNvSpPr txBox="1"/>
          <p:nvPr/>
        </p:nvSpPr>
        <p:spPr>
          <a:xfrm>
            <a:off x="6080708" y="2647026"/>
            <a:ext cx="5030621" cy="1328023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b="0" i="1" u="none" strike="noStrike" baseline="0">
                <a:solidFill>
                  <a:srgbClr val="272727"/>
                </a:solidFill>
                <a:latin typeface="Arial"/>
                <a:ea typeface="Arial"/>
                <a:cs typeface="Arial"/>
              </a:rPr>
              <a:t>Historiske eksempler: </a:t>
            </a:r>
            <a:endParaRPr lang="en-US">
              <a:solidFill>
                <a:srgbClr val="343434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latin typeface="Arial"/>
                <a:cs typeface="Arial"/>
              </a:rPr>
              <a:t>Stuxnet</a:t>
            </a:r>
            <a:r>
              <a:rPr lang="da-DK" sz="2400" i="1">
                <a:solidFill>
                  <a:srgbClr val="272727"/>
                </a:solidFill>
                <a:latin typeface="Arial"/>
                <a:cs typeface="Arial"/>
              </a:rPr>
              <a:t> (</a:t>
            </a:r>
            <a:r>
              <a:rPr lang="da-DK" sz="2400" i="1" err="1">
                <a:solidFill>
                  <a:srgbClr val="272727"/>
                </a:solidFill>
                <a:latin typeface="Arial"/>
                <a:cs typeface="Arial"/>
              </a:rPr>
              <a:t>worm</a:t>
            </a:r>
            <a:r>
              <a:rPr lang="da-DK" sz="2400" i="1">
                <a:solidFill>
                  <a:srgbClr val="272727"/>
                </a:solidFill>
                <a:latin typeface="Arial"/>
                <a:cs typeface="Arial"/>
              </a:rPr>
              <a:t>)</a:t>
            </a: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latin typeface="Arial"/>
                <a:cs typeface="Arial"/>
              </a:rPr>
              <a:t>WannaCry</a:t>
            </a:r>
            <a:r>
              <a:rPr lang="da-DK" sz="2400" i="1">
                <a:solidFill>
                  <a:srgbClr val="272727"/>
                </a:solidFill>
                <a:latin typeface="Arial"/>
                <a:cs typeface="Arial"/>
              </a:rPr>
              <a:t> (</a:t>
            </a:r>
            <a:r>
              <a:rPr lang="da-DK" sz="2400" i="1" err="1">
                <a:solidFill>
                  <a:srgbClr val="272727"/>
                </a:solidFill>
                <a:latin typeface="Arial"/>
                <a:cs typeface="Arial"/>
              </a:rPr>
              <a:t>ransomware</a:t>
            </a:r>
            <a:r>
              <a:rPr lang="da-DK" sz="2400" i="1">
                <a:solidFill>
                  <a:srgbClr val="272727"/>
                </a:solidFill>
                <a:latin typeface="Arial"/>
                <a:cs typeface="Arial"/>
              </a:rPr>
              <a:t>)</a:t>
            </a:r>
            <a:endParaRPr lang="da-DK" sz="2400" i="1">
              <a:solidFill>
                <a:srgbClr val="272727"/>
              </a:solidFill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5393BD-4C88-7A0F-7A61-4CB938344663}"/>
              </a:ext>
            </a:extLst>
          </p:cNvPr>
          <p:cNvSpPr txBox="1"/>
          <p:nvPr/>
        </p:nvSpPr>
        <p:spPr>
          <a:xfrm>
            <a:off x="946738" y="4602094"/>
            <a:ext cx="4666884" cy="1328023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 err="1">
                <a:solidFill>
                  <a:srgbClr val="272727"/>
                </a:solidFill>
                <a:cs typeface="Arial"/>
              </a:rPr>
              <a:t>Mitigering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: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Antivirus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1702861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78397-9A7F-D468-8CB4-37A1AFDEB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67AC-2CE3-9400-EE44-0D2DD7064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Social engineering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FC10E-3723-3CE9-1616-769A31BC1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74F28-B514-0B38-2AF9-78A2DF01F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D77AB-F1D5-6B57-394F-1674CD18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16</a:t>
            </a:fld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6AC136-F933-43A8-950A-AAFD2FB50A12}"/>
              </a:ext>
            </a:extLst>
          </p:cNvPr>
          <p:cNvSpPr txBox="1"/>
          <p:nvPr/>
        </p:nvSpPr>
        <p:spPr>
          <a:xfrm>
            <a:off x="946738" y="2647028"/>
            <a:ext cx="4666884" cy="1336633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>
                <a:solidFill>
                  <a:srgbClr val="272727"/>
                </a:solidFill>
                <a:cs typeface="Arial"/>
              </a:rPr>
              <a:t>Eksempelangreb: </a:t>
            </a:r>
            <a:endParaRPr lang="da-DK">
              <a:solidFill>
                <a:srgbClr val="343434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(</a:t>
            </a:r>
            <a:r>
              <a:rPr lang="da-DK" sz="2400" i="1" err="1">
                <a:solidFill>
                  <a:srgbClr val="272727"/>
                </a:solidFill>
                <a:cs typeface="Arial"/>
              </a:rPr>
              <a:t>Spear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)Phishing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CEO-</a:t>
            </a:r>
            <a:r>
              <a:rPr lang="da-DK" sz="2400" i="1" err="1">
                <a:solidFill>
                  <a:srgbClr val="272727"/>
                </a:solidFill>
                <a:cs typeface="Arial"/>
              </a:rPr>
              <a:t>fraud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98538B-D8DC-CD10-A3AD-3D13566E3B82}"/>
              </a:ext>
            </a:extLst>
          </p:cNvPr>
          <p:cNvSpPr txBox="1"/>
          <p:nvPr/>
        </p:nvSpPr>
        <p:spPr>
          <a:xfrm>
            <a:off x="898252" y="1390271"/>
            <a:ext cx="10203734" cy="919401"/>
          </a:xfrm>
          <a:prstGeom prst="roundRect">
            <a:avLst/>
          </a:prstGeom>
          <a:solidFill>
            <a:srgbClr val="D7D8D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>
                <a:solidFill>
                  <a:srgbClr val="272727"/>
                </a:solidFill>
                <a:latin typeface="Arial"/>
                <a:ea typeface="Arial"/>
                <a:cs typeface="Arial"/>
              </a:rPr>
              <a:t>Aktiv: At udnytte menneskelige faktorer til at få uautoriseret adgang til systemer eller data</a:t>
            </a:r>
            <a:endParaRPr lang="da-DK" sz="2400">
              <a:solidFill>
                <a:srgbClr val="272727"/>
              </a:solidFill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30D7DA-270E-A77B-F76E-72BBD21F8414}"/>
              </a:ext>
            </a:extLst>
          </p:cNvPr>
          <p:cNvSpPr txBox="1"/>
          <p:nvPr/>
        </p:nvSpPr>
        <p:spPr>
          <a:xfrm>
            <a:off x="6080708" y="2647026"/>
            <a:ext cx="5030621" cy="919401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b="0" i="1" u="none" strike="noStrike" baseline="0">
                <a:solidFill>
                  <a:srgbClr val="272727"/>
                </a:solidFill>
                <a:latin typeface="Arial"/>
                <a:ea typeface="Arial"/>
                <a:cs typeface="Arial"/>
              </a:rPr>
              <a:t>Historiske eksempler: </a:t>
            </a:r>
            <a:endParaRPr lang="en-US">
              <a:solidFill>
                <a:srgbClr val="343434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latin typeface="Arial"/>
                <a:cs typeface="Arial"/>
              </a:rPr>
              <a:t>Twitter bitcoin </a:t>
            </a:r>
            <a:r>
              <a:rPr lang="da-DK" sz="2400" i="1" err="1">
                <a:solidFill>
                  <a:srgbClr val="272727"/>
                </a:solidFill>
                <a:latin typeface="Arial"/>
                <a:cs typeface="Arial"/>
              </a:rPr>
              <a:t>scam</a:t>
            </a:r>
            <a:endParaRPr lang="da-DK" sz="2400" i="1" err="1">
              <a:solidFill>
                <a:srgbClr val="272727"/>
              </a:solidFill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9EC4D5-48E7-A9FE-08C1-29EC19CDB126}"/>
              </a:ext>
            </a:extLst>
          </p:cNvPr>
          <p:cNvSpPr txBox="1"/>
          <p:nvPr/>
        </p:nvSpPr>
        <p:spPr>
          <a:xfrm>
            <a:off x="946738" y="4160936"/>
            <a:ext cx="4666884" cy="1336633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 err="1">
                <a:solidFill>
                  <a:srgbClr val="272727"/>
                </a:solidFill>
                <a:cs typeface="Arial"/>
              </a:rPr>
              <a:t>Mitigering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: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MFA</a:t>
            </a: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cs typeface="Arial"/>
              </a:rPr>
              <a:t>Cyber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-uddannelse</a:t>
            </a:r>
          </a:p>
        </p:txBody>
      </p:sp>
      <p:pic>
        <p:nvPicPr>
          <p:cNvPr id="3" name="Picture 2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B7BD14CE-35DB-7AF6-AB7E-25B85BA755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2" b="30817"/>
          <a:stretch>
            <a:fillRect/>
          </a:stretch>
        </p:blipFill>
        <p:spPr>
          <a:xfrm>
            <a:off x="7077193" y="3860338"/>
            <a:ext cx="3038368" cy="193340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64540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B5F9-427E-9ECD-E86D-788799F0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4C25-6012-B8E0-AE0C-E9B1A619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Supply chain attacks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9930E-7C63-E28A-CDD7-EE68198EA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FFFD3-687D-B6C9-01DC-A46A4DA7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2B7FE-720D-7ED6-D8C9-3BFD61AA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17</a:t>
            </a:fld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759504-F712-0B17-B5CD-F474D4A614EF}"/>
              </a:ext>
            </a:extLst>
          </p:cNvPr>
          <p:cNvSpPr txBox="1"/>
          <p:nvPr/>
        </p:nvSpPr>
        <p:spPr>
          <a:xfrm>
            <a:off x="920908" y="2104587"/>
            <a:ext cx="4692714" cy="919401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>
                <a:solidFill>
                  <a:srgbClr val="272727"/>
                </a:solidFill>
                <a:cs typeface="Arial"/>
              </a:rPr>
              <a:t>Eksempelangreb: </a:t>
            </a:r>
            <a:endParaRPr lang="da-DK">
              <a:solidFill>
                <a:srgbClr val="343434"/>
              </a:solidFill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Open Source-biblioteker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5F47BA-A2BA-59E7-0328-0DD115B514E6}"/>
              </a:ext>
            </a:extLst>
          </p:cNvPr>
          <p:cNvSpPr txBox="1"/>
          <p:nvPr/>
        </p:nvSpPr>
        <p:spPr>
          <a:xfrm>
            <a:off x="898252" y="1390271"/>
            <a:ext cx="10203734" cy="510778"/>
          </a:xfrm>
          <a:prstGeom prst="roundRect">
            <a:avLst/>
          </a:prstGeom>
          <a:solidFill>
            <a:srgbClr val="D7D8D7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>
                <a:solidFill>
                  <a:srgbClr val="272727"/>
                </a:solidFill>
                <a:latin typeface="Arial"/>
                <a:ea typeface="Arial"/>
                <a:cs typeface="Arial"/>
              </a:rPr>
              <a:t>Aktiv: Indirekte angreb på afhængigheder eller leverandører</a:t>
            </a:r>
            <a:endParaRPr lang="da-DK" sz="2400">
              <a:solidFill>
                <a:srgbClr val="272727"/>
              </a:solidFill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5A866D-73ED-901B-104D-FD4E2D381F86}"/>
              </a:ext>
            </a:extLst>
          </p:cNvPr>
          <p:cNvSpPr txBox="1"/>
          <p:nvPr/>
        </p:nvSpPr>
        <p:spPr>
          <a:xfrm>
            <a:off x="6076403" y="2104585"/>
            <a:ext cx="5022011" cy="173664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b="0" i="1" u="none" strike="noStrike" baseline="0">
                <a:solidFill>
                  <a:srgbClr val="272727"/>
                </a:solidFill>
                <a:latin typeface="Arial"/>
                <a:ea typeface="Arial"/>
                <a:cs typeface="Arial"/>
              </a:rPr>
              <a:t>Historiske eksempler: </a:t>
            </a:r>
            <a:endParaRPr lang="en-US">
              <a:solidFill>
                <a:srgbClr val="343434"/>
              </a:solidFill>
              <a:latin typeface="Arial"/>
              <a:ea typeface="Arial"/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latin typeface="Arial"/>
                <a:cs typeface="Arial"/>
              </a:rPr>
              <a:t>NPM </a:t>
            </a:r>
            <a:r>
              <a:rPr lang="da-DK" sz="2400" i="1" err="1">
                <a:solidFill>
                  <a:srgbClr val="272727"/>
                </a:solidFill>
                <a:latin typeface="Arial"/>
                <a:cs typeface="Arial"/>
              </a:rPr>
              <a:t>supply</a:t>
            </a:r>
            <a:r>
              <a:rPr lang="da-DK" sz="2400" i="1">
                <a:solidFill>
                  <a:srgbClr val="272727"/>
                </a:solidFill>
                <a:latin typeface="Arial"/>
                <a:cs typeface="Arial"/>
              </a:rPr>
              <a:t> </a:t>
            </a:r>
            <a:r>
              <a:rPr lang="da-DK" sz="2400" i="1" err="1">
                <a:solidFill>
                  <a:srgbClr val="272727"/>
                </a:solidFill>
                <a:latin typeface="Arial"/>
                <a:cs typeface="Arial"/>
              </a:rPr>
              <a:t>chain</a:t>
            </a:r>
            <a:r>
              <a:rPr lang="da-DK" sz="2400" i="1">
                <a:solidFill>
                  <a:srgbClr val="272727"/>
                </a:solidFill>
                <a:latin typeface="Arial"/>
                <a:cs typeface="Arial"/>
              </a:rPr>
              <a:t> angreb (2025)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latin typeface="Arial"/>
                <a:cs typeface="Arial"/>
              </a:rPr>
              <a:t>XZ </a:t>
            </a:r>
            <a:r>
              <a:rPr lang="da-DK" sz="2400" i="1" err="1">
                <a:solidFill>
                  <a:srgbClr val="272727"/>
                </a:solidFill>
                <a:latin typeface="Arial"/>
                <a:cs typeface="Arial"/>
              </a:rPr>
              <a:t>Utils</a:t>
            </a:r>
            <a:r>
              <a:rPr lang="da-DK" sz="2400" i="1">
                <a:solidFill>
                  <a:srgbClr val="272727"/>
                </a:solidFill>
                <a:latin typeface="Arial"/>
                <a:cs typeface="Arial"/>
              </a:rPr>
              <a:t> (2024)</a:t>
            </a:r>
            <a:endParaRPr lang="da-DK" sz="2400" i="1">
              <a:solidFill>
                <a:srgbClr val="272727"/>
              </a:solidFill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1701-13D6-502C-320D-3759FABB63B6}"/>
              </a:ext>
            </a:extLst>
          </p:cNvPr>
          <p:cNvSpPr txBox="1"/>
          <p:nvPr/>
        </p:nvSpPr>
        <p:spPr>
          <a:xfrm>
            <a:off x="920908" y="3291309"/>
            <a:ext cx="4692714" cy="1736646"/>
          </a:xfrm>
          <a:prstGeom prst="roundRect">
            <a:avLst/>
          </a:prstGeom>
          <a:noFill/>
          <a:ln>
            <a:solidFill>
              <a:schemeClr val="accent1">
                <a:lumMod val="90000"/>
                <a:lumOff val="1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400" i="1" err="1">
                <a:solidFill>
                  <a:srgbClr val="272727"/>
                </a:solidFill>
                <a:cs typeface="Arial"/>
              </a:rPr>
              <a:t>Mitigering</a:t>
            </a:r>
            <a:r>
              <a:rPr lang="da-DK" sz="2400" i="1">
                <a:solidFill>
                  <a:srgbClr val="272727"/>
                </a:solidFill>
                <a:cs typeface="Arial"/>
              </a:rPr>
              <a:t>: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Softwareopdatering</a:t>
            </a:r>
          </a:p>
          <a:p>
            <a:pPr marL="342900" indent="-342900">
              <a:buFont typeface="Calibri"/>
              <a:buChar char="-"/>
            </a:pPr>
            <a:r>
              <a:rPr lang="da-DK" sz="2400" i="1" err="1">
                <a:solidFill>
                  <a:srgbClr val="272727"/>
                </a:solidFill>
                <a:cs typeface="Arial"/>
              </a:rPr>
              <a:t>Dependency-checkers</a:t>
            </a:r>
          </a:p>
          <a:p>
            <a:pPr marL="342900" indent="-342900">
              <a:buFont typeface="Calibri"/>
              <a:buChar char="-"/>
            </a:pPr>
            <a:r>
              <a:rPr lang="da-DK" sz="2400" i="1">
                <a:solidFill>
                  <a:srgbClr val="272727"/>
                </a:solidFill>
                <a:cs typeface="Arial"/>
              </a:rPr>
              <a:t>Integritetstjek</a:t>
            </a:r>
          </a:p>
        </p:txBody>
      </p:sp>
    </p:spTree>
    <p:extLst>
      <p:ext uri="{BB962C8B-B14F-4D97-AF65-F5344CB8AC3E}">
        <p14:creationId xmlns:p14="http://schemas.microsoft.com/office/powerpoint/2010/main" val="2048173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CCF7C-A19C-B1DE-3AA1-FE44A56E3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Arial"/>
                <a:ea typeface="Verdana"/>
                <a:cs typeface="Arial"/>
              </a:rPr>
              <a:t>Andet</a:t>
            </a:r>
            <a:r>
              <a:rPr lang="en-US">
                <a:latin typeface="Arial"/>
                <a:ea typeface="Verdana"/>
                <a:cs typeface="Arial"/>
              </a:rPr>
              <a:t> </a:t>
            </a:r>
            <a:r>
              <a:rPr lang="en-US" err="1">
                <a:latin typeface="Arial"/>
                <a:ea typeface="Verdana"/>
                <a:cs typeface="Arial"/>
              </a:rPr>
              <a:t>materiale</a:t>
            </a:r>
            <a:r>
              <a:rPr lang="en-US">
                <a:latin typeface="Arial"/>
                <a:ea typeface="Verdana"/>
                <a:cs typeface="Arial"/>
              </a:rPr>
              <a:t> – MITRE ATT&amp;CK 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5CB1D-B9B1-0EF7-9A55-C61559D52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1B28D-0155-4618-33BE-7F5A25BBD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FA805-C174-B927-A982-7C578775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18</a:t>
            </a:fld>
            <a:endParaRPr lang="da-DK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A99EBD-D2C7-E7BF-B2DD-DF0118587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3822"/>
            <a:ext cx="12171947" cy="506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2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6FC0E-6321-3204-036C-4E2BF4597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3DBDEAA-F5B8-3771-B1C0-F33A10213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Pause til 10.40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4EFDBCC-304C-7282-9320-6A1FF4FAB1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19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96123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181CC-C363-7AA5-A720-7886E3508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5C6F4E-F8A8-031B-374E-247AA0AA3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9982093" cy="2319469"/>
          </a:xfrm>
        </p:spPr>
        <p:txBody>
          <a:bodyPr/>
          <a:lstStyle/>
          <a:p>
            <a:r>
              <a:rPr lang="da-DK" noProof="0"/>
              <a:t>IDS/IPS og kryptering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FC36017-20E6-D4CE-DA13-04E90AA269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noProof="0"/>
          </a:p>
          <a:p>
            <a:endParaRPr lang="da-DK" noProof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C11D92C-BEB2-0115-EF09-F2B8D1D6CD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013199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F18D5-10BD-0446-AC3B-9A4B334D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A3FC-E4CB-DBB5-A170-EC44D7928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Relation til målpinde: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4B97A-C571-2BB5-5EDC-8058E339A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4. Lærlingen kan redegøre for principperne i IDS/IPS firewallteknologi herunder nødvendigheden af TLS-dekryptering.   </a:t>
            </a:r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05465-57D5-D4C2-4D1D-3369AC85B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92156-42FE-B9BF-C043-188C11833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939D0-33F0-2815-3E6D-CE6966724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21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262574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264C7-22B6-44DC-A1FF-61F7AFE0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14C2-CA27-11BD-368F-8C84B668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Hvad er IDS og 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1F7F2-DA63-AB61-A9C9-C240EF6B4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0" y="1620000"/>
            <a:ext cx="6973465" cy="4320000"/>
          </a:xfrm>
        </p:spPr>
        <p:txBody>
          <a:bodyPr/>
          <a:lstStyle/>
          <a:p>
            <a:r>
              <a:rPr lang="da-DK"/>
              <a:t>IDS – Intrusion Detection System – Log og monitorering?</a:t>
            </a:r>
          </a:p>
          <a:p>
            <a:pPr lvl="2"/>
            <a:r>
              <a:rPr lang="da-DK"/>
              <a:t>Kig efter tegn på hacking og alarmer</a:t>
            </a:r>
          </a:p>
          <a:p>
            <a:r>
              <a:rPr lang="da-DK"/>
              <a:t>IPS – Intrusion Prevention System – Firewall?</a:t>
            </a:r>
          </a:p>
          <a:p>
            <a:pPr lvl="2"/>
            <a:r>
              <a:rPr lang="da-DK"/>
              <a:t>Kig efter tegn på hacking og forsøg at bloker angrebet</a:t>
            </a:r>
          </a:p>
          <a:p>
            <a:pPr lvl="2"/>
            <a:endParaRPr lang="da-DK"/>
          </a:p>
          <a:p>
            <a:r>
              <a:rPr lang="da-DK"/>
              <a:t>Funktionaliteten overlapper/supplerer hinanden:</a:t>
            </a:r>
          </a:p>
          <a:p>
            <a:pPr lvl="2"/>
            <a:r>
              <a:rPr lang="da-DK"/>
              <a:t>Firewall, Next-gen Firewall, IDS/IPS, SIEM, mfl. </a:t>
            </a:r>
          </a:p>
          <a:p>
            <a:pPr lvl="2"/>
            <a:r>
              <a:rPr lang="da-DK"/>
              <a:t>Ofte vil produkterne udfylde flere dele</a:t>
            </a:r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27061-C386-D8EE-F5E7-D5102262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C5F29-88D5-2287-8935-CCC577BF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89BAB-A203-D5AC-2232-0B9C03B6D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22</a:t>
            </a:fld>
            <a:endParaRPr lang="da-DK" noProof="0"/>
          </a:p>
        </p:txBody>
      </p:sp>
      <p:pic>
        <p:nvPicPr>
          <p:cNvPr id="1026" name="Picture 2" descr="network diagram">
            <a:extLst>
              <a:ext uri="{FF2B5EF4-FFF2-40B4-BE49-F238E27FC236}">
                <a16:creationId xmlns:a16="http://schemas.microsoft.com/office/drawing/2014/main" id="{3F2115EE-18A3-943C-8E01-B86B50986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8262" y="2483316"/>
            <a:ext cx="4293978" cy="214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203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B9EA7-5E0F-2F13-39B2-BBB5529C1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A7FF-71EA-4871-D18C-877B2D85A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553998"/>
          </a:xfrm>
        </p:spPr>
        <p:txBody>
          <a:bodyPr/>
          <a:lstStyle/>
          <a:p>
            <a:r>
              <a:rPr lang="da-DK" noProof="0"/>
              <a:t>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67A1E-D039-749B-CB8A-4D3CFA637B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  <a:p>
            <a:endParaRPr lang="da-DK" sz="2800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EB305-C189-11A9-8E86-D0A920B7878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A8B48-6BC2-829A-1D8F-01078179F6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0BF97-F5CE-AC26-4EDD-DA162D9631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23</a:t>
            </a:fld>
            <a:endParaRPr lang="da-DK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9F2C20-70B9-AE15-BCD4-C6EB0A31F5C9}"/>
              </a:ext>
            </a:extLst>
          </p:cNvPr>
          <p:cNvSpPr txBox="1">
            <a:spLocks/>
          </p:cNvSpPr>
          <p:nvPr/>
        </p:nvSpPr>
        <p:spPr>
          <a:xfrm>
            <a:off x="900000" y="1620000"/>
            <a:ext cx="10439999" cy="4320000"/>
          </a:xfrm>
          <a:prstGeom prst="rect">
            <a:avLst/>
          </a:prstGeom>
        </p:spPr>
        <p:txBody>
          <a:bodyPr/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327538" indent="-360000" algn="l" defTabSz="457200" rtl="0" eaLnBrk="1" latinLnBrk="0" hangingPunct="1">
              <a:lnSpc>
                <a:spcPct val="114000"/>
              </a:lnSpc>
              <a:spcBef>
                <a:spcPts val="1176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0" indent="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/>
              <a:t>Kig efter tegn på hacking og alarmer!</a:t>
            </a:r>
          </a:p>
          <a:p>
            <a:pPr lvl="2"/>
            <a:r>
              <a:rPr lang="da-DK"/>
              <a:t>Integreret med SIEM (Security Information and Event Management) systemer</a:t>
            </a:r>
          </a:p>
          <a:p>
            <a:endParaRPr lang="da-DK" b="1"/>
          </a:p>
          <a:p>
            <a:r>
              <a:rPr lang="da-DK" b="1"/>
              <a:t>Network Intrusion Detection System (NIDS)</a:t>
            </a:r>
          </a:p>
          <a:p>
            <a:r>
              <a:rPr lang="da-DK"/>
              <a:t>Host Intrusion Detection System(HIDS – Emnet for i morgen) </a:t>
            </a:r>
          </a:p>
        </p:txBody>
      </p:sp>
    </p:spTree>
    <p:extLst>
      <p:ext uri="{BB962C8B-B14F-4D97-AF65-F5344CB8AC3E}">
        <p14:creationId xmlns:p14="http://schemas.microsoft.com/office/powerpoint/2010/main" val="1449542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8E5D-1EE2-C956-6CFD-DDE3DBE72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F528-0DF6-E893-F024-DD8672765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553998"/>
          </a:xfrm>
        </p:spPr>
        <p:txBody>
          <a:bodyPr/>
          <a:lstStyle/>
          <a:p>
            <a:r>
              <a:rPr lang="da-DK" noProof="0"/>
              <a:t>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67D6D-0D89-D1F7-2D6F-9F3FC6704A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  <a:p>
            <a:endParaRPr lang="da-DK" sz="2800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35688-C7D7-CDD0-096E-B5FFC266BBF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0D098-43B8-ADCD-62D8-48D05F637F2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4D735-370E-2000-D58A-669BEEDCD9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24</a:t>
            </a:fld>
            <a:endParaRPr lang="da-DK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1A48F2-BA25-2250-40EB-5B93CD6D174C}"/>
              </a:ext>
            </a:extLst>
          </p:cNvPr>
          <p:cNvSpPr txBox="1">
            <a:spLocks/>
          </p:cNvSpPr>
          <p:nvPr/>
        </p:nvSpPr>
        <p:spPr>
          <a:xfrm>
            <a:off x="900000" y="1620000"/>
            <a:ext cx="10439999" cy="4320000"/>
          </a:xfrm>
          <a:prstGeom prst="rect">
            <a:avLst/>
          </a:prstGeom>
        </p:spPr>
        <p:txBody>
          <a:bodyPr/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327538" indent="-360000" algn="l" defTabSz="457200" rtl="0" eaLnBrk="1" latinLnBrk="0" hangingPunct="1">
              <a:lnSpc>
                <a:spcPct val="114000"/>
              </a:lnSpc>
              <a:spcBef>
                <a:spcPts val="1176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0" indent="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/>
              <a:t>”Bare” en IDS med udvidede beføjelser</a:t>
            </a:r>
          </a:p>
          <a:p>
            <a:pPr lvl="2"/>
            <a:r>
              <a:rPr lang="da-DK"/>
              <a:t>”IDS delen” opdager tegn på angreb</a:t>
            </a:r>
          </a:p>
          <a:p>
            <a:pPr lvl="2"/>
            <a:r>
              <a:rPr lang="da-DK"/>
              <a:t>”IPS delen” blokerer den suspekte traffik </a:t>
            </a:r>
          </a:p>
        </p:txBody>
      </p:sp>
    </p:spTree>
    <p:extLst>
      <p:ext uri="{BB962C8B-B14F-4D97-AF65-F5344CB8AC3E}">
        <p14:creationId xmlns:p14="http://schemas.microsoft.com/office/powerpoint/2010/main" val="1369535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73787-1B0D-3444-F7AF-3D6A58F5A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0BF25-7093-7352-FC7D-DFDEA3028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/>
              <a:t>Hvordan</a:t>
            </a:r>
            <a:r>
              <a:rPr lang="en-US" noProof="0"/>
              <a:t> </a:t>
            </a:r>
            <a:r>
              <a:rPr lang="en-US" noProof="0" err="1"/>
              <a:t>fungerer</a:t>
            </a:r>
            <a:r>
              <a:rPr lang="en-US" noProof="0"/>
              <a:t> IDS?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67A6C-32FB-6C63-40A9-894C55C23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Kig efter signaturer på / regler for angreb</a:t>
            </a:r>
          </a:p>
          <a:p>
            <a:pPr lvl="2"/>
            <a:r>
              <a:rPr lang="da-DK"/>
              <a:t>Mange enkelt pakker til forskellige porte/IP’er indenfor kort tid -&gt; Scanning</a:t>
            </a:r>
          </a:p>
          <a:p>
            <a:pPr lvl="2"/>
            <a:r>
              <a:rPr lang="da-DK"/>
              <a:t>Mange pakker/forbindelser til en maskine fra mange kilder -&gt; DDoS</a:t>
            </a:r>
          </a:p>
          <a:p>
            <a:endParaRPr lang="da-DK"/>
          </a:p>
          <a:p>
            <a:r>
              <a:rPr lang="da-DK"/>
              <a:t>Relativt statisk</a:t>
            </a:r>
          </a:p>
          <a:p>
            <a:pPr lvl="2"/>
            <a:r>
              <a:rPr lang="da-DK"/>
              <a:t>Angrebet skal være af en kendt type for at blive opdaget</a:t>
            </a:r>
          </a:p>
          <a:p>
            <a:pPr lvl="2"/>
            <a:endParaRPr lang="da-DK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8DE72-DFEE-2F72-1E16-F374DCDEB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7022E-0A4B-4D69-4775-6A40BE98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FF316-83ED-F829-B99B-6125E06F2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25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461012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B8E98-819A-5B40-3BB5-F67058F0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86BD1-E7F4-CE78-A23B-3C4FB0C6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Hvordan fungerer IDS også?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5FDE6-262C-A134-971E-56F141B7C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Kig efter anderledes opførsel</a:t>
            </a:r>
          </a:p>
          <a:p>
            <a:pPr lvl="2"/>
            <a:r>
              <a:rPr lang="da-DK"/>
              <a:t>Vi har en ”baseline” og rapporterer afvigelser</a:t>
            </a:r>
          </a:p>
          <a:p>
            <a:pPr lvl="2"/>
            <a:r>
              <a:rPr lang="da-DK"/>
              <a:t>Kan være AI baseret </a:t>
            </a:r>
          </a:p>
          <a:p>
            <a:endParaRPr lang="da-DK"/>
          </a:p>
          <a:p>
            <a:r>
              <a:rPr lang="da-DK"/>
              <a:t>Opdager nye typer angreb</a:t>
            </a:r>
          </a:p>
          <a:p>
            <a:pPr lvl="2"/>
            <a:r>
              <a:rPr lang="da-DK"/>
              <a:t>Større risiko for falske positiver</a:t>
            </a:r>
          </a:p>
          <a:p>
            <a:endParaRPr lang="da-DK"/>
          </a:p>
          <a:p>
            <a:pPr lvl="2"/>
            <a:endParaRPr lang="da-DK"/>
          </a:p>
          <a:p>
            <a:pPr lvl="2"/>
            <a:endParaRPr lang="da-DK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DFB40-65F8-6CB2-59EC-4CC8A49A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C538B-58FE-38BE-2C33-D04A47A7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12C-E5C6-25EF-0C8D-7B355C741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26</a:t>
            </a:fld>
            <a:endParaRPr lang="da-DK" noProof="0"/>
          </a:p>
        </p:txBody>
      </p:sp>
      <p:pic>
        <p:nvPicPr>
          <p:cNvPr id="2052" name="Picture 4" descr="Significance of AI in Intrusion Detection Systems">
            <a:extLst>
              <a:ext uri="{FF2B5EF4-FFF2-40B4-BE49-F238E27FC236}">
                <a16:creationId xmlns:a16="http://schemas.microsoft.com/office/drawing/2014/main" id="{4DA54E61-9A31-DB77-D976-58BD7BCAF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7727" y="2679211"/>
            <a:ext cx="5706381" cy="326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3030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9F57A-20BC-DDB1-2FB3-32B16EE5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F5C3D-5FDA-8E09-C17E-F916D3C71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</p:spPr>
        <p:txBody>
          <a:bodyPr wrap="square" anchor="ctr">
            <a:normAutofit/>
          </a:bodyPr>
          <a:lstStyle/>
          <a:p>
            <a:r>
              <a:rPr lang="en-US" noProof="0" err="1"/>
              <a:t>Falske</a:t>
            </a:r>
            <a:r>
              <a:rPr lang="en-US" noProof="0"/>
              <a:t> </a:t>
            </a:r>
            <a:r>
              <a:rPr lang="en-US" noProof="0" err="1"/>
              <a:t>positiver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62AA-7B78-B5DD-A4AE-547B56B22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0" y="1620000"/>
            <a:ext cx="5124749" cy="4320000"/>
          </a:xfrm>
        </p:spPr>
        <p:txBody>
          <a:bodyPr>
            <a:normAutofit/>
          </a:bodyPr>
          <a:lstStyle/>
          <a:p>
            <a:r>
              <a:rPr lang="da-DK"/>
              <a:t>Vi vil gerne forhinde angreb</a:t>
            </a:r>
          </a:p>
          <a:p>
            <a:r>
              <a:rPr lang="da-DK"/>
              <a:t>Vi vil ikke forhindre brugerne</a:t>
            </a:r>
          </a:p>
          <a:p>
            <a:endParaRPr lang="da-DK"/>
          </a:p>
          <a:p>
            <a:endParaRPr lang="da-DK"/>
          </a:p>
          <a:p>
            <a:r>
              <a:rPr lang="da-DK"/>
              <a:t>Er det et angreb eller en legitim bruger?</a:t>
            </a:r>
          </a:p>
          <a:p>
            <a:pPr lvl="2"/>
            <a:r>
              <a:rPr lang="da-DK" sz="2400"/>
              <a:t>Hvad vejer tungest, sikkerhed eller brugerne?</a:t>
            </a:r>
          </a:p>
          <a:p>
            <a:pPr lvl="2"/>
            <a:endParaRPr lang="da-DK" sz="2400"/>
          </a:p>
          <a:p>
            <a:pPr lvl="2"/>
            <a:endParaRPr lang="da-DK" sz="240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58D73-633D-A8AB-1981-61B8FCC65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466" y="6557851"/>
            <a:ext cx="2889068" cy="1825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E31781D-1938-4D4D-8804-84A3CA642707}" type="datetime1">
              <a:rPr lang="da-DK" sz="6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24.11.2025</a:t>
            </a:fld>
            <a:endParaRPr lang="da-DK" sz="600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B4B6D-A75E-B5BF-8EAA-EEFA319B2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345" y="6557851"/>
            <a:ext cx="3138687" cy="1825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a-DK" sz="600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C332-DB08-4989-8A7C-8005919E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5251" y="6567126"/>
            <a:ext cx="1944404" cy="21544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9FF5FAE-2060-B54F-BDDB-0825BCE6ACB8}" type="slidenum">
              <a:rPr lang="da-DK" noProof="0" smtClean="0"/>
              <a:pPr>
                <a:spcAft>
                  <a:spcPts val="600"/>
                </a:spcAft>
              </a:pPr>
              <a:t>27</a:t>
            </a:fld>
            <a:endParaRPr lang="da-DK" noProof="0"/>
          </a:p>
        </p:txBody>
      </p:sp>
      <p:pic>
        <p:nvPicPr>
          <p:cNvPr id="3074" name="Picture 2" descr="What is False Positive? - Smartpedia - t2informatik">
            <a:extLst>
              <a:ext uri="{FF2B5EF4-FFF2-40B4-BE49-F238E27FC236}">
                <a16:creationId xmlns:a16="http://schemas.microsoft.com/office/drawing/2014/main" id="{9906AF66-FE71-4D2C-FC89-20D0AB55E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8" r="11849" b="1"/>
          <a:stretch>
            <a:fillRect/>
          </a:stretch>
        </p:blipFill>
        <p:spPr bwMode="auto">
          <a:xfrm>
            <a:off x="6215249" y="1620000"/>
            <a:ext cx="5124749" cy="432000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62799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8AFA2-77A5-E24C-6A35-1D0E3C40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D936-7DB3-04D1-68C3-E1ABFB1C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540000"/>
            <a:ext cx="10440000" cy="553998"/>
          </a:xfrm>
        </p:spPr>
        <p:txBody>
          <a:bodyPr/>
          <a:lstStyle/>
          <a:p>
            <a:r>
              <a:rPr lang="en-US" noProof="0"/>
              <a:t>Mere information = Bedre </a:t>
            </a:r>
            <a:r>
              <a:rPr lang="en-US" noProof="0" err="1"/>
              <a:t>resultater</a:t>
            </a:r>
            <a:r>
              <a:rPr lang="en-US" noProof="0"/>
              <a:t> 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D6558-1045-2254-532A-ADE7C47E5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Moderne IDS kigger også på indholdet i kommunikationen</a:t>
            </a:r>
          </a:p>
          <a:p>
            <a:pPr lvl="2"/>
            <a:r>
              <a:rPr lang="da-DK"/>
              <a:t>Bliver der sendt malware?</a:t>
            </a:r>
          </a:p>
          <a:p>
            <a:pPr lvl="2"/>
            <a:r>
              <a:rPr lang="da-DK"/>
              <a:t>Ligner det phishing?</a:t>
            </a:r>
          </a:p>
          <a:p>
            <a:pPr lvl="2"/>
            <a:r>
              <a:rPr lang="da-DK"/>
              <a:t>Payload til en exploit?</a:t>
            </a:r>
          </a:p>
          <a:p>
            <a:pPr lvl="2"/>
            <a:r>
              <a:rPr lang="da-DK"/>
              <a:t>Hackede brugerkonti?</a:t>
            </a:r>
          </a:p>
          <a:p>
            <a:endParaRPr lang="da-DK"/>
          </a:p>
          <a:p>
            <a:r>
              <a:rPr lang="da-DK"/>
              <a:t>Deep Packet Inspection – DPI</a:t>
            </a:r>
          </a:p>
          <a:p>
            <a:pPr lvl="2"/>
            <a:endParaRPr lang="da-DK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BBD0D-7B54-9C43-0BB1-0B7C438D2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243D2-393F-50F9-6BDD-50446F4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3DCC-0351-8FA9-DDB0-EE67B272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28</a:t>
            </a:fld>
            <a:endParaRPr lang="da-DK" noProof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965BFB83-B39A-B61D-5C8E-4274F64B9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516" y="2205390"/>
            <a:ext cx="5830114" cy="695422"/>
          </a:xfrm>
          <a:prstGeom prst="rect">
            <a:avLst/>
          </a:prstGeom>
        </p:spPr>
      </p:pic>
      <p:pic>
        <p:nvPicPr>
          <p:cNvPr id="4098" name="Picture 2" descr="Pas på phishing-mails">
            <a:extLst>
              <a:ext uri="{FF2B5EF4-FFF2-40B4-BE49-F238E27FC236}">
                <a16:creationId xmlns:a16="http://schemas.microsoft.com/office/drawing/2014/main" id="{BC767FE6-1932-47C0-3959-DEADC3C81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266" y="3031956"/>
            <a:ext cx="4306903" cy="3047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980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DE64-E766-87F3-EAF5-0CA0C7381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8E138-66BB-DB38-1F92-D5B7021AF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/>
              <a:t>Udfordringen</a:t>
            </a:r>
            <a:r>
              <a:rPr lang="en-US" noProof="0"/>
              <a:t> </a:t>
            </a:r>
            <a:r>
              <a:rPr lang="en-US" noProof="0" err="1"/>
              <a:t>ved</a:t>
            </a:r>
            <a:r>
              <a:rPr lang="en-US" noProof="0"/>
              <a:t> </a:t>
            </a:r>
            <a:r>
              <a:rPr lang="en-US" noProof="0" err="1"/>
              <a:t>kryptering</a:t>
            </a:r>
            <a:r>
              <a:rPr lang="en-US" noProof="0"/>
              <a:t> / TLS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3FD62-4679-B340-FB8C-82B6292AC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Hackerne er ikke dumme:</a:t>
            </a:r>
          </a:p>
          <a:p>
            <a:pPr lvl="2"/>
            <a:r>
              <a:rPr lang="da-DK"/>
              <a:t>”Hvis vi krypterer vores kommunikation, kan den ikke (grundigt) analyseres”</a:t>
            </a:r>
          </a:p>
          <a:p>
            <a:pPr lvl="2"/>
            <a:endParaRPr lang="da-DK"/>
          </a:p>
          <a:p>
            <a:r>
              <a:rPr lang="da-DK"/>
              <a:t>Skal vi blokere alt ”ukendt” krypto? </a:t>
            </a:r>
          </a:p>
          <a:p>
            <a:pPr lvl="2"/>
            <a:endParaRPr lang="da-DK"/>
          </a:p>
          <a:p>
            <a:pPr lvl="2"/>
            <a:endParaRPr lang="da-DK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6E20F-CB31-A340-1474-66C519982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FC5D4-6CD4-994D-61CD-D2538727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F5246-4292-754D-73F6-63393AAB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29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02643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6C1EF-978A-78FE-61B1-F462B3C7B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25E0D0-4E06-3E84-3F29-31DB0FAAB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0"/>
            <a:ext cx="3236640" cy="1661993"/>
          </a:xfrm>
        </p:spPr>
        <p:txBody>
          <a:bodyPr/>
          <a:lstStyle/>
          <a:p>
            <a:r>
              <a:rPr lang="da-DK" noProof="0"/>
              <a:t>Man-in-the-Middle</a:t>
            </a:r>
            <a:br>
              <a:rPr lang="da-DK" noProof="0"/>
            </a:br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F1582-DAA2-DF02-02B5-3FD75CBF5DF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14386-442D-9A50-CC53-5A93DAAE66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 err="1"/>
              <a:t>cybersikker.alexandra.dk</a:t>
            </a:r>
            <a:endParaRPr lang="da-DK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4B5F6-95A2-F2E9-6837-D2A8E7BEC4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30</a:t>
            </a:fld>
            <a:endParaRPr lang="da-DK" noProof="0"/>
          </a:p>
        </p:txBody>
      </p:sp>
      <p:pic>
        <p:nvPicPr>
          <p:cNvPr id="11" name="Graphic 10" descr="Female Profile with solid fill">
            <a:extLst>
              <a:ext uri="{FF2B5EF4-FFF2-40B4-BE49-F238E27FC236}">
                <a16:creationId xmlns:a16="http://schemas.microsoft.com/office/drawing/2014/main" id="{28FF2037-443D-EB9A-844C-995F627E6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9337" y="3658961"/>
            <a:ext cx="1368742" cy="1368742"/>
          </a:xfrm>
          <a:prstGeom prst="rect">
            <a:avLst/>
          </a:prstGeom>
        </p:spPr>
      </p:pic>
      <p:pic>
        <p:nvPicPr>
          <p:cNvPr id="13" name="Graphic 12" descr="Male profile with solid fill">
            <a:extLst>
              <a:ext uri="{FF2B5EF4-FFF2-40B4-BE49-F238E27FC236}">
                <a16:creationId xmlns:a16="http://schemas.microsoft.com/office/drawing/2014/main" id="{C282B4CA-AE69-8081-EC7F-46A3E5F2D6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6860" y="1864027"/>
            <a:ext cx="1368742" cy="1368742"/>
          </a:xfrm>
          <a:prstGeom prst="rect">
            <a:avLst/>
          </a:prstGeom>
        </p:spPr>
      </p:pic>
      <p:pic>
        <p:nvPicPr>
          <p:cNvPr id="15" name="Graphic 14" descr="Call center with solid fill">
            <a:extLst>
              <a:ext uri="{FF2B5EF4-FFF2-40B4-BE49-F238E27FC236}">
                <a16:creationId xmlns:a16="http://schemas.microsoft.com/office/drawing/2014/main" id="{50B5B49F-08C2-FB18-75EF-2C3725AAAF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4334" y="1952709"/>
            <a:ext cx="1374894" cy="1374894"/>
          </a:xfrm>
          <a:prstGeom prst="rect">
            <a:avLst/>
          </a:prstGeom>
        </p:spPr>
      </p:pic>
      <p:pic>
        <p:nvPicPr>
          <p:cNvPr id="19" name="Graphic 18" descr="Envelope with solid fill">
            <a:extLst>
              <a:ext uri="{FF2B5EF4-FFF2-40B4-BE49-F238E27FC236}">
                <a16:creationId xmlns:a16="http://schemas.microsoft.com/office/drawing/2014/main" id="{4F0E5662-AFC5-94B1-4112-CE21204F3D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91451" y="1725756"/>
            <a:ext cx="914400" cy="9144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67940C4-B805-10D9-4FC5-260882822898}"/>
              </a:ext>
            </a:extLst>
          </p:cNvPr>
          <p:cNvCxnSpPr>
            <a:cxnSpLocks/>
          </p:cNvCxnSpPr>
          <p:nvPr/>
        </p:nvCxnSpPr>
        <p:spPr>
          <a:xfrm>
            <a:off x="8768080" y="2548398"/>
            <a:ext cx="1308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1BCD4B12-AD70-C8FE-0A70-69194813806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260565" y="2566068"/>
            <a:ext cx="747593" cy="712253"/>
          </a:xfrm>
          <a:prstGeom prst="bentConnector3">
            <a:avLst>
              <a:gd name="adj1" fmla="val 2434"/>
            </a:avLst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B45965-07DC-9321-4816-7CB50C9FED10}"/>
              </a:ext>
            </a:extLst>
          </p:cNvPr>
          <p:cNvCxnSpPr>
            <a:cxnSpLocks/>
          </p:cNvCxnSpPr>
          <p:nvPr/>
        </p:nvCxnSpPr>
        <p:spPr>
          <a:xfrm>
            <a:off x="5994261" y="2548398"/>
            <a:ext cx="13087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Graphic 43" descr="Envelope with solid fill">
            <a:extLst>
              <a:ext uri="{FF2B5EF4-FFF2-40B4-BE49-F238E27FC236}">
                <a16:creationId xmlns:a16="http://schemas.microsoft.com/office/drawing/2014/main" id="{2AAE7CF4-9C87-9275-62A1-13CEAF1CFB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65270" y="1725756"/>
            <a:ext cx="914400" cy="914400"/>
          </a:xfrm>
          <a:prstGeom prst="rect">
            <a:avLst/>
          </a:prstGeom>
        </p:spPr>
      </p:pic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6409E195-0B17-68AC-3D70-A4759D9AE85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034030" y="2561943"/>
            <a:ext cx="747594" cy="720503"/>
          </a:xfrm>
          <a:prstGeom prst="bentConnector3">
            <a:avLst>
              <a:gd name="adj1" fmla="val 2433"/>
            </a:avLst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 descr="Binary with solid fill">
            <a:extLst>
              <a:ext uri="{FF2B5EF4-FFF2-40B4-BE49-F238E27FC236}">
                <a16:creationId xmlns:a16="http://schemas.microsoft.com/office/drawing/2014/main" id="{446ECF5E-2F01-6B19-A43B-8AC53870E7B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01230" y="1605929"/>
            <a:ext cx="658899" cy="658899"/>
          </a:xfrm>
          <a:prstGeom prst="rect">
            <a:avLst/>
          </a:prstGeom>
        </p:spPr>
      </p:pic>
      <p:pic>
        <p:nvPicPr>
          <p:cNvPr id="7" name="Graphic 6" descr="Key with solid fill">
            <a:extLst>
              <a:ext uri="{FF2B5EF4-FFF2-40B4-BE49-F238E27FC236}">
                <a16:creationId xmlns:a16="http://schemas.microsoft.com/office/drawing/2014/main" id="{567BD1E2-94A0-CD99-A09E-8FA95E703D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49866" y="1297592"/>
            <a:ext cx="914400" cy="914400"/>
          </a:xfrm>
          <a:prstGeom prst="rect">
            <a:avLst/>
          </a:prstGeom>
        </p:spPr>
      </p:pic>
      <p:pic>
        <p:nvPicPr>
          <p:cNvPr id="8" name="Graphic 7" descr="Key with solid fill">
            <a:extLst>
              <a:ext uri="{FF2B5EF4-FFF2-40B4-BE49-F238E27FC236}">
                <a16:creationId xmlns:a16="http://schemas.microsoft.com/office/drawing/2014/main" id="{7041C930-8FE7-8649-8561-19CA5CEA6F8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27499" y="1268556"/>
            <a:ext cx="914400" cy="914400"/>
          </a:xfrm>
          <a:prstGeom prst="rect">
            <a:avLst/>
          </a:prstGeom>
        </p:spPr>
      </p:pic>
      <p:pic>
        <p:nvPicPr>
          <p:cNvPr id="10" name="Graphic 9" descr="Binary with solid fill">
            <a:extLst>
              <a:ext uri="{FF2B5EF4-FFF2-40B4-BE49-F238E27FC236}">
                <a16:creationId xmlns:a16="http://schemas.microsoft.com/office/drawing/2014/main" id="{024E9454-F064-E3F9-1811-933A684D2C7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98742" y="1605929"/>
            <a:ext cx="658899" cy="658899"/>
          </a:xfrm>
          <a:prstGeom prst="rect">
            <a:avLst/>
          </a:prstGeom>
        </p:spPr>
      </p:pic>
      <p:pic>
        <p:nvPicPr>
          <p:cNvPr id="16" name="Picture 15" descr="A black question mark in a white circle&#10;&#10;AI-generated content may be incorrect.">
            <a:extLst>
              <a:ext uri="{FF2B5EF4-FFF2-40B4-BE49-F238E27FC236}">
                <a16:creationId xmlns:a16="http://schemas.microsoft.com/office/drawing/2014/main" id="{8DA9E566-1A30-BDC2-6801-7A8F37AFC5B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7441484" y="2344646"/>
            <a:ext cx="1155095" cy="11550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CB7EB1-408F-30BE-56EA-CECAD0838DDF}"/>
              </a:ext>
            </a:extLst>
          </p:cNvPr>
          <p:cNvSpPr txBox="1"/>
          <p:nvPr/>
        </p:nvSpPr>
        <p:spPr>
          <a:xfrm>
            <a:off x="7372482" y="4403701"/>
            <a:ext cx="1592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IDS/IPS</a:t>
            </a:r>
            <a:endParaRPr lang="da-DK" sz="2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943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DE947-8A17-FD3A-036D-CE030969F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E52129-3DB1-B55C-EBCF-08645FA9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80000"/>
            <a:ext cx="3236640" cy="2769989"/>
          </a:xfrm>
        </p:spPr>
        <p:txBody>
          <a:bodyPr/>
          <a:lstStyle/>
          <a:p>
            <a:r>
              <a:rPr lang="da-DK" noProof="0"/>
              <a:t>Man-in-the-Middle / SSL Bridging / TLS Dekryptering</a:t>
            </a:r>
            <a:br>
              <a:rPr lang="da-DK" noProof="0"/>
            </a:br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DC10F-A482-20D5-520D-A19CC22BFEF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66570FE-B5FB-B343-9266-1BC06216A43C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F6BEB-DBB9-43F8-7BD6-18AD753E43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 err="1"/>
              <a:t>cybersikker.alexandra.dk</a:t>
            </a:r>
            <a:endParaRPr lang="da-DK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909FE-6B21-988A-09DE-6545C4B3E6B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31</a:t>
            </a:fld>
            <a:endParaRPr lang="da-DK" noProof="0"/>
          </a:p>
        </p:txBody>
      </p:sp>
      <p:pic>
        <p:nvPicPr>
          <p:cNvPr id="11" name="Graphic 10" descr="Female Profile with solid fill">
            <a:extLst>
              <a:ext uri="{FF2B5EF4-FFF2-40B4-BE49-F238E27FC236}">
                <a16:creationId xmlns:a16="http://schemas.microsoft.com/office/drawing/2014/main" id="{C185AF62-F035-B6AC-6D86-ECE7E8934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5614" y="4618633"/>
            <a:ext cx="1368742" cy="1368742"/>
          </a:xfrm>
          <a:prstGeom prst="rect">
            <a:avLst/>
          </a:prstGeom>
        </p:spPr>
      </p:pic>
      <p:pic>
        <p:nvPicPr>
          <p:cNvPr id="13" name="Graphic 12" descr="Male profile with solid fill">
            <a:extLst>
              <a:ext uri="{FF2B5EF4-FFF2-40B4-BE49-F238E27FC236}">
                <a16:creationId xmlns:a16="http://schemas.microsoft.com/office/drawing/2014/main" id="{15E785FC-27D9-4D4F-AD9B-A9D06BBC5A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6860" y="1864027"/>
            <a:ext cx="1368742" cy="1368742"/>
          </a:xfrm>
          <a:prstGeom prst="rect">
            <a:avLst/>
          </a:prstGeom>
        </p:spPr>
      </p:pic>
      <p:pic>
        <p:nvPicPr>
          <p:cNvPr id="15" name="Graphic 14" descr="Call center with solid fill">
            <a:extLst>
              <a:ext uri="{FF2B5EF4-FFF2-40B4-BE49-F238E27FC236}">
                <a16:creationId xmlns:a16="http://schemas.microsoft.com/office/drawing/2014/main" id="{A1C96E70-99A2-6436-AC6E-FE6D446C7D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14334" y="1952709"/>
            <a:ext cx="1374894" cy="1374894"/>
          </a:xfrm>
          <a:prstGeom prst="rect">
            <a:avLst/>
          </a:prstGeom>
        </p:spPr>
      </p:pic>
      <p:pic>
        <p:nvPicPr>
          <p:cNvPr id="19" name="Graphic 18" descr="Envelope with solid fill">
            <a:extLst>
              <a:ext uri="{FF2B5EF4-FFF2-40B4-BE49-F238E27FC236}">
                <a16:creationId xmlns:a16="http://schemas.microsoft.com/office/drawing/2014/main" id="{D4CC213A-4313-63CC-D690-76163314A1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91451" y="1725756"/>
            <a:ext cx="914400" cy="9144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24F7541-7492-08F7-DDE6-0DADAED8F29C}"/>
              </a:ext>
            </a:extLst>
          </p:cNvPr>
          <p:cNvCxnSpPr>
            <a:cxnSpLocks/>
          </p:cNvCxnSpPr>
          <p:nvPr/>
        </p:nvCxnSpPr>
        <p:spPr>
          <a:xfrm>
            <a:off x="8768080" y="2548398"/>
            <a:ext cx="1308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69B933F9-3138-6868-E110-1C431BE7E558}"/>
              </a:ext>
            </a:extLst>
          </p:cNvPr>
          <p:cNvCxnSpPr>
            <a:cxnSpLocks/>
          </p:cNvCxnSpPr>
          <p:nvPr/>
        </p:nvCxnSpPr>
        <p:spPr>
          <a:xfrm rot="16200000" flipV="1">
            <a:off x="6503632" y="3323003"/>
            <a:ext cx="1950407" cy="401198"/>
          </a:xfrm>
          <a:prstGeom prst="bentConnector3">
            <a:avLst>
              <a:gd name="adj1" fmla="val 50000"/>
            </a:avLst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69121D-96B3-2D75-16DF-F1C68277E0FD}"/>
              </a:ext>
            </a:extLst>
          </p:cNvPr>
          <p:cNvCxnSpPr>
            <a:cxnSpLocks/>
          </p:cNvCxnSpPr>
          <p:nvPr/>
        </p:nvCxnSpPr>
        <p:spPr>
          <a:xfrm>
            <a:off x="5994261" y="2548398"/>
            <a:ext cx="13087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Graphic 43" descr="Envelope with solid fill">
            <a:extLst>
              <a:ext uri="{FF2B5EF4-FFF2-40B4-BE49-F238E27FC236}">
                <a16:creationId xmlns:a16="http://schemas.microsoft.com/office/drawing/2014/main" id="{CB99E3F0-2552-9804-406D-979DFC2800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65270" y="1725756"/>
            <a:ext cx="914400" cy="914400"/>
          </a:xfrm>
          <a:prstGeom prst="rect">
            <a:avLst/>
          </a:prstGeom>
        </p:spPr>
      </p:pic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4085217A-E274-455F-65BF-BD3765BBE8E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560699" y="3365593"/>
            <a:ext cx="2058097" cy="410165"/>
          </a:xfrm>
          <a:prstGeom prst="bentConnector3">
            <a:avLst>
              <a:gd name="adj1" fmla="val 50000"/>
            </a:avLst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Graphic 1" descr="Binary with solid fill">
            <a:extLst>
              <a:ext uri="{FF2B5EF4-FFF2-40B4-BE49-F238E27FC236}">
                <a16:creationId xmlns:a16="http://schemas.microsoft.com/office/drawing/2014/main" id="{FFEB83C4-D294-FC52-DDF2-A997E80EBD8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01230" y="1605929"/>
            <a:ext cx="658899" cy="658899"/>
          </a:xfrm>
          <a:prstGeom prst="rect">
            <a:avLst/>
          </a:prstGeom>
        </p:spPr>
      </p:pic>
      <p:pic>
        <p:nvPicPr>
          <p:cNvPr id="7" name="Graphic 6" descr="Key with solid fill">
            <a:extLst>
              <a:ext uri="{FF2B5EF4-FFF2-40B4-BE49-F238E27FC236}">
                <a16:creationId xmlns:a16="http://schemas.microsoft.com/office/drawing/2014/main" id="{4D708DB8-D054-CB36-38AF-A3DB988E8F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49866" y="1297592"/>
            <a:ext cx="914400" cy="914400"/>
          </a:xfrm>
          <a:prstGeom prst="rect">
            <a:avLst/>
          </a:prstGeom>
        </p:spPr>
      </p:pic>
      <p:pic>
        <p:nvPicPr>
          <p:cNvPr id="8" name="Graphic 7" descr="Key with solid fill">
            <a:extLst>
              <a:ext uri="{FF2B5EF4-FFF2-40B4-BE49-F238E27FC236}">
                <a16:creationId xmlns:a16="http://schemas.microsoft.com/office/drawing/2014/main" id="{AB8BDECB-5BA1-5992-82FF-3C6D89617A2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627499" y="1268556"/>
            <a:ext cx="914400" cy="914400"/>
          </a:xfrm>
          <a:prstGeom prst="rect">
            <a:avLst/>
          </a:prstGeom>
        </p:spPr>
      </p:pic>
      <p:pic>
        <p:nvPicPr>
          <p:cNvPr id="10" name="Graphic 9" descr="Binary with solid fill">
            <a:extLst>
              <a:ext uri="{FF2B5EF4-FFF2-40B4-BE49-F238E27FC236}">
                <a16:creationId xmlns:a16="http://schemas.microsoft.com/office/drawing/2014/main" id="{3F2AC5F3-60C3-372D-5A5F-824A3801806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498742" y="1605929"/>
            <a:ext cx="658899" cy="658899"/>
          </a:xfrm>
          <a:prstGeom prst="rect">
            <a:avLst/>
          </a:prstGeom>
        </p:spPr>
      </p:pic>
      <p:pic>
        <p:nvPicPr>
          <p:cNvPr id="9" name="Graphic 8" descr="Envelope with solid fill">
            <a:extLst>
              <a:ext uri="{FF2B5EF4-FFF2-40B4-BE49-F238E27FC236}">
                <a16:creationId xmlns:a16="http://schemas.microsoft.com/office/drawing/2014/main" id="{27032B1F-74F4-1417-0FB5-C3675DCEA2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90918" y="4226468"/>
            <a:ext cx="914400" cy="914400"/>
          </a:xfrm>
          <a:prstGeom prst="rect">
            <a:avLst/>
          </a:prstGeom>
        </p:spPr>
      </p:pic>
      <p:pic>
        <p:nvPicPr>
          <p:cNvPr id="14" name="Graphic 13" descr="Key with solid fill">
            <a:extLst>
              <a:ext uri="{FF2B5EF4-FFF2-40B4-BE49-F238E27FC236}">
                <a16:creationId xmlns:a16="http://schemas.microsoft.com/office/drawing/2014/main" id="{624BE629-F7AB-B9B9-368A-21841A0EBA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65814" y="3812354"/>
            <a:ext cx="914400" cy="914400"/>
          </a:xfrm>
          <a:prstGeom prst="rect">
            <a:avLst/>
          </a:prstGeom>
        </p:spPr>
      </p:pic>
      <p:pic>
        <p:nvPicPr>
          <p:cNvPr id="17" name="Graphic 16" descr="Binary with solid fill">
            <a:extLst>
              <a:ext uri="{FF2B5EF4-FFF2-40B4-BE49-F238E27FC236}">
                <a16:creationId xmlns:a16="http://schemas.microsoft.com/office/drawing/2014/main" id="{8CA2FEF3-D42A-F542-8411-57E1EF50308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224390" y="4106641"/>
            <a:ext cx="658899" cy="658899"/>
          </a:xfrm>
          <a:prstGeom prst="rect">
            <a:avLst/>
          </a:prstGeom>
        </p:spPr>
      </p:pic>
      <p:pic>
        <p:nvPicPr>
          <p:cNvPr id="18" name="Graphic 17" descr="Envelope with solid fill">
            <a:extLst>
              <a:ext uri="{FF2B5EF4-FFF2-40B4-BE49-F238E27FC236}">
                <a16:creationId xmlns:a16="http://schemas.microsoft.com/office/drawing/2014/main" id="{9EADB865-1A42-68AE-76B1-682D909CCA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16761" y="4468982"/>
            <a:ext cx="914400" cy="914400"/>
          </a:xfrm>
          <a:prstGeom prst="rect">
            <a:avLst/>
          </a:prstGeom>
        </p:spPr>
      </p:pic>
      <p:pic>
        <p:nvPicPr>
          <p:cNvPr id="20" name="Graphic 19" descr="Key with solid fill">
            <a:extLst>
              <a:ext uri="{FF2B5EF4-FFF2-40B4-BE49-F238E27FC236}">
                <a16:creationId xmlns:a16="http://schemas.microsoft.com/office/drawing/2014/main" id="{FB465661-E0AD-2FDD-61AE-012F231B5A1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80534" y="3898863"/>
            <a:ext cx="914400" cy="914400"/>
          </a:xfrm>
          <a:prstGeom prst="rect">
            <a:avLst/>
          </a:prstGeom>
        </p:spPr>
      </p:pic>
      <p:pic>
        <p:nvPicPr>
          <p:cNvPr id="21" name="Graphic 20" descr="Binary with solid fill">
            <a:extLst>
              <a:ext uri="{FF2B5EF4-FFF2-40B4-BE49-F238E27FC236}">
                <a16:creationId xmlns:a16="http://schemas.microsoft.com/office/drawing/2014/main" id="{0C5125FC-65E5-160D-8693-2DF6922C93A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50233" y="4349155"/>
            <a:ext cx="658899" cy="6588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D5DE537-5848-4B7F-0C97-C5DB19BD6E02}"/>
              </a:ext>
            </a:extLst>
          </p:cNvPr>
          <p:cNvSpPr txBox="1"/>
          <p:nvPr/>
        </p:nvSpPr>
        <p:spPr>
          <a:xfrm>
            <a:off x="7281173" y="5402291"/>
            <a:ext cx="1592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IDS/IPS</a:t>
            </a:r>
            <a:endParaRPr lang="da-DK" sz="2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142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6E1D0-1207-F309-06A8-8D2CCF95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2E11-B5F0-DAB5-B0CA-E0F49D326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1107996"/>
          </a:xfrm>
        </p:spPr>
        <p:txBody>
          <a:bodyPr/>
          <a:lstStyle/>
          <a:p>
            <a:r>
              <a:rPr lang="da-DK" noProof="0"/>
              <a:t>Man-in-the-Middle på os selv - Udfordringer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348C4-402A-0ACB-E0DC-B102B85D03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  <a:p>
            <a:endParaRPr lang="da-DK" sz="2800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B05B0-E431-2FB3-9151-FC958DC3D78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9B2F5-4827-C2C2-1199-022B5B916F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A304D-0543-B012-36E6-A60B784F495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32</a:t>
            </a:fld>
            <a:endParaRPr lang="da-DK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60B2D9-DB48-B7B5-C1C3-082891D4FE01}"/>
              </a:ext>
            </a:extLst>
          </p:cNvPr>
          <p:cNvSpPr txBox="1">
            <a:spLocks/>
          </p:cNvSpPr>
          <p:nvPr/>
        </p:nvSpPr>
        <p:spPr>
          <a:xfrm>
            <a:off x="5125600" y="1444508"/>
            <a:ext cx="6688533" cy="4320000"/>
          </a:xfrm>
          <a:prstGeom prst="rect">
            <a:avLst/>
          </a:prstGeom>
        </p:spPr>
        <p:txBody>
          <a:bodyPr/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327538" indent="-360000" algn="l" defTabSz="457200" rtl="0" eaLnBrk="1" latinLnBrk="0" hangingPunct="1">
              <a:lnSpc>
                <a:spcPct val="114000"/>
              </a:lnSpc>
              <a:spcBef>
                <a:spcPts val="1176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0" indent="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a-DK"/>
          </a:p>
          <a:p>
            <a:r>
              <a:rPr lang="da-DK"/>
              <a:t>Vi skal have vores egne certikater installeret på de omfattede maskiner</a:t>
            </a:r>
          </a:p>
          <a:p>
            <a:r>
              <a:rPr lang="da-DK"/>
              <a:t>IDS får potentielt adgang til fortrolig kommunikation på netværket</a:t>
            </a:r>
          </a:p>
          <a:p>
            <a:r>
              <a:rPr lang="da-DK"/>
              <a:t>Nogle applikationer bruger ”anti-MitM” teknologier </a:t>
            </a:r>
          </a:p>
        </p:txBody>
      </p:sp>
    </p:spTree>
    <p:extLst>
      <p:ext uri="{BB962C8B-B14F-4D97-AF65-F5344CB8AC3E}">
        <p14:creationId xmlns:p14="http://schemas.microsoft.com/office/powerpoint/2010/main" val="28534821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DC06C-A494-AD4D-1855-4647500E9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1C04C12-C5DD-9444-D683-72E9C536E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2875002"/>
            <a:ext cx="9594585" cy="1107996"/>
          </a:xfrm>
        </p:spPr>
        <p:txBody>
          <a:bodyPr/>
          <a:lstStyle/>
          <a:p>
            <a:r>
              <a:rPr lang="da-DK" noProof="0"/>
              <a:t>Live demo </a:t>
            </a:r>
            <a:r>
              <a:rPr lang="da-DK" noProof="0" err="1"/>
              <a:t>Wireshark</a:t>
            </a:r>
            <a:br>
              <a:rPr lang="da-DK" noProof="0"/>
            </a:br>
            <a:r>
              <a:rPr lang="da-DK" noProof="0"/>
              <a:t>- Hvad vinder vi ved dekryptering?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5794228-0B75-11B6-AC01-E3DD957C464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33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971589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68753-AC7A-30B2-86A9-36DE695B2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A9256-A11C-2063-C6FD-857AAA326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553998"/>
          </a:xfrm>
        </p:spPr>
        <p:txBody>
          <a:bodyPr/>
          <a:lstStyle/>
          <a:p>
            <a:r>
              <a:rPr lang="da-DK" noProof="0"/>
              <a:t>Lidt krypto detaljer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08401-B6AB-8F60-BBF9-1C9F1AF67C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  <a:p>
            <a:endParaRPr lang="da-DK" sz="2800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30806-BCAA-B485-F74E-226F0B85673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DA849-24E2-E2E1-0404-C2BB41853F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A99F0-F708-DA7F-3CD0-F8905DE0323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34</a:t>
            </a:fld>
            <a:endParaRPr lang="da-DK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B234B2-2543-8FB3-BACF-75DB9B6BD4F5}"/>
              </a:ext>
            </a:extLst>
          </p:cNvPr>
          <p:cNvSpPr txBox="1">
            <a:spLocks/>
          </p:cNvSpPr>
          <p:nvPr/>
        </p:nvSpPr>
        <p:spPr>
          <a:xfrm>
            <a:off x="5125600" y="1444508"/>
            <a:ext cx="6688533" cy="4320000"/>
          </a:xfrm>
          <a:prstGeom prst="rect">
            <a:avLst/>
          </a:prstGeom>
        </p:spPr>
        <p:txBody>
          <a:bodyPr/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327538" indent="-360000" algn="l" defTabSz="457200" rtl="0" eaLnBrk="1" latinLnBrk="0" hangingPunct="1">
              <a:lnSpc>
                <a:spcPct val="114000"/>
              </a:lnSpc>
              <a:spcBef>
                <a:spcPts val="1176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0" indent="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/>
              <a:t>Server sender server certifikat</a:t>
            </a:r>
          </a:p>
          <a:p>
            <a:r>
              <a:rPr lang="da-DK"/>
              <a:t>Client kan sende client certifikat</a:t>
            </a:r>
          </a:p>
          <a:p>
            <a:r>
              <a:rPr lang="da-DK"/>
              <a:t>Server+client genererer en sessions nøgle</a:t>
            </a:r>
          </a:p>
          <a:p>
            <a:endParaRPr lang="da-DK"/>
          </a:p>
          <a:p>
            <a:r>
              <a:rPr lang="da-DK"/>
              <a:t>Wireshark skal enten have sessionsnøglen eller den private nøgle til server certifikatet</a:t>
            </a:r>
          </a:p>
        </p:txBody>
      </p:sp>
    </p:spTree>
    <p:extLst>
      <p:ext uri="{BB962C8B-B14F-4D97-AF65-F5344CB8AC3E}">
        <p14:creationId xmlns:p14="http://schemas.microsoft.com/office/powerpoint/2010/main" val="2491213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50A17-192D-79E5-1856-C62C34C2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551E8-5A26-457E-0E60-AB5C0C66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900000"/>
            <a:ext cx="4790953" cy="1661993"/>
          </a:xfrm>
        </p:spPr>
        <p:txBody>
          <a:bodyPr/>
          <a:lstStyle/>
          <a:p>
            <a:r>
              <a:rPr lang="da-DK" noProof="0"/>
              <a:t>”Rigtig” DPI dekryptering fungerer lidt anderledes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AE4D7-4057-F328-EE2B-23758CD713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  <a:p>
            <a:endParaRPr lang="da-DK" sz="2800" noProof="0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4EB04-7FED-C4C6-11D0-9EFDCC76FD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BB9A8-15EC-4EE5-0935-68F9208107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EB536-29F2-73C5-976B-731B31C2162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35</a:t>
            </a:fld>
            <a:endParaRPr lang="da-DK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994337-2E51-6BCF-E0B3-E323809C6DE1}"/>
              </a:ext>
            </a:extLst>
          </p:cNvPr>
          <p:cNvSpPr txBox="1">
            <a:spLocks/>
          </p:cNvSpPr>
          <p:nvPr/>
        </p:nvSpPr>
        <p:spPr>
          <a:xfrm>
            <a:off x="5125600" y="1444508"/>
            <a:ext cx="6688533" cy="4320000"/>
          </a:xfrm>
          <a:prstGeom prst="rect">
            <a:avLst/>
          </a:prstGeom>
        </p:spPr>
        <p:txBody>
          <a:bodyPr/>
          <a:lstStyle>
            <a:lvl1pPr marL="36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327538" indent="-360000" algn="l" defTabSz="457200" rtl="0" eaLnBrk="1" latinLnBrk="0" hangingPunct="1">
              <a:lnSpc>
                <a:spcPct val="114000"/>
              </a:lnSpc>
              <a:spcBef>
                <a:spcPts val="1176"/>
              </a:spcBef>
              <a:buClr>
                <a:srgbClr val="D76432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72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3pPr>
            <a:lvl4pPr marL="1080000" indent="-360000" algn="l" defTabSz="4572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800" kern="1200">
                <a:solidFill>
                  <a:srgbClr val="343434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4pPr>
            <a:lvl5pPr marL="0" indent="0" algn="l" defTabSz="457200" rtl="0" eaLnBrk="1" latinLnBrk="0" hangingPunct="1">
              <a:lnSpc>
                <a:spcPct val="114000"/>
              </a:lnSpc>
              <a:spcBef>
                <a:spcPct val="20000"/>
              </a:spcBef>
              <a:buClr>
                <a:srgbClr val="D76432"/>
              </a:buClr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/>
              <a:t>IDS/IPD/Firewall fungerer som proxy server</a:t>
            </a:r>
          </a:p>
          <a:p>
            <a:pPr lvl="2"/>
            <a:r>
              <a:rPr lang="da-DK"/>
              <a:t>Alle klienter skal stole på certifikatet</a:t>
            </a:r>
          </a:p>
          <a:p>
            <a:endParaRPr lang="da-DK"/>
          </a:p>
          <a:p>
            <a:endParaRPr lang="da-DK"/>
          </a:p>
          <a:p>
            <a:r>
              <a:rPr lang="da-DK" err="1"/>
              <a:t>Burp</a:t>
            </a:r>
            <a:r>
              <a:rPr lang="da-DK"/>
              <a:t> Suite fra sidst illustrerer det:</a:t>
            </a:r>
          </a:p>
          <a:p>
            <a:pPr lvl="2"/>
            <a:r>
              <a:rPr lang="da-DK"/>
              <a:t>Burp er en proxy server og genererer et server certifikat</a:t>
            </a:r>
          </a:p>
          <a:p>
            <a:pPr lvl="2"/>
            <a:r>
              <a:rPr lang="da-DK"/>
              <a:t>Burp certifikatet skal installeres på de klienter som skal overvåges</a:t>
            </a:r>
          </a:p>
        </p:txBody>
      </p:sp>
    </p:spTree>
    <p:extLst>
      <p:ext uri="{BB962C8B-B14F-4D97-AF65-F5344CB8AC3E}">
        <p14:creationId xmlns:p14="http://schemas.microsoft.com/office/powerpoint/2010/main" val="42855383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2E5FB-3C26-FBE5-F587-9C659A7D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068ACC4-1A1D-3BBD-4EF8-DAF2D7A2C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Øvelse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095AFA8-EBCF-BB36-EA88-01DB8FD4A9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36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403252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1999-B768-F006-17AC-0990942E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CA58-8001-BD88-2ADF-BBA70150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Wireshark </a:t>
            </a:r>
            <a:r>
              <a:rPr lang="en-US" noProof="0" err="1"/>
              <a:t>øvelse</a:t>
            </a:r>
            <a:r>
              <a:rPr lang="en-US" noProof="0"/>
              <a:t>:</a:t>
            </a:r>
            <a:endParaRPr lang="da-DK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E375-E7D4-D10D-4D6D-C33E15589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00" y="1093998"/>
            <a:ext cx="10439999" cy="4846002"/>
          </a:xfrm>
        </p:spPr>
        <p:txBody>
          <a:bodyPr/>
          <a:lstStyle/>
          <a:p>
            <a:r>
              <a:rPr lang="da-DK"/>
              <a:t>På Github (</a:t>
            </a:r>
            <a:r>
              <a:rPr lang="da-DK">
                <a:hlinkClick r:id="rId2"/>
              </a:rPr>
              <a:t>https://github.com/alexandrainst/IU-kursus</a:t>
            </a:r>
            <a:r>
              <a:rPr lang="da-DK"/>
              <a:t> under Kursus-2/Wireshark):</a:t>
            </a:r>
          </a:p>
          <a:p>
            <a:r>
              <a:rPr lang="da-DK"/>
              <a:t>Find Wireshark dumpet (rsasnakeoil2.cap)</a:t>
            </a:r>
          </a:p>
          <a:p>
            <a:r>
              <a:rPr lang="da-DK"/>
              <a:t>Hvad fortæller dumpet om de involverede parter (client + server)?</a:t>
            </a:r>
          </a:p>
          <a:p>
            <a:endParaRPr lang="da-DK"/>
          </a:p>
          <a:p>
            <a:r>
              <a:rPr lang="da-DK"/>
              <a:t>Serverens private nøgle er blevet lækket (rsasnakeoil2.key) </a:t>
            </a:r>
          </a:p>
          <a:p>
            <a:r>
              <a:rPr lang="da-DK"/>
              <a:t>Installer nøglen i Wireshark (under preference-&gt; protokoller -&gt;tls) og se hvad dumpet nu fortæller om begge parter (f.eks hvilket server OS er der tale om?) </a:t>
            </a:r>
          </a:p>
          <a:p>
            <a:endParaRPr lang="da-DK"/>
          </a:p>
          <a:p>
            <a:r>
              <a:rPr lang="da-DK"/>
              <a:t>På github ligger der et dump + premasterkey som exstra eksempel</a:t>
            </a:r>
          </a:p>
          <a:p>
            <a:endParaRPr lang="da-DK"/>
          </a:p>
          <a:p>
            <a:endParaRPr lang="da-DK"/>
          </a:p>
          <a:p>
            <a:endParaRPr lang="da-DK"/>
          </a:p>
          <a:p>
            <a:endParaRPr lang="da-DK"/>
          </a:p>
          <a:p>
            <a:endParaRPr lang="da-DK"/>
          </a:p>
          <a:p>
            <a:pPr lvl="2"/>
            <a:endParaRPr lang="da-DK"/>
          </a:p>
          <a:p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778A2-A90E-2043-7213-6AB42D4E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4E37-9CFA-BE79-C6E1-6365A07F0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8E4A0-0F8E-20A3-19A9-93AF35F6B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37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87833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FF429-5852-7FEC-FD9E-FB6CC52CF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E44D6A8-AA8D-BA4C-6996-C2DC38C2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Pause til 11.40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9C623C8-66FA-93A4-F268-E8194ED451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38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397647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9228E-D2B3-C7A3-AB40-B8AA2AF2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7C13C5-09B6-8968-0EA3-B990B17A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9982093" cy="2319469"/>
          </a:xfrm>
        </p:spPr>
        <p:txBody>
          <a:bodyPr/>
          <a:lstStyle/>
          <a:p>
            <a:r>
              <a:rPr lang="da-DK">
                <a:latin typeface="Arial Black"/>
                <a:ea typeface="Verdana"/>
              </a:rPr>
              <a:t>Intro til case</a:t>
            </a:r>
            <a:endParaRPr lang="en-US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7302139-86CB-4CA0-EC98-5712CF9EB9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10795"/>
            <a:endParaRPr lang="da-DK"/>
          </a:p>
          <a:p>
            <a:pPr marL="10795"/>
            <a:endParaRPr lang="da-DK" noProof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2969B90-21A0-7AC3-BB1F-F28834FB6D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3848618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5D11D-4612-A3D2-0C8A-913B27DD8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1972-3254-0B76-8744-A30E2E27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Relation til målpinde: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A2825-B4F4-9464-335F-267A9C805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457200" indent="-457200" fontAlgn="base"/>
            <a:r>
              <a:rPr lang="da-DK" i="1">
                <a:latin typeface="Arial"/>
                <a:ea typeface="Tahoma"/>
                <a:cs typeface="Arial"/>
              </a:rPr>
              <a:t>1. Lærlingen kan implementere grundlæggende sikkerhed på routere, switche, og firewall i et givet firmanetværk. </a:t>
            </a:r>
            <a:endParaRPr lang="da-DK" i="1"/>
          </a:p>
          <a:p>
            <a:pPr marL="457200" indent="-457200">
              <a:lnSpc>
                <a:spcPct val="113999"/>
              </a:lnSpc>
            </a:pPr>
            <a:r>
              <a:rPr lang="da-DK" i="1">
                <a:latin typeface="Arial"/>
                <a:ea typeface="Tahoma"/>
                <a:cs typeface="Arial"/>
              </a:rPr>
              <a:t>3. Lærlingen kan implementere firewall-løsninger til at filtrere uønsket netværkstrafik. </a:t>
            </a:r>
            <a:endParaRPr lang="da-DK" i="1"/>
          </a:p>
          <a:p>
            <a:pPr marL="359410" indent="-359410"/>
            <a:endParaRPr lang="da-DK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45100-B9AF-2F4F-92AB-C6BE6BAA6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E5CC7-54C4-FAAB-CD66-959DCF2D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01B5C-544F-45A9-614C-89ECD810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40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4301692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7D8B-AEEC-1B66-B136-37078F0E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Disclaimers: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2819C-E4C6-3644-D96A-8F823B5EC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>
                <a:latin typeface="Arial"/>
                <a:ea typeface="Tahoma"/>
                <a:cs typeface="Arial"/>
              </a:rPr>
              <a:t>Brug </a:t>
            </a:r>
            <a:r>
              <a:rPr lang="en-US" err="1">
                <a:latin typeface="Arial"/>
                <a:ea typeface="Tahoma"/>
                <a:cs typeface="Arial"/>
              </a:rPr>
              <a:t>hvad</a:t>
            </a:r>
            <a:r>
              <a:rPr lang="en-US">
                <a:latin typeface="Arial"/>
                <a:ea typeface="Tahoma"/>
                <a:cs typeface="Arial"/>
              </a:rPr>
              <a:t> der </a:t>
            </a:r>
            <a:r>
              <a:rPr lang="en-US" err="1">
                <a:latin typeface="Arial"/>
                <a:ea typeface="Tahoma"/>
                <a:cs typeface="Arial"/>
              </a:rPr>
              <a:t>virker</a:t>
            </a:r>
            <a:r>
              <a:rPr lang="en-US">
                <a:latin typeface="Arial"/>
                <a:ea typeface="Tahoma"/>
                <a:cs typeface="Arial"/>
              </a:rPr>
              <a:t> for </a:t>
            </a:r>
            <a:r>
              <a:rPr lang="en-US" err="1">
                <a:latin typeface="Arial"/>
                <a:ea typeface="Tahoma"/>
                <a:cs typeface="Arial"/>
              </a:rPr>
              <a:t>jer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og</a:t>
            </a:r>
            <a:r>
              <a:rPr lang="en-US">
                <a:latin typeface="Arial"/>
                <a:ea typeface="Tahoma"/>
                <a:cs typeface="Arial"/>
              </a:rPr>
              <a:t> for </a:t>
            </a:r>
            <a:r>
              <a:rPr lang="en-US" err="1">
                <a:latin typeface="Arial"/>
                <a:ea typeface="Tahoma"/>
                <a:cs typeface="Arial"/>
              </a:rPr>
              <a:t>eleverne</a:t>
            </a:r>
            <a:r>
              <a:rPr lang="en-US">
                <a:latin typeface="Arial"/>
                <a:ea typeface="Tahoma"/>
                <a:cs typeface="Arial"/>
              </a:rPr>
              <a:t>:</a:t>
            </a:r>
            <a:endParaRPr lang="en-US"/>
          </a:p>
          <a:p>
            <a:pPr marL="719455" lvl="2" indent="-359410">
              <a:lnSpc>
                <a:spcPct val="113999"/>
              </a:lnSpc>
              <a:buFont typeface="Wingdings,Sans-Serif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Virtualiseret</a:t>
            </a:r>
            <a:r>
              <a:rPr lang="en-US">
                <a:latin typeface="Arial"/>
                <a:ea typeface="Tahoma"/>
                <a:cs typeface="Arial"/>
              </a:rPr>
              <a:t>/</a:t>
            </a:r>
            <a:r>
              <a:rPr lang="en-US" err="1">
                <a:latin typeface="Arial"/>
                <a:ea typeface="Tahoma"/>
                <a:cs typeface="Arial"/>
              </a:rPr>
              <a:t>hostet</a:t>
            </a:r>
            <a:endParaRPr lang="en-US" err="1"/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Windows/Linux/FreeBSD</a:t>
            </a:r>
            <a:endParaRPr lang="en-US" err="1"/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GNS3/Packet Tracer/CML</a:t>
            </a: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Cisco/FOSS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en-US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en-US">
                <a:latin typeface="Arial"/>
                <a:ea typeface="Tahoma"/>
                <a:cs typeface="Arial"/>
              </a:rPr>
              <a:t>Jeg er </a:t>
            </a:r>
            <a:r>
              <a:rPr lang="en-US" err="1">
                <a:latin typeface="Arial"/>
                <a:ea typeface="Tahoma"/>
                <a:cs typeface="Arial"/>
              </a:rPr>
              <a:t>ikke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ekspert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i</a:t>
            </a:r>
            <a:r>
              <a:rPr lang="en-US">
                <a:latin typeface="Arial"/>
                <a:ea typeface="Tahoma"/>
                <a:cs typeface="Arial"/>
              </a:rPr>
              <a:t>:</a:t>
            </a:r>
            <a:endParaRPr lang="en-US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Windows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Netværk</a:t>
            </a:r>
            <a:endParaRPr lang="en-US" err="1">
              <a:ea typeface="Tahoma"/>
            </a:endParaRPr>
          </a:p>
          <a:p>
            <a:pPr marL="0" indent="0">
              <a:lnSpc>
                <a:spcPct val="113999"/>
              </a:lnSpc>
              <a:buNone/>
            </a:pPr>
            <a:r>
              <a:rPr lang="en-US">
                <a:latin typeface="Arial"/>
                <a:ea typeface="Tahoma"/>
                <a:cs typeface="Arial"/>
              </a:rPr>
              <a:t>(</a:t>
            </a:r>
            <a:r>
              <a:rPr lang="en-US" err="1">
                <a:latin typeface="Arial"/>
                <a:ea typeface="Tahoma"/>
                <a:cs typeface="Arial"/>
              </a:rPr>
              <a:t>så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kom</a:t>
            </a:r>
            <a:r>
              <a:rPr lang="en-US">
                <a:latin typeface="Arial"/>
                <a:ea typeface="Tahoma"/>
                <a:cs typeface="Arial"/>
              </a:rPr>
              <a:t> gerne med feedback)</a:t>
            </a:r>
            <a:endParaRPr lang="en-US">
              <a:latin typeface="Arial"/>
              <a:cs typeface="Arial"/>
            </a:endParaRPr>
          </a:p>
          <a:p>
            <a:pPr marL="359410" indent="-457200">
              <a:lnSpc>
                <a:spcPct val="113999"/>
              </a:lnSpc>
              <a:buClr>
                <a:srgbClr val="343434"/>
              </a:buClr>
            </a:pPr>
            <a:endParaRPr lang="en-US">
              <a:ea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99CDA-99B1-2228-899E-A03B95650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2F596-40FF-9662-778E-329913950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7E6F6-4DB5-EB0B-AA49-7AB7D1AC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606184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060D7-A128-C038-C18E-2EBBEA5D1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4B99-1D3B-AF70-1228-3D48A70F9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Disclaimers: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6973D-4C1F-1CEA-2D40-F68CE91D5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>
                <a:latin typeface="Arial"/>
                <a:ea typeface="Tahoma"/>
                <a:cs typeface="Arial"/>
              </a:rPr>
              <a:t>Brug </a:t>
            </a:r>
            <a:r>
              <a:rPr lang="en-US" err="1">
                <a:latin typeface="Arial"/>
                <a:ea typeface="Tahoma"/>
                <a:cs typeface="Arial"/>
              </a:rPr>
              <a:t>hvad</a:t>
            </a:r>
            <a:r>
              <a:rPr lang="en-US">
                <a:latin typeface="Arial"/>
                <a:ea typeface="Tahoma"/>
                <a:cs typeface="Arial"/>
              </a:rPr>
              <a:t> der </a:t>
            </a:r>
            <a:r>
              <a:rPr lang="en-US" err="1">
                <a:latin typeface="Arial"/>
                <a:ea typeface="Tahoma"/>
                <a:cs typeface="Arial"/>
              </a:rPr>
              <a:t>virker</a:t>
            </a:r>
            <a:r>
              <a:rPr lang="en-US">
                <a:latin typeface="Arial"/>
                <a:ea typeface="Tahoma"/>
                <a:cs typeface="Arial"/>
              </a:rPr>
              <a:t> for </a:t>
            </a:r>
            <a:r>
              <a:rPr lang="en-US" err="1">
                <a:latin typeface="Arial"/>
                <a:ea typeface="Tahoma"/>
                <a:cs typeface="Arial"/>
              </a:rPr>
              <a:t>jer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og</a:t>
            </a:r>
            <a:r>
              <a:rPr lang="en-US">
                <a:latin typeface="Arial"/>
                <a:ea typeface="Tahoma"/>
                <a:cs typeface="Arial"/>
              </a:rPr>
              <a:t> for </a:t>
            </a:r>
            <a:r>
              <a:rPr lang="en-US" err="1">
                <a:latin typeface="Arial"/>
                <a:ea typeface="Tahoma"/>
                <a:cs typeface="Arial"/>
              </a:rPr>
              <a:t>eleverne</a:t>
            </a:r>
            <a:r>
              <a:rPr lang="en-US">
                <a:latin typeface="Arial"/>
                <a:ea typeface="Tahoma"/>
                <a:cs typeface="Arial"/>
              </a:rPr>
              <a:t>:</a:t>
            </a:r>
            <a:endParaRPr lang="en-US"/>
          </a:p>
          <a:p>
            <a:pPr marL="719455" lvl="2" indent="-359410">
              <a:lnSpc>
                <a:spcPct val="113999"/>
              </a:lnSpc>
              <a:buFont typeface="Wingdings,Sans-Serif" panose="020B0604020202020204" pitchFamily="34" charset="0"/>
              <a:buChar char="§"/>
            </a:pPr>
            <a:r>
              <a:rPr lang="en-US" b="1" err="1">
                <a:latin typeface="Arial"/>
                <a:ea typeface="Tahoma"/>
                <a:cs typeface="Arial"/>
              </a:rPr>
              <a:t>Virtualiseret</a:t>
            </a:r>
            <a:r>
              <a:rPr lang="en-US">
                <a:latin typeface="Arial"/>
                <a:ea typeface="Tahoma"/>
                <a:cs typeface="Arial"/>
              </a:rPr>
              <a:t>/</a:t>
            </a:r>
            <a:r>
              <a:rPr lang="en-US" err="1">
                <a:latin typeface="Arial"/>
                <a:ea typeface="Tahoma"/>
                <a:cs typeface="Arial"/>
              </a:rPr>
              <a:t>hostet</a:t>
            </a:r>
            <a:endParaRPr lang="en-US" err="1"/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Windows/</a:t>
            </a:r>
            <a:r>
              <a:rPr lang="en-US" b="1">
                <a:latin typeface="Arial"/>
                <a:ea typeface="Tahoma"/>
                <a:cs typeface="Arial"/>
              </a:rPr>
              <a:t>Linux</a:t>
            </a:r>
            <a:r>
              <a:rPr lang="en-US">
                <a:latin typeface="Arial"/>
                <a:ea typeface="Tahoma"/>
                <a:cs typeface="Arial"/>
              </a:rPr>
              <a:t>/</a:t>
            </a:r>
            <a:r>
              <a:rPr lang="en-US" b="1">
                <a:latin typeface="Arial"/>
                <a:ea typeface="Tahoma"/>
                <a:cs typeface="Arial"/>
              </a:rPr>
              <a:t>FreeBSD</a:t>
            </a:r>
            <a:endParaRPr lang="en-US" b="1" err="1"/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 b="1">
                <a:latin typeface="Arial"/>
                <a:ea typeface="Tahoma"/>
                <a:cs typeface="Arial"/>
              </a:rPr>
              <a:t>GNS3</a:t>
            </a:r>
            <a:r>
              <a:rPr lang="en-US">
                <a:latin typeface="Arial"/>
                <a:ea typeface="Tahoma"/>
                <a:cs typeface="Arial"/>
              </a:rPr>
              <a:t>/Packet Tracer/CML</a:t>
            </a: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Cisco/</a:t>
            </a:r>
            <a:r>
              <a:rPr lang="en-US" b="1">
                <a:latin typeface="Arial"/>
                <a:ea typeface="Tahoma"/>
                <a:cs typeface="Arial"/>
              </a:rPr>
              <a:t>FOSS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endParaRPr lang="en-US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en-US">
                <a:latin typeface="Arial"/>
                <a:ea typeface="Tahoma"/>
                <a:cs typeface="Arial"/>
              </a:rPr>
              <a:t>Jeg er </a:t>
            </a:r>
            <a:r>
              <a:rPr lang="en-US" err="1">
                <a:latin typeface="Arial"/>
                <a:ea typeface="Tahoma"/>
                <a:cs typeface="Arial"/>
              </a:rPr>
              <a:t>ikke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ekspert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i</a:t>
            </a:r>
            <a:r>
              <a:rPr lang="en-US">
                <a:latin typeface="Arial"/>
                <a:ea typeface="Tahoma"/>
                <a:cs typeface="Arial"/>
              </a:rPr>
              <a:t>:</a:t>
            </a:r>
            <a:endParaRPr lang="en-US">
              <a:ea typeface="Tahoma"/>
            </a:endParaRP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Windows</a:t>
            </a:r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 err="1">
                <a:latin typeface="Arial"/>
                <a:ea typeface="Tahoma"/>
                <a:cs typeface="Arial"/>
              </a:rPr>
              <a:t>Netværk</a:t>
            </a:r>
            <a:endParaRPr lang="en-US" err="1">
              <a:ea typeface="Tahoma"/>
            </a:endParaRPr>
          </a:p>
          <a:p>
            <a:pPr marL="0" indent="0">
              <a:lnSpc>
                <a:spcPct val="113999"/>
              </a:lnSpc>
              <a:buNone/>
            </a:pPr>
            <a:r>
              <a:rPr lang="en-US">
                <a:latin typeface="Arial"/>
                <a:ea typeface="Tahoma"/>
                <a:cs typeface="Arial"/>
              </a:rPr>
              <a:t>(</a:t>
            </a:r>
            <a:r>
              <a:rPr lang="en-US" err="1">
                <a:latin typeface="Arial"/>
                <a:ea typeface="Tahoma"/>
                <a:cs typeface="Arial"/>
              </a:rPr>
              <a:t>så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kom</a:t>
            </a:r>
            <a:r>
              <a:rPr lang="en-US">
                <a:latin typeface="Arial"/>
                <a:ea typeface="Tahoma"/>
                <a:cs typeface="Arial"/>
              </a:rPr>
              <a:t> gerne med feedback)</a:t>
            </a:r>
            <a:endParaRPr lang="en-US">
              <a:latin typeface="Arial"/>
              <a:cs typeface="Arial"/>
            </a:endParaRPr>
          </a:p>
          <a:p>
            <a:pPr marL="359410" indent="-457200">
              <a:lnSpc>
                <a:spcPct val="113999"/>
              </a:lnSpc>
              <a:buClr>
                <a:srgbClr val="343434"/>
              </a:buClr>
            </a:pPr>
            <a:endParaRPr lang="en-US">
              <a:ea typeface="Tahom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3A1D9-C8DC-9DD4-693A-08237B1F5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83746-3081-E9EB-86C3-31B2D0D0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A5723-2C30-BECA-43C1-BC930B0D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93040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13A79-805F-F750-359E-90A8F4BBB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Setuppet beskrevet her: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3B4E-6C3B-5130-806D-C3037F6AF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42900" indent="-342900">
              <a:lnSpc>
                <a:spcPct val="113999"/>
              </a:lnSpc>
            </a:pPr>
            <a:r>
              <a:rPr lang="en-US" err="1">
                <a:latin typeface="Arial"/>
                <a:ea typeface="Tahoma"/>
                <a:cs typeface="Arial"/>
              </a:rPr>
              <a:t>Setup'et</a:t>
            </a:r>
            <a:r>
              <a:rPr lang="en-US">
                <a:latin typeface="Arial"/>
                <a:ea typeface="Tahoma"/>
                <a:cs typeface="Arial"/>
              </a:rPr>
              <a:t> </a:t>
            </a:r>
            <a:r>
              <a:rPr lang="en-US" err="1">
                <a:latin typeface="Arial"/>
                <a:ea typeface="Tahoma"/>
                <a:cs typeface="Arial"/>
              </a:rPr>
              <a:t>beskrevet</a:t>
            </a:r>
            <a:r>
              <a:rPr lang="en-US">
                <a:latin typeface="Arial"/>
                <a:ea typeface="Tahoma"/>
                <a:cs typeface="Arial"/>
              </a:rPr>
              <a:t> her </a:t>
            </a:r>
            <a:r>
              <a:rPr lang="en-US" err="1">
                <a:latin typeface="Arial"/>
                <a:ea typeface="Tahoma"/>
                <a:cs typeface="Arial"/>
              </a:rPr>
              <a:t>bruger</a:t>
            </a:r>
            <a:r>
              <a:rPr lang="en-US">
                <a:latin typeface="Arial"/>
                <a:ea typeface="Tahoma"/>
                <a:cs typeface="Arial"/>
              </a:rPr>
              <a:t>:</a:t>
            </a:r>
            <a:endParaRPr lang="en-US">
              <a:latin typeface="Arial"/>
              <a:cs typeface="Arial"/>
            </a:endParaRPr>
          </a:p>
          <a:p>
            <a:pPr marL="702945" lvl="2" indent="-34290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Til </a:t>
            </a:r>
            <a:r>
              <a:rPr lang="en-US" err="1">
                <a:latin typeface="Arial"/>
                <a:ea typeface="Tahoma"/>
                <a:cs typeface="Arial"/>
              </a:rPr>
              <a:t>virtualisering</a:t>
            </a:r>
            <a:r>
              <a:rPr lang="en-US">
                <a:latin typeface="Arial"/>
                <a:ea typeface="Tahoma"/>
                <a:cs typeface="Arial"/>
              </a:rPr>
              <a:t>: GNS3, VMware, QEMU </a:t>
            </a:r>
            <a:r>
              <a:rPr lang="en-US" err="1">
                <a:latin typeface="Arial"/>
                <a:ea typeface="Tahoma"/>
                <a:cs typeface="Arial"/>
              </a:rPr>
              <a:t>og</a:t>
            </a:r>
            <a:r>
              <a:rPr lang="en-US">
                <a:latin typeface="Arial"/>
                <a:ea typeface="Tahoma"/>
                <a:cs typeface="Arial"/>
              </a:rPr>
              <a:t> Docker</a:t>
            </a:r>
          </a:p>
          <a:p>
            <a:pPr marL="702945" lvl="2" indent="-34290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Til router/firewall: </a:t>
            </a:r>
            <a:r>
              <a:rPr lang="en-US" err="1">
                <a:latin typeface="Arial"/>
                <a:ea typeface="Tahoma"/>
                <a:cs typeface="Arial"/>
              </a:rPr>
              <a:t>pfSense</a:t>
            </a:r>
            <a:endParaRPr lang="en-US">
              <a:latin typeface="Arial"/>
              <a:ea typeface="Tahoma"/>
              <a:cs typeface="Arial"/>
            </a:endParaRPr>
          </a:p>
          <a:p>
            <a:pPr marL="702945" lvl="2" indent="-34290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en-US">
                <a:latin typeface="Arial"/>
                <a:ea typeface="Tahoma"/>
                <a:cs typeface="Arial"/>
              </a:rPr>
              <a:t>Til </a:t>
            </a:r>
            <a:r>
              <a:rPr lang="en-US" err="1">
                <a:latin typeface="Arial"/>
                <a:ea typeface="Tahoma"/>
                <a:cs typeface="Arial"/>
              </a:rPr>
              <a:t>servere</a:t>
            </a:r>
            <a:r>
              <a:rPr lang="en-US">
                <a:latin typeface="Arial"/>
                <a:ea typeface="Tahoma"/>
                <a:cs typeface="Arial"/>
              </a:rPr>
              <a:t>/</a:t>
            </a:r>
            <a:r>
              <a:rPr lang="en-US" err="1">
                <a:latin typeface="Arial"/>
                <a:ea typeface="Tahoma"/>
                <a:cs typeface="Arial"/>
              </a:rPr>
              <a:t>klienter</a:t>
            </a:r>
            <a:r>
              <a:rPr lang="en-US">
                <a:latin typeface="Arial"/>
                <a:ea typeface="Tahoma"/>
                <a:cs typeface="Arial"/>
              </a:rPr>
              <a:t>: alpine, kali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9A81F-255D-59BE-56E5-C37E531B7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CC2D4-207F-7343-658C-EF91C6F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06053-394C-AAF2-C981-2BAD8FE4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490292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94CD-38EA-04AA-A60A-EF87BD540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ea typeface="Verdana"/>
                <a:cs typeface="Arial"/>
              </a:rPr>
              <a:t>Formål  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4F530-B196-2CB1-72DA-B2401B387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359410" indent="-359410"/>
            <a:r>
              <a:rPr lang="en-US" dirty="0" err="1">
                <a:latin typeface="Arial"/>
                <a:ea typeface="Tahoma"/>
                <a:cs typeface="Arial"/>
              </a:rPr>
              <a:t>Fælles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værktøj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på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tværs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af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skoler</a:t>
            </a:r>
            <a:endParaRPr lang="en-US" dirty="0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</a:pPr>
            <a:r>
              <a:rPr lang="en-US" dirty="0" err="1">
                <a:latin typeface="Arial"/>
                <a:ea typeface="Tahoma"/>
                <a:cs typeface="Arial"/>
              </a:rPr>
              <a:t>Afklaring</a:t>
            </a:r>
            <a:r>
              <a:rPr lang="en-US" dirty="0">
                <a:latin typeface="Arial"/>
                <a:ea typeface="Tahoma"/>
                <a:cs typeface="Arial"/>
              </a:rPr>
              <a:t> om/</a:t>
            </a:r>
            <a:r>
              <a:rPr lang="en-US" dirty="0" err="1">
                <a:latin typeface="Arial"/>
                <a:ea typeface="Tahoma"/>
                <a:cs typeface="Arial"/>
              </a:rPr>
              <a:t>hvordan</a:t>
            </a:r>
            <a:r>
              <a:rPr lang="en-US" dirty="0">
                <a:latin typeface="Arial"/>
                <a:ea typeface="Tahoma"/>
                <a:cs typeface="Arial"/>
              </a:rPr>
              <a:t> vi </a:t>
            </a:r>
            <a:r>
              <a:rPr lang="en-US" dirty="0" err="1">
                <a:latin typeface="Arial"/>
                <a:ea typeface="Tahoma"/>
                <a:cs typeface="Arial"/>
              </a:rPr>
              <a:t>skal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fortsætte</a:t>
            </a:r>
            <a:r>
              <a:rPr lang="en-US" dirty="0">
                <a:latin typeface="Arial"/>
                <a:ea typeface="Tahoma"/>
                <a:cs typeface="Arial"/>
              </a:rPr>
              <a:t> med </a:t>
            </a:r>
            <a:r>
              <a:rPr lang="en-US" dirty="0" err="1">
                <a:latin typeface="Arial"/>
                <a:ea typeface="Tahoma"/>
                <a:cs typeface="Arial"/>
              </a:rPr>
              <a:t>labbet</a:t>
            </a:r>
            <a:r>
              <a:rPr lang="en-US" dirty="0">
                <a:latin typeface="Arial"/>
                <a:ea typeface="Tahoma"/>
                <a:cs typeface="Arial"/>
              </a:rPr>
              <a:t>/GNS3</a:t>
            </a:r>
          </a:p>
          <a:p>
            <a:pPr marL="359410" indent="-359410">
              <a:lnSpc>
                <a:spcPct val="113999"/>
              </a:lnSpc>
            </a:pPr>
            <a:r>
              <a:rPr lang="en-US" dirty="0" err="1">
                <a:latin typeface="Arial"/>
                <a:ea typeface="Tahoma"/>
                <a:cs typeface="Arial"/>
              </a:rPr>
              <a:t>Afklaring</a:t>
            </a:r>
            <a:r>
              <a:rPr lang="en-US" dirty="0">
                <a:latin typeface="Arial"/>
                <a:ea typeface="Tahoma"/>
                <a:cs typeface="Arial"/>
              </a:rPr>
              <a:t> om/</a:t>
            </a:r>
            <a:r>
              <a:rPr lang="en-US" dirty="0" err="1">
                <a:latin typeface="Arial"/>
                <a:ea typeface="Tahoma"/>
                <a:cs typeface="Arial"/>
              </a:rPr>
              <a:t>hvordan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lærerne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skal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fortsætte</a:t>
            </a:r>
            <a:r>
              <a:rPr lang="en-US" dirty="0">
                <a:latin typeface="Arial"/>
                <a:ea typeface="Tahoma"/>
                <a:cs typeface="Arial"/>
              </a:rPr>
              <a:t> med </a:t>
            </a:r>
            <a:r>
              <a:rPr lang="en-US" dirty="0" err="1">
                <a:latin typeface="Arial"/>
                <a:ea typeface="Tahoma"/>
                <a:cs typeface="Arial"/>
              </a:rPr>
              <a:t>labbet</a:t>
            </a:r>
            <a:r>
              <a:rPr lang="en-US" dirty="0">
                <a:latin typeface="Arial"/>
                <a:ea typeface="Tahoma"/>
                <a:cs typeface="Arial"/>
              </a:rPr>
              <a:t>/GNS3</a:t>
            </a:r>
            <a:endParaRPr lang="en-US" dirty="0"/>
          </a:p>
          <a:p>
            <a:pPr marL="359410" indent="-359410">
              <a:lnSpc>
                <a:spcPct val="113999"/>
              </a:lnSpc>
            </a:pPr>
            <a:r>
              <a:rPr lang="en-US" dirty="0" err="1">
                <a:latin typeface="Arial"/>
                <a:ea typeface="Tahoma"/>
                <a:cs typeface="Arial"/>
              </a:rPr>
              <a:t>Afklaring</a:t>
            </a:r>
            <a:r>
              <a:rPr lang="en-US" dirty="0">
                <a:latin typeface="Arial"/>
                <a:ea typeface="Tahoma"/>
                <a:cs typeface="Arial"/>
              </a:rPr>
              <a:t> om/</a:t>
            </a:r>
            <a:r>
              <a:rPr lang="en-US" dirty="0" err="1">
                <a:latin typeface="Arial"/>
                <a:ea typeface="Tahoma"/>
                <a:cs typeface="Arial"/>
              </a:rPr>
              <a:t>hvordan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eleverne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skal</a:t>
            </a:r>
            <a:r>
              <a:rPr lang="en-US" dirty="0">
                <a:latin typeface="Arial"/>
                <a:ea typeface="Tahoma"/>
                <a:cs typeface="Arial"/>
              </a:rPr>
              <a:t> </a:t>
            </a:r>
            <a:r>
              <a:rPr lang="en-US" dirty="0" err="1">
                <a:latin typeface="Arial"/>
                <a:ea typeface="Tahoma"/>
                <a:cs typeface="Arial"/>
              </a:rPr>
              <a:t>interafgere</a:t>
            </a:r>
            <a:r>
              <a:rPr lang="en-US" dirty="0">
                <a:latin typeface="Arial"/>
                <a:ea typeface="Tahoma"/>
                <a:cs typeface="Arial"/>
              </a:rPr>
              <a:t> med </a:t>
            </a:r>
            <a:r>
              <a:rPr lang="en-US" dirty="0" err="1">
                <a:latin typeface="Arial"/>
                <a:ea typeface="Tahoma"/>
                <a:cs typeface="Arial"/>
              </a:rPr>
              <a:t>labbet</a:t>
            </a:r>
            <a:r>
              <a:rPr lang="en-US" dirty="0">
                <a:latin typeface="Arial"/>
                <a:ea typeface="Tahoma"/>
                <a:cs typeface="Arial"/>
              </a:rPr>
              <a:t>/GNS3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611A8-8078-6F66-1959-C25A20681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smtClean="0"/>
              <a:t>24.11.2025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1BE34-1C48-8D40-BB89-4CFEABEBC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257D2-D456-1708-F47E-D7A0A882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smtClean="0"/>
              <a:pPr/>
              <a:t>44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004308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EA076-228A-7D93-8C40-44EEA58D2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90BD6E9-2E8D-E73C-9753-5012364F0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708" y="3152001"/>
            <a:ext cx="9594585" cy="553998"/>
          </a:xfrm>
        </p:spPr>
        <p:txBody>
          <a:bodyPr/>
          <a:lstStyle/>
          <a:p>
            <a:r>
              <a:rPr lang="da-DK" noProof="0"/>
              <a:t>Frokost til 13.00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A7EC5FC-D803-7E60-76E3-AB7C18BCFE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47313" y="6567488"/>
            <a:ext cx="1944687" cy="214312"/>
          </a:xfrm>
        </p:spPr>
        <p:txBody>
          <a:bodyPr/>
          <a:lstStyle/>
          <a:p>
            <a:fld id="{06AC9228-041E-BE4C-A177-9A7A550E9A48}" type="slidenum">
              <a:rPr lang="da-DK" noProof="0" smtClean="0"/>
              <a:pPr/>
              <a:t>45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8476781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30067-64A6-25C7-FEBB-B02E05940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C086FE-3C5C-F63D-9508-884CF6D42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2" y="1342793"/>
            <a:ext cx="9982093" cy="2319469"/>
          </a:xfrm>
        </p:spPr>
        <p:txBody>
          <a:bodyPr/>
          <a:lstStyle/>
          <a:p>
            <a:r>
              <a:rPr lang="da-DK">
                <a:latin typeface="Arial Black"/>
                <a:ea typeface="Verdana"/>
              </a:rPr>
              <a:t>Netværkssimulation i GNS3</a:t>
            </a:r>
            <a:endParaRPr lang="en-US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FB9E51CD-A836-211F-5CA7-53564C9D02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10795"/>
            <a:endParaRPr lang="da-DK"/>
          </a:p>
          <a:p>
            <a:pPr marL="10795"/>
            <a:endParaRPr lang="da-DK" noProof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43815411-0CBB-AD72-9539-2E6C7DFEDB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8613122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C1447-72AF-7C07-F181-38346D3DA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A0AC-80D7-B603-AEFF-16B1999DE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33" y="222500"/>
            <a:ext cx="10440000" cy="553998"/>
          </a:xfrm>
        </p:spPr>
        <p:txBody>
          <a:bodyPr/>
          <a:lstStyle/>
          <a:p>
            <a:r>
              <a:rPr lang="da-DK" dirty="0" err="1">
                <a:latin typeface="Arial"/>
                <a:ea typeface="Verdana"/>
                <a:cs typeface="Arial"/>
              </a:rPr>
              <a:t>Foreslag</a:t>
            </a:r>
            <a:r>
              <a:rPr lang="da-DK" dirty="0">
                <a:latin typeface="Arial"/>
                <a:ea typeface="Verdana"/>
                <a:cs typeface="Arial"/>
              </a:rPr>
              <a:t> til øvelser</a:t>
            </a:r>
            <a:endParaRPr lang="da-DK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E65BB-81F4-BE6D-3B5E-E665B1809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822" y="778235"/>
            <a:ext cx="10439999" cy="4320000"/>
          </a:xfrm>
        </p:spPr>
        <p:txBody>
          <a:bodyPr vert="horz" lIns="0" tIns="0" rIns="0" bIns="0" rtlCol="0" anchor="t">
            <a:noAutofit/>
          </a:bodyPr>
          <a:lstStyle/>
          <a:p>
            <a:pPr marL="359410" indent="-359410" fontAlgn="base"/>
            <a:r>
              <a:rPr lang="da-DK" dirty="0">
                <a:latin typeface="Arial"/>
                <a:ea typeface="Tahoma"/>
                <a:cs typeface="Arial"/>
              </a:rPr>
              <a:t>Forudsætning (se også GNS3-mappen på </a:t>
            </a:r>
            <a:r>
              <a:rPr lang="da-DK" dirty="0" err="1">
                <a:latin typeface="Arial"/>
                <a:ea typeface="Tahoma"/>
                <a:cs typeface="Arial"/>
              </a:rPr>
              <a:t>github</a:t>
            </a:r>
            <a:r>
              <a:rPr lang="da-DK" dirty="0">
                <a:latin typeface="Arial"/>
                <a:ea typeface="Tahoma"/>
                <a:cs typeface="Arial"/>
              </a:rPr>
              <a:t>):</a:t>
            </a:r>
            <a:endParaRPr lang="da-DK" dirty="0"/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da-DK" dirty="0" err="1">
                <a:latin typeface="Arial"/>
                <a:ea typeface="Tahoma"/>
                <a:cs typeface="Arial"/>
              </a:rPr>
              <a:t>pfSense</a:t>
            </a:r>
            <a:r>
              <a:rPr lang="da-DK" dirty="0">
                <a:latin typeface="Arial"/>
                <a:ea typeface="Tahoma"/>
                <a:cs typeface="Arial"/>
              </a:rPr>
              <a:t> sat op, med internetforbindelse og adgang til webinterface</a:t>
            </a:r>
            <a:endParaRPr lang="da-DK" noProof="0" dirty="0">
              <a:latin typeface="Arial"/>
              <a:ea typeface="Tahoma"/>
              <a:cs typeface="Arial"/>
            </a:endParaRPr>
          </a:p>
          <a:p>
            <a:pPr marL="719455" lvl="2" indent="-359410">
              <a:lnSpc>
                <a:spcPct val="113999"/>
              </a:lnSpc>
              <a:buFont typeface="Wingdings" panose="020B0604020202020204" pitchFamily="34" charset="0"/>
              <a:buChar char="§"/>
            </a:pPr>
            <a:r>
              <a:rPr lang="da-DK" dirty="0">
                <a:latin typeface="Arial"/>
                <a:ea typeface="Tahoma"/>
                <a:cs typeface="Arial"/>
              </a:rPr>
              <a:t>alpine </a:t>
            </a:r>
            <a:r>
              <a:rPr lang="da-DK" dirty="0" err="1">
                <a:latin typeface="Arial"/>
                <a:ea typeface="Tahoma"/>
                <a:cs typeface="Arial"/>
              </a:rPr>
              <a:t>linux</a:t>
            </a:r>
            <a:r>
              <a:rPr lang="da-DK" dirty="0">
                <a:latin typeface="Arial"/>
                <a:ea typeface="Tahoma"/>
                <a:cs typeface="Arial"/>
              </a:rPr>
              <a:t> sat op (i VM eller Docker)</a:t>
            </a:r>
            <a:endParaRPr lang="da-DK" dirty="0"/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da-DK" dirty="0">
                <a:latin typeface="Arial"/>
                <a:ea typeface="Tahoma"/>
                <a:cs typeface="Arial"/>
              </a:rPr>
              <a:t>Øvelse 1: Telnet fra alpine til </a:t>
            </a:r>
            <a:r>
              <a:rPr lang="da-DK" dirty="0" err="1">
                <a:latin typeface="Arial"/>
                <a:ea typeface="Tahoma"/>
                <a:cs typeface="Arial"/>
              </a:rPr>
              <a:t>pfSense</a:t>
            </a:r>
            <a:r>
              <a:rPr lang="da-DK" dirty="0">
                <a:latin typeface="Arial"/>
                <a:ea typeface="Tahoma"/>
                <a:cs typeface="Arial"/>
              </a:rPr>
              <a:t> og </a:t>
            </a:r>
            <a:r>
              <a:rPr lang="da-DK" dirty="0" err="1">
                <a:latin typeface="Arial"/>
                <a:ea typeface="Tahoma"/>
                <a:cs typeface="Arial"/>
              </a:rPr>
              <a:t>capture</a:t>
            </a:r>
            <a:r>
              <a:rPr lang="da-DK" dirty="0">
                <a:latin typeface="Arial"/>
                <a:ea typeface="Tahoma"/>
                <a:cs typeface="Arial"/>
              </a:rPr>
              <a:t> </a:t>
            </a:r>
            <a:r>
              <a:rPr lang="da-DK" dirty="0" err="1">
                <a:latin typeface="Arial"/>
                <a:ea typeface="Tahoma"/>
                <a:cs typeface="Arial"/>
              </a:rPr>
              <a:t>ukrypterede</a:t>
            </a:r>
            <a:r>
              <a:rPr lang="da-DK" dirty="0">
                <a:latin typeface="Arial"/>
                <a:ea typeface="Tahoma"/>
                <a:cs typeface="Arial"/>
              </a:rPr>
              <a:t> beskeder</a:t>
            </a:r>
            <a:endParaRPr lang="da-DK" dirty="0">
              <a:ea typeface="Tahoma"/>
            </a:endParaRP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da-DK" dirty="0">
                <a:latin typeface="Arial"/>
                <a:ea typeface="Tahoma"/>
                <a:cs typeface="Arial"/>
              </a:rPr>
              <a:t>Øvelse 2: Port forward en </a:t>
            </a:r>
            <a:r>
              <a:rPr lang="da-DK" dirty="0" err="1">
                <a:latin typeface="Arial"/>
                <a:ea typeface="Tahoma"/>
                <a:cs typeface="Arial"/>
              </a:rPr>
              <a:t>webserver</a:t>
            </a:r>
            <a:r>
              <a:rPr lang="da-DK" dirty="0">
                <a:latin typeface="Arial"/>
                <a:ea typeface="Tahoma"/>
                <a:cs typeface="Arial"/>
              </a:rPr>
              <a:t> på alpine gennem </a:t>
            </a:r>
            <a:r>
              <a:rPr lang="da-DK" dirty="0" err="1">
                <a:latin typeface="Arial"/>
                <a:ea typeface="Tahoma"/>
                <a:cs typeface="Arial"/>
              </a:rPr>
              <a:t>pfSense</a:t>
            </a:r>
            <a:endParaRPr lang="da-DK" dirty="0"/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da-DK" dirty="0">
                <a:latin typeface="Arial"/>
                <a:ea typeface="Tahoma"/>
                <a:cs typeface="Arial"/>
              </a:rPr>
              <a:t>Øvelse 3: Opret endnu en alpine-maskine og ARP-</a:t>
            </a:r>
            <a:r>
              <a:rPr lang="da-DK" dirty="0" err="1">
                <a:latin typeface="Arial"/>
                <a:ea typeface="Tahoma"/>
                <a:cs typeface="Arial"/>
              </a:rPr>
              <a:t>spoof</a:t>
            </a:r>
            <a:r>
              <a:rPr lang="da-DK" dirty="0">
                <a:latin typeface="Arial"/>
                <a:ea typeface="Tahoma"/>
                <a:cs typeface="Arial"/>
              </a:rPr>
              <a:t>/-ban den ene alpine med den anden (med </a:t>
            </a:r>
            <a:r>
              <a:rPr lang="da-DK" dirty="0" err="1">
                <a:latin typeface="Arial"/>
                <a:ea typeface="Tahoma"/>
                <a:cs typeface="Arial"/>
              </a:rPr>
              <a:t>bettercap</a:t>
            </a:r>
            <a:r>
              <a:rPr lang="da-DK" dirty="0">
                <a:latin typeface="Arial"/>
                <a:ea typeface="Tahoma"/>
                <a:cs typeface="Arial"/>
              </a:rPr>
              <a:t>). </a:t>
            </a:r>
            <a:endParaRPr lang="da-DK" dirty="0"/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dirty="0">
                <a:latin typeface="Arial"/>
                <a:ea typeface="Tahoma"/>
                <a:cs typeface="Arial"/>
              </a:rPr>
              <a:t>Alternativ: Opret en Kali-maskine og ARP-</a:t>
            </a:r>
            <a:r>
              <a:rPr lang="da-DK" dirty="0" err="1">
                <a:latin typeface="Arial"/>
                <a:ea typeface="Tahoma"/>
                <a:cs typeface="Arial"/>
              </a:rPr>
              <a:t>spoof</a:t>
            </a:r>
            <a:r>
              <a:rPr lang="da-DK" dirty="0">
                <a:latin typeface="Arial"/>
                <a:ea typeface="Tahoma"/>
                <a:cs typeface="Arial"/>
              </a:rPr>
              <a:t> alpine-maskinen med </a:t>
            </a:r>
            <a:r>
              <a:rPr lang="da-DK" dirty="0" err="1">
                <a:latin typeface="Arial"/>
                <a:ea typeface="Tahoma"/>
                <a:cs typeface="Arial"/>
              </a:rPr>
              <a:t>arpspoof</a:t>
            </a:r>
            <a:endParaRPr lang="da-DK" dirty="0"/>
          </a:p>
          <a:p>
            <a:pPr marL="719455" lvl="2" indent="-359410">
              <a:lnSpc>
                <a:spcPct val="113999"/>
              </a:lnSpc>
              <a:buClr>
                <a:srgbClr val="343434"/>
              </a:buClr>
              <a:buFont typeface="Wingdings" panose="020B0604020202020204" pitchFamily="34" charset="0"/>
              <a:buChar char="§"/>
            </a:pPr>
            <a:r>
              <a:rPr lang="da-DK" dirty="0">
                <a:latin typeface="Arial"/>
                <a:ea typeface="Tahoma"/>
                <a:cs typeface="Arial"/>
              </a:rPr>
              <a:t>Bonus: Fix angrebet ved at bruge statisk ARP-</a:t>
            </a:r>
            <a:r>
              <a:rPr lang="da-DK" dirty="0" err="1">
                <a:latin typeface="Arial"/>
                <a:ea typeface="Tahoma"/>
                <a:cs typeface="Arial"/>
              </a:rPr>
              <a:t>mapping</a:t>
            </a:r>
            <a:endParaRPr lang="da-DK" dirty="0">
              <a:latin typeface="Arial"/>
              <a:ea typeface="Tahoma"/>
              <a:cs typeface="Arial"/>
            </a:endParaRPr>
          </a:p>
          <a:p>
            <a:pPr marL="359410" indent="-359410">
              <a:lnSpc>
                <a:spcPct val="113999"/>
              </a:lnSpc>
              <a:buClr>
                <a:srgbClr val="343434"/>
              </a:buClr>
            </a:pPr>
            <a:r>
              <a:rPr lang="da-DK" dirty="0">
                <a:latin typeface="Arial"/>
                <a:ea typeface="Tahoma"/>
                <a:cs typeface="Arial"/>
              </a:rPr>
              <a:t>Øvelse 4: Opret en DMZ ved at tilføje flere maskiner (</a:t>
            </a:r>
            <a:r>
              <a:rPr lang="da-DK" dirty="0" err="1">
                <a:latin typeface="Arial"/>
                <a:ea typeface="Tahoma"/>
                <a:cs typeface="Arial"/>
              </a:rPr>
              <a:t>evt</a:t>
            </a:r>
            <a:r>
              <a:rPr lang="da-DK" dirty="0">
                <a:latin typeface="Arial"/>
                <a:ea typeface="Tahoma"/>
                <a:cs typeface="Arial"/>
              </a:rPr>
              <a:t> blot VPCS) og endnu </a:t>
            </a:r>
            <a:r>
              <a:rPr lang="da-DK">
                <a:latin typeface="Arial"/>
                <a:ea typeface="Tahoma"/>
                <a:cs typeface="Arial"/>
              </a:rPr>
              <a:t>en firewall1.50</a:t>
            </a:r>
            <a:endParaRPr lang="da-DK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marL="359410" indent="-359410">
              <a:lnSpc>
                <a:spcPct val="113999"/>
              </a:lnSpc>
            </a:pPr>
            <a:r>
              <a:rPr lang="da-DK" dirty="0">
                <a:latin typeface="Arial"/>
                <a:ea typeface="Tahoma"/>
                <a:cs typeface="Arial"/>
              </a:rPr>
              <a:t>Øvelse N: Find på andre sikkerhedsmekanismer at eksemplificere i labbet (</a:t>
            </a:r>
            <a:r>
              <a:rPr lang="da-DK" dirty="0" err="1">
                <a:latin typeface="Arial"/>
                <a:ea typeface="Tahoma"/>
                <a:cs typeface="Arial"/>
              </a:rPr>
              <a:t>evt</a:t>
            </a:r>
            <a:r>
              <a:rPr lang="da-DK" dirty="0">
                <a:latin typeface="Arial"/>
                <a:ea typeface="Tahoma"/>
                <a:cs typeface="Arial"/>
              </a:rPr>
              <a:t> brug flere af </a:t>
            </a:r>
            <a:r>
              <a:rPr lang="da-DK" dirty="0" err="1">
                <a:latin typeface="Arial"/>
                <a:ea typeface="Tahoma"/>
                <a:cs typeface="Arial"/>
              </a:rPr>
              <a:t>bettercap</a:t>
            </a:r>
            <a:r>
              <a:rPr lang="da-DK" dirty="0">
                <a:latin typeface="Arial"/>
                <a:ea typeface="Tahoma"/>
                <a:cs typeface="Arial"/>
              </a:rPr>
              <a:t> el. Kalis </a:t>
            </a:r>
            <a:r>
              <a:rPr lang="da-DK" dirty="0" err="1">
                <a:latin typeface="Arial"/>
                <a:ea typeface="Tahoma"/>
                <a:cs typeface="Arial"/>
              </a:rPr>
              <a:t>spoofing</a:t>
            </a:r>
            <a:r>
              <a:rPr lang="da-DK" dirty="0">
                <a:latin typeface="Arial"/>
                <a:ea typeface="Tahoma"/>
                <a:cs typeface="Arial"/>
              </a:rPr>
              <a:t>-/</a:t>
            </a:r>
            <a:r>
              <a:rPr lang="da-DK" dirty="0" err="1">
                <a:latin typeface="Arial"/>
                <a:ea typeface="Tahoma"/>
                <a:cs typeface="Arial"/>
              </a:rPr>
              <a:t>MitM</a:t>
            </a:r>
            <a:r>
              <a:rPr lang="da-DK" dirty="0">
                <a:latin typeface="Arial"/>
                <a:ea typeface="Tahoma"/>
                <a:cs typeface="Arial"/>
              </a:rPr>
              <a:t>-værktøjer)</a:t>
            </a:r>
            <a:endParaRPr lang="da-DK" dirty="0"/>
          </a:p>
          <a:p>
            <a:pPr marL="359410" indent="-359410"/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3B2BD-17BB-BC17-2B97-4D4D57005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781D-1938-4D4D-8804-84A3CA642707}" type="datetime1">
              <a:rPr lang="da-DK" noProof="0" smtClean="0"/>
              <a:t>24.11.2025</a:t>
            </a:fld>
            <a:endParaRPr lang="da-DK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C53DC-D598-AEA8-E82F-81F68D924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noProof="0"/>
              <a:t>cybersikker.alexandra.dk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AF365-270E-462E-B449-4A2C5F6D2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5FAE-2060-B54F-BDDB-0825BCE6ACB8}" type="slidenum">
              <a:rPr lang="da-DK" noProof="0" smtClean="0"/>
              <a:pPr/>
              <a:t>47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8639512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887D3-851A-7CA9-5F77-DD99637FC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78A58-FBAB-AC55-79D6-001E14D5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/>
              <a:t>Opsamling på i dag</a:t>
            </a:r>
          </a:p>
        </p:txBody>
      </p:sp>
    </p:spTree>
    <p:extLst>
      <p:ext uri="{BB962C8B-B14F-4D97-AF65-F5344CB8AC3E}">
        <p14:creationId xmlns:p14="http://schemas.microsoft.com/office/powerpoint/2010/main" val="298446376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side">
  <a:themeElements>
    <a:clrScheme name="Alexandra Instituttet farver 2024">
      <a:dk1>
        <a:srgbClr val="343434"/>
      </a:dk1>
      <a:lt1>
        <a:srgbClr val="FFFFFF"/>
      </a:lt1>
      <a:dk2>
        <a:srgbClr val="343434"/>
      </a:dk2>
      <a:lt2>
        <a:srgbClr val="EDEDED"/>
      </a:lt2>
      <a:accent1>
        <a:srgbClr val="002A3F"/>
      </a:accent1>
      <a:accent2>
        <a:srgbClr val="0E495F"/>
      </a:accent2>
      <a:accent3>
        <a:srgbClr val="7797A5"/>
      </a:accent3>
      <a:accent4>
        <a:srgbClr val="9DB2BB"/>
      </a:accent4>
      <a:accent5>
        <a:srgbClr val="2B6B8B"/>
      </a:accent5>
      <a:accent6>
        <a:srgbClr val="BE5D2B"/>
      </a:accent6>
      <a:hlink>
        <a:srgbClr val="BE5D2B"/>
      </a:hlink>
      <a:folHlink>
        <a:srgbClr val="95989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lexandra_Instituttet_2022_DK" id="{4A3BB4F3-E6E2-C94B-9938-7B191890F638}" vid="{0E9BCA01-149E-234A-89EB-7639E86386C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27C4D7E2A2944090E7FCAA05E5A1BB" ma:contentTypeVersion="10" ma:contentTypeDescription="Create a new document." ma:contentTypeScope="" ma:versionID="61bb59605d65b2b0c3c3a23f95b7d871">
  <xsd:schema xmlns:xsd="http://www.w3.org/2001/XMLSchema" xmlns:xs="http://www.w3.org/2001/XMLSchema" xmlns:p="http://schemas.microsoft.com/office/2006/metadata/properties" xmlns:ns2="992297d5-60a3-4378-8fa0-0f27dec9bc09" xmlns:ns3="b7a1e643-70f8-4e3c-953a-3408b8617d0b" targetNamespace="http://schemas.microsoft.com/office/2006/metadata/properties" ma:root="true" ma:fieldsID="38a5676842d2f4bb622540bd126b6990" ns2:_="" ns3:_="">
    <xsd:import namespace="992297d5-60a3-4378-8fa0-0f27dec9bc09"/>
    <xsd:import namespace="b7a1e643-70f8-4e3c-953a-3408b8617d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2297d5-60a3-4378-8fa0-0f27dec9bc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ed45bc6-4cda-4749-a7f6-2a7b80b4ce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1e643-70f8-4e3c-953a-3408b8617d0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fc1ff10-0bec-441f-aebe-baec60099296}" ma:internalName="TaxCatchAll" ma:showField="CatchAllData" ma:web="b7a1e643-70f8-4e3c-953a-3408b8617d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2297d5-60a3-4378-8fa0-0f27dec9bc09">
      <Terms xmlns="http://schemas.microsoft.com/office/infopath/2007/PartnerControls"/>
    </lcf76f155ced4ddcb4097134ff3c332f>
    <TaxCatchAll xmlns="b7a1e643-70f8-4e3c-953a-3408b8617d0b" xsi:nil="true"/>
  </documentManagement>
</p:properties>
</file>

<file path=customXml/itemProps1.xml><?xml version="1.0" encoding="utf-8"?>
<ds:datastoreItem xmlns:ds="http://schemas.openxmlformats.org/officeDocument/2006/customXml" ds:itemID="{D3E7CEC6-3B88-4456-9E65-B77BB22D5D23}">
  <ds:schemaRefs>
    <ds:schemaRef ds:uri="992297d5-60a3-4378-8fa0-0f27dec9bc09"/>
    <ds:schemaRef ds:uri="b7a1e643-70f8-4e3c-953a-3408b8617d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335A7CD-B6F1-4816-BEEE-20D12C3BB6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89B6C1-278B-4679-8048-46DF9121B232}">
  <ds:schemaRefs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b7a1e643-70f8-4e3c-953a-3408b8617d0b"/>
    <ds:schemaRef ds:uri="992297d5-60a3-4378-8fa0-0f27dec9bc09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DK-skabelon-Alexandra-Instituttet</Template>
  <TotalTime>0</TotalTime>
  <Words>1881</Words>
  <Application>Microsoft Macintosh PowerPoint</Application>
  <PresentationFormat>Widescreen</PresentationFormat>
  <Paragraphs>455</Paragraphs>
  <Slides>48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Arial</vt:lpstr>
      <vt:lpstr>Arial Black</vt:lpstr>
      <vt:lpstr>Calibri</vt:lpstr>
      <vt:lpstr>Courier New</vt:lpstr>
      <vt:lpstr>Montserrat</vt:lpstr>
      <vt:lpstr>Tahoma</vt:lpstr>
      <vt:lpstr>Wingdings</vt:lpstr>
      <vt:lpstr>Wingdings,Sans-Serif</vt:lpstr>
      <vt:lpstr>Masterside</vt:lpstr>
      <vt:lpstr>Network security</vt:lpstr>
      <vt:lpstr>Agenda:</vt:lpstr>
      <vt:lpstr>Netværksangreb</vt:lpstr>
      <vt:lpstr>Relation til målpinde:</vt:lpstr>
      <vt:lpstr>Hvad er netværksangreb? </vt:lpstr>
      <vt:lpstr>Konsekvenser</vt:lpstr>
      <vt:lpstr>Forsvarsmekanismer</vt:lpstr>
      <vt:lpstr>Passive vs aktive angreb</vt:lpstr>
      <vt:lpstr>Sniffing/eavesdropping</vt:lpstr>
      <vt:lpstr>Trafikanalyse</vt:lpstr>
      <vt:lpstr>Man-in-the-middle</vt:lpstr>
      <vt:lpstr>Bruteforce</vt:lpstr>
      <vt:lpstr>(Distributed)-Denial-of-service</vt:lpstr>
      <vt:lpstr>Replay attack</vt:lpstr>
      <vt:lpstr>Malware</vt:lpstr>
      <vt:lpstr>Social engineering</vt:lpstr>
      <vt:lpstr>Supply chain attacks</vt:lpstr>
      <vt:lpstr>Andet materiale – MITRE ATT&amp;CK </vt:lpstr>
      <vt:lpstr>Pause til 10.40</vt:lpstr>
      <vt:lpstr>IDS/IPS og kryptering</vt:lpstr>
      <vt:lpstr>Relation til målpinde:</vt:lpstr>
      <vt:lpstr>Hvad er IDS og IPS</vt:lpstr>
      <vt:lpstr>IDS</vt:lpstr>
      <vt:lpstr>IPS</vt:lpstr>
      <vt:lpstr>Hvordan fungerer IDS?</vt:lpstr>
      <vt:lpstr>Hvordan fungerer IDS også?</vt:lpstr>
      <vt:lpstr>Falske positiver</vt:lpstr>
      <vt:lpstr>Mere information = Bedre resultater </vt:lpstr>
      <vt:lpstr>Udfordringen ved kryptering / TLS</vt:lpstr>
      <vt:lpstr>Man-in-the-Middle </vt:lpstr>
      <vt:lpstr>Man-in-the-Middle / SSL Bridging / TLS Dekryptering </vt:lpstr>
      <vt:lpstr>Man-in-the-Middle på os selv - Udfordringer</vt:lpstr>
      <vt:lpstr>Live demo Wireshark - Hvad vinder vi ved dekryptering?</vt:lpstr>
      <vt:lpstr>Lidt krypto detaljer</vt:lpstr>
      <vt:lpstr>”Rigtig” DPI dekryptering fungerer lidt anderledes</vt:lpstr>
      <vt:lpstr>Øvelse</vt:lpstr>
      <vt:lpstr>Wireshark øvelse:</vt:lpstr>
      <vt:lpstr>Pause til 11.40</vt:lpstr>
      <vt:lpstr>Intro til case</vt:lpstr>
      <vt:lpstr>Relation til målpinde:</vt:lpstr>
      <vt:lpstr>Disclaimers:</vt:lpstr>
      <vt:lpstr>Disclaimers:</vt:lpstr>
      <vt:lpstr>Setuppet beskrevet her:</vt:lpstr>
      <vt:lpstr>Formål  </vt:lpstr>
      <vt:lpstr>Frokost til 13.00</vt:lpstr>
      <vt:lpstr>Netværkssimulation i GNS3</vt:lpstr>
      <vt:lpstr>Foreslag til øvelser</vt:lpstr>
      <vt:lpstr>Opsamling på i dag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IU Kursus 2</dc:title>
  <dc:creator>Michael Stausholm</dc:creator>
  <cp:lastModifiedBy>Benjamin Salling Hvass</cp:lastModifiedBy>
  <cp:revision>1</cp:revision>
  <cp:lastPrinted>2025-02-12T10:34:21Z</cp:lastPrinted>
  <dcterms:created xsi:type="dcterms:W3CDTF">2023-11-20T12:59:19Z</dcterms:created>
  <dcterms:modified xsi:type="dcterms:W3CDTF">2025-11-25T00:18:38Z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0x0101003B27C4D7E2A2944090E7FCAA05E5A1BB</vt:lpwstr>
  </property>
  <property fmtid="{D5CDD505-2E9C-101B-9397-08002B2CF9AE}" pid="3" name="MediaServiceImageTags">
    <vt:lpwstr/>
  </property>
  <property fmtid="{D5CDD505-2E9C-101B-9397-08002B2CF9AE}" pid="4" name="MSIP_Label_015abd0b-e5c5-4790-8ca5-8bb2d8ba98d8_Enabled">
    <vt:lpwstr>true</vt:lpwstr>
  </property>
  <property fmtid="{D5CDD505-2E9C-101B-9397-08002B2CF9AE}" pid="5" name="MSIP_Label_015abd0b-e5c5-4790-8ca5-8bb2d8ba98d8_SetDate">
    <vt:lpwstr>2025-08-18T08:27:08Z</vt:lpwstr>
  </property>
  <property fmtid="{D5CDD505-2E9C-101B-9397-08002B2CF9AE}" pid="6" name="MSIP_Label_015abd0b-e5c5-4790-8ca5-8bb2d8ba98d8_Method">
    <vt:lpwstr>Privileged</vt:lpwstr>
  </property>
  <property fmtid="{D5CDD505-2E9C-101B-9397-08002B2CF9AE}" pid="7" name="MSIP_Label_015abd0b-e5c5-4790-8ca5-8bb2d8ba98d8_Name">
    <vt:lpwstr>Public</vt:lpwstr>
  </property>
  <property fmtid="{D5CDD505-2E9C-101B-9397-08002B2CF9AE}" pid="8" name="MSIP_Label_015abd0b-e5c5-4790-8ca5-8bb2d8ba98d8_SiteId">
    <vt:lpwstr>4bda23cd-4a87-419b-a47d-7673130b2884</vt:lpwstr>
  </property>
  <property fmtid="{D5CDD505-2E9C-101B-9397-08002B2CF9AE}" pid="9" name="MSIP_Label_015abd0b-e5c5-4790-8ca5-8bb2d8ba98d8_ActionId">
    <vt:lpwstr>bb77ce29-668d-4eb4-a284-0fbf7dcdc053</vt:lpwstr>
  </property>
  <property fmtid="{D5CDD505-2E9C-101B-9397-08002B2CF9AE}" pid="10" name="MSIP_Label_015abd0b-e5c5-4790-8ca5-8bb2d8ba98d8_ContentBits">
    <vt:lpwstr>1</vt:lpwstr>
  </property>
  <property fmtid="{D5CDD505-2E9C-101B-9397-08002B2CF9AE}" pid="11" name="MSIP_Label_015abd0b-e5c5-4790-8ca5-8bb2d8ba98d8_Tag">
    <vt:lpwstr>10, 0, 1, 1</vt:lpwstr>
  </property>
  <property fmtid="{D5CDD505-2E9C-101B-9397-08002B2CF9AE}" pid="12" name="ClassificationContentMarkingHeaderLocations">
    <vt:lpwstr>masterside:8</vt:lpwstr>
  </property>
  <property fmtid="{D5CDD505-2E9C-101B-9397-08002B2CF9AE}" pid="13" name="ClassificationContentMarkingHeaderText">
    <vt:lpwstr>PUBLIC</vt:lpwstr>
  </property>
</Properties>
</file>