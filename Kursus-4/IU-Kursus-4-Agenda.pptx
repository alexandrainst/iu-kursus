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5" r:id="rId4"/>
  </p:sldMasterIdLst>
  <p:notesMasterIdLst>
    <p:notesMasterId r:id="rId12"/>
  </p:notesMasterIdLst>
  <p:sldIdLst>
    <p:sldId id="1891" r:id="rId5"/>
    <p:sldId id="1897" r:id="rId6"/>
    <p:sldId id="1894" r:id="rId7"/>
    <p:sldId id="1896" r:id="rId8"/>
    <p:sldId id="1892" r:id="rId9"/>
    <p:sldId id="1895" r:id="rId10"/>
    <p:sldId id="1893" r:id="rId11"/>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BD9B63F-778D-4D9D-DB16-17A170F388A9}" name="Michael Bladt Stausholm" initials="MS" userId="S::michael.stausholm@alexandra.dk::aa5f8758-c00f-4915-8c94-9445905eb5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371"/>
    <a:srgbClr val="D4B000"/>
    <a:srgbClr val="003843"/>
    <a:srgbClr val="798690"/>
    <a:srgbClr val="D7D8D7"/>
    <a:srgbClr val="F6C821"/>
    <a:srgbClr val="C5A3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BA07E7-D37D-C74F-B433-B6DDA794BC1B}" v="4561" dt="2026-05-05T06:17:32.232"/>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Salling Hvass" userId="7f701290-7113-44e4-8483-3cbeee116501" providerId="ADAL" clId="{5CFDDF4D-4CCA-50B7-A29E-A0C3AD0A79D7}"/>
    <pc:docChg chg="undo redo custSel addSld modSld sldOrd">
      <pc:chgData name="Benjamin Salling Hvass" userId="7f701290-7113-44e4-8483-3cbeee116501" providerId="ADAL" clId="{5CFDDF4D-4CCA-50B7-A29E-A0C3AD0A79D7}" dt="2026-05-05T06:17:32.232" v="5205" actId="20577"/>
      <pc:docMkLst>
        <pc:docMk/>
      </pc:docMkLst>
      <pc:sldChg chg="modSp mod">
        <pc:chgData name="Benjamin Salling Hvass" userId="7f701290-7113-44e4-8483-3cbeee116501" providerId="ADAL" clId="{5CFDDF4D-4CCA-50B7-A29E-A0C3AD0A79D7}" dt="2026-05-05T05:42:03.893" v="3050" actId="20577"/>
        <pc:sldMkLst>
          <pc:docMk/>
          <pc:sldMk cId="3897004134" sldId="1891"/>
        </pc:sldMkLst>
        <pc:spChg chg="mod">
          <ac:chgData name="Benjamin Salling Hvass" userId="7f701290-7113-44e4-8483-3cbeee116501" providerId="ADAL" clId="{5CFDDF4D-4CCA-50B7-A29E-A0C3AD0A79D7}" dt="2026-05-05T05:42:03.893" v="3050" actId="20577"/>
          <ac:spMkLst>
            <pc:docMk/>
            <pc:sldMk cId="3897004134" sldId="1891"/>
            <ac:spMk id="3" creationId="{41B567C0-6C1F-B864-CA27-358FA77D3C2F}"/>
          </ac:spMkLst>
        </pc:spChg>
      </pc:sldChg>
      <pc:sldChg chg="addSp delSp modSp mod modClrScheme chgLayout">
        <pc:chgData name="Benjamin Salling Hvass" userId="7f701290-7113-44e4-8483-3cbeee116501" providerId="ADAL" clId="{5CFDDF4D-4CCA-50B7-A29E-A0C3AD0A79D7}" dt="2026-05-05T05:55:25.380" v="3733" actId="1076"/>
        <pc:sldMkLst>
          <pc:docMk/>
          <pc:sldMk cId="2268625030" sldId="1892"/>
        </pc:sldMkLst>
        <pc:spChg chg="add mod ord">
          <ac:chgData name="Benjamin Salling Hvass" userId="7f701290-7113-44e4-8483-3cbeee116501" providerId="ADAL" clId="{5CFDDF4D-4CCA-50B7-A29E-A0C3AD0A79D7}" dt="2026-05-05T05:53:29.149" v="3629" actId="700"/>
          <ac:spMkLst>
            <pc:docMk/>
            <pc:sldMk cId="2268625030" sldId="1892"/>
            <ac:spMk id="2" creationId="{0EBB58EE-7742-0D2B-8BC7-5BAB96EFCEB5}"/>
          </ac:spMkLst>
        </pc:spChg>
        <pc:spChg chg="mod ord">
          <ac:chgData name="Benjamin Salling Hvass" userId="7f701290-7113-44e4-8483-3cbeee116501" providerId="ADAL" clId="{5CFDDF4D-4CCA-50B7-A29E-A0C3AD0A79D7}" dt="2026-05-05T05:53:29.149" v="3629" actId="700"/>
          <ac:spMkLst>
            <pc:docMk/>
            <pc:sldMk cId="2268625030" sldId="1892"/>
            <ac:spMk id="4" creationId="{E26B0AB6-813B-FFDB-880E-47131A784233}"/>
          </ac:spMkLst>
        </pc:spChg>
        <pc:spChg chg="mod ord">
          <ac:chgData name="Benjamin Salling Hvass" userId="7f701290-7113-44e4-8483-3cbeee116501" providerId="ADAL" clId="{5CFDDF4D-4CCA-50B7-A29E-A0C3AD0A79D7}" dt="2026-05-05T05:53:29.149" v="3629" actId="700"/>
          <ac:spMkLst>
            <pc:docMk/>
            <pc:sldMk cId="2268625030" sldId="1892"/>
            <ac:spMk id="5" creationId="{02656715-780E-05FF-7B08-297D7C77E664}"/>
          </ac:spMkLst>
        </pc:spChg>
        <pc:spChg chg="mod ord">
          <ac:chgData name="Benjamin Salling Hvass" userId="7f701290-7113-44e4-8483-3cbeee116501" providerId="ADAL" clId="{5CFDDF4D-4CCA-50B7-A29E-A0C3AD0A79D7}" dt="2026-05-05T05:53:29.149" v="3629" actId="700"/>
          <ac:spMkLst>
            <pc:docMk/>
            <pc:sldMk cId="2268625030" sldId="1892"/>
            <ac:spMk id="6" creationId="{B222B0D2-542E-6A26-0021-F941D109C883}"/>
          </ac:spMkLst>
        </pc:spChg>
        <pc:spChg chg="mod ord">
          <ac:chgData name="Benjamin Salling Hvass" userId="7f701290-7113-44e4-8483-3cbeee116501" providerId="ADAL" clId="{5CFDDF4D-4CCA-50B7-A29E-A0C3AD0A79D7}" dt="2026-05-05T05:53:43.677" v="3649" actId="20577"/>
          <ac:spMkLst>
            <pc:docMk/>
            <pc:sldMk cId="2268625030" sldId="1892"/>
            <ac:spMk id="8" creationId="{2B134C01-DCF9-EBB3-B599-22355F7160DD}"/>
          </ac:spMkLst>
        </pc:spChg>
        <pc:graphicFrameChg chg="add mod modGraphic">
          <ac:chgData name="Benjamin Salling Hvass" userId="7f701290-7113-44e4-8483-3cbeee116501" providerId="ADAL" clId="{5CFDDF4D-4CCA-50B7-A29E-A0C3AD0A79D7}" dt="2026-05-05T05:55:25.380" v="3733" actId="1076"/>
          <ac:graphicFrameMkLst>
            <pc:docMk/>
            <pc:sldMk cId="2268625030" sldId="1892"/>
            <ac:graphicFrameMk id="7" creationId="{89E2781F-F66C-C129-32CA-66648286C374}"/>
          </ac:graphicFrameMkLst>
        </pc:graphicFrameChg>
      </pc:sldChg>
      <pc:sldChg chg="modSp mod modClrScheme chgLayout">
        <pc:chgData name="Benjamin Salling Hvass" userId="7f701290-7113-44e4-8483-3cbeee116501" providerId="ADAL" clId="{5CFDDF4D-4CCA-50B7-A29E-A0C3AD0A79D7}" dt="2026-05-05T06:07:28.757" v="4541" actId="20577"/>
        <pc:sldMkLst>
          <pc:docMk/>
          <pc:sldMk cId="1520841915" sldId="1893"/>
        </pc:sldMkLst>
        <pc:spChg chg="mod ord">
          <ac:chgData name="Benjamin Salling Hvass" userId="7f701290-7113-44e4-8483-3cbeee116501" providerId="ADAL" clId="{5CFDDF4D-4CCA-50B7-A29E-A0C3AD0A79D7}" dt="2026-05-05T00:46:24.843" v="592" actId="700"/>
          <ac:spMkLst>
            <pc:docMk/>
            <pc:sldMk cId="1520841915" sldId="1893"/>
            <ac:spMk id="4" creationId="{E56F9D8C-CB27-2B2D-C3B1-675E5A2CB104}"/>
          </ac:spMkLst>
        </pc:spChg>
        <pc:spChg chg="mod ord">
          <ac:chgData name="Benjamin Salling Hvass" userId="7f701290-7113-44e4-8483-3cbeee116501" providerId="ADAL" clId="{5CFDDF4D-4CCA-50B7-A29E-A0C3AD0A79D7}" dt="2026-05-05T00:46:24.843" v="592" actId="700"/>
          <ac:spMkLst>
            <pc:docMk/>
            <pc:sldMk cId="1520841915" sldId="1893"/>
            <ac:spMk id="5" creationId="{C46A61D0-A2DA-2956-504B-A952F8DC8158}"/>
          </ac:spMkLst>
        </pc:spChg>
        <pc:spChg chg="mod ord">
          <ac:chgData name="Benjamin Salling Hvass" userId="7f701290-7113-44e4-8483-3cbeee116501" providerId="ADAL" clId="{5CFDDF4D-4CCA-50B7-A29E-A0C3AD0A79D7}" dt="2026-05-05T00:46:24.843" v="592" actId="700"/>
          <ac:spMkLst>
            <pc:docMk/>
            <pc:sldMk cId="1520841915" sldId="1893"/>
            <ac:spMk id="6" creationId="{72EC01F4-4B2A-2049-E429-A388BB3DB855}"/>
          </ac:spMkLst>
        </pc:spChg>
        <pc:spChg chg="mod ord">
          <ac:chgData name="Benjamin Salling Hvass" userId="7f701290-7113-44e4-8483-3cbeee116501" providerId="ADAL" clId="{5CFDDF4D-4CCA-50B7-A29E-A0C3AD0A79D7}" dt="2026-05-05T00:46:24.843" v="592" actId="700"/>
          <ac:spMkLst>
            <pc:docMk/>
            <pc:sldMk cId="1520841915" sldId="1893"/>
            <ac:spMk id="8" creationId="{53220ED4-D37E-638F-8289-DC22A5943C58}"/>
          </ac:spMkLst>
        </pc:spChg>
        <pc:graphicFrameChg chg="mod ord modGraphic">
          <ac:chgData name="Benjamin Salling Hvass" userId="7f701290-7113-44e4-8483-3cbeee116501" providerId="ADAL" clId="{5CFDDF4D-4CCA-50B7-A29E-A0C3AD0A79D7}" dt="2026-05-05T06:07:28.757" v="4541" actId="20577"/>
          <ac:graphicFrameMkLst>
            <pc:docMk/>
            <pc:sldMk cId="1520841915" sldId="1893"/>
            <ac:graphicFrameMk id="12" creationId="{B39E156A-AAAE-4190-5959-A731C0C57E2E}"/>
          </ac:graphicFrameMkLst>
        </pc:graphicFrameChg>
      </pc:sldChg>
      <pc:sldChg chg="modSp mod modClrScheme chgLayout">
        <pc:chgData name="Benjamin Salling Hvass" userId="7f701290-7113-44e4-8483-3cbeee116501" providerId="ADAL" clId="{5CFDDF4D-4CCA-50B7-A29E-A0C3AD0A79D7}" dt="2026-05-05T06:14:08.739" v="4998" actId="20577"/>
        <pc:sldMkLst>
          <pc:docMk/>
          <pc:sldMk cId="4101761496" sldId="1894"/>
        </pc:sldMkLst>
        <pc:spChg chg="mod ord">
          <ac:chgData name="Benjamin Salling Hvass" userId="7f701290-7113-44e4-8483-3cbeee116501" providerId="ADAL" clId="{5CFDDF4D-4CCA-50B7-A29E-A0C3AD0A79D7}" dt="2026-05-05T05:53:47.735" v="3650" actId="700"/>
          <ac:spMkLst>
            <pc:docMk/>
            <pc:sldMk cId="4101761496" sldId="1894"/>
            <ac:spMk id="4" creationId="{461CE921-9197-CCFC-0DB9-5C6A4C98B84C}"/>
          </ac:spMkLst>
        </pc:spChg>
        <pc:spChg chg="mod ord">
          <ac:chgData name="Benjamin Salling Hvass" userId="7f701290-7113-44e4-8483-3cbeee116501" providerId="ADAL" clId="{5CFDDF4D-4CCA-50B7-A29E-A0C3AD0A79D7}" dt="2026-05-05T05:53:47.735" v="3650" actId="700"/>
          <ac:spMkLst>
            <pc:docMk/>
            <pc:sldMk cId="4101761496" sldId="1894"/>
            <ac:spMk id="5" creationId="{0C3D70BA-3FA5-6FD7-2E8F-8BE12F3C01F6}"/>
          </ac:spMkLst>
        </pc:spChg>
        <pc:spChg chg="mod ord">
          <ac:chgData name="Benjamin Salling Hvass" userId="7f701290-7113-44e4-8483-3cbeee116501" providerId="ADAL" clId="{5CFDDF4D-4CCA-50B7-A29E-A0C3AD0A79D7}" dt="2026-05-05T05:53:47.735" v="3650" actId="700"/>
          <ac:spMkLst>
            <pc:docMk/>
            <pc:sldMk cId="4101761496" sldId="1894"/>
            <ac:spMk id="6" creationId="{A102F5C7-E84E-991D-01D3-1EDD9727D5A7}"/>
          </ac:spMkLst>
        </pc:spChg>
        <pc:spChg chg="mod ord">
          <ac:chgData name="Benjamin Salling Hvass" userId="7f701290-7113-44e4-8483-3cbeee116501" providerId="ADAL" clId="{5CFDDF4D-4CCA-50B7-A29E-A0C3AD0A79D7}" dt="2026-05-05T05:53:53.535" v="3670" actId="20577"/>
          <ac:spMkLst>
            <pc:docMk/>
            <pc:sldMk cId="4101761496" sldId="1894"/>
            <ac:spMk id="8" creationId="{E2599EFF-37C3-7C82-B8C4-D2A4E9350BDE}"/>
          </ac:spMkLst>
        </pc:spChg>
        <pc:graphicFrameChg chg="mod ord modGraphic">
          <ac:chgData name="Benjamin Salling Hvass" userId="7f701290-7113-44e4-8483-3cbeee116501" providerId="ADAL" clId="{5CFDDF4D-4CCA-50B7-A29E-A0C3AD0A79D7}" dt="2026-05-05T06:14:08.739" v="4998" actId="20577"/>
          <ac:graphicFrameMkLst>
            <pc:docMk/>
            <pc:sldMk cId="4101761496" sldId="1894"/>
            <ac:graphicFrameMk id="12" creationId="{5BD0F255-369E-C4EE-BA89-832751DDE2CB}"/>
          </ac:graphicFrameMkLst>
        </pc:graphicFrameChg>
      </pc:sldChg>
      <pc:sldChg chg="modSp new mod">
        <pc:chgData name="Benjamin Salling Hvass" userId="7f701290-7113-44e4-8483-3cbeee116501" providerId="ADAL" clId="{5CFDDF4D-4CCA-50B7-A29E-A0C3AD0A79D7}" dt="2026-05-05T06:05:37.742" v="4533" actId="113"/>
        <pc:sldMkLst>
          <pc:docMk/>
          <pc:sldMk cId="490080618" sldId="1895"/>
        </pc:sldMkLst>
        <pc:spChg chg="mod">
          <ac:chgData name="Benjamin Salling Hvass" userId="7f701290-7113-44e4-8483-3cbeee116501" providerId="ADAL" clId="{5CFDDF4D-4CCA-50B7-A29E-A0C3AD0A79D7}" dt="2026-05-05T00:45:55.147" v="589" actId="20577"/>
          <ac:spMkLst>
            <pc:docMk/>
            <pc:sldMk cId="490080618" sldId="1895"/>
            <ac:spMk id="2" creationId="{7747A032-DEFD-2B8F-D5D0-9FE755C647BA}"/>
          </ac:spMkLst>
        </pc:spChg>
        <pc:spChg chg="mod">
          <ac:chgData name="Benjamin Salling Hvass" userId="7f701290-7113-44e4-8483-3cbeee116501" providerId="ADAL" clId="{5CFDDF4D-4CCA-50B7-A29E-A0C3AD0A79D7}" dt="2026-05-05T06:05:37.742" v="4533" actId="113"/>
          <ac:spMkLst>
            <pc:docMk/>
            <pc:sldMk cId="490080618" sldId="1895"/>
            <ac:spMk id="3" creationId="{F175D522-7E75-E82A-20FC-DC4010334EA4}"/>
          </ac:spMkLst>
        </pc:spChg>
      </pc:sldChg>
      <pc:sldChg chg="modSp new mod">
        <pc:chgData name="Benjamin Salling Hvass" userId="7f701290-7113-44e4-8483-3cbeee116501" providerId="ADAL" clId="{5CFDDF4D-4CCA-50B7-A29E-A0C3AD0A79D7}" dt="2026-05-05T06:17:32.232" v="5205" actId="20577"/>
        <pc:sldMkLst>
          <pc:docMk/>
          <pc:sldMk cId="2640627629" sldId="1896"/>
        </pc:sldMkLst>
        <pc:spChg chg="mod">
          <ac:chgData name="Benjamin Salling Hvass" userId="7f701290-7113-44e4-8483-3cbeee116501" providerId="ADAL" clId="{5CFDDF4D-4CCA-50B7-A29E-A0C3AD0A79D7}" dt="2026-05-05T00:46:43.246" v="612" actId="20577"/>
          <ac:spMkLst>
            <pc:docMk/>
            <pc:sldMk cId="2640627629" sldId="1896"/>
            <ac:spMk id="2" creationId="{D863E017-B1E6-B51B-47DD-099D492E1E68}"/>
          </ac:spMkLst>
        </pc:spChg>
        <pc:spChg chg="mod">
          <ac:chgData name="Benjamin Salling Hvass" userId="7f701290-7113-44e4-8483-3cbeee116501" providerId="ADAL" clId="{5CFDDF4D-4CCA-50B7-A29E-A0C3AD0A79D7}" dt="2026-05-05T06:17:32.232" v="5205" actId="20577"/>
          <ac:spMkLst>
            <pc:docMk/>
            <pc:sldMk cId="2640627629" sldId="1896"/>
            <ac:spMk id="3" creationId="{63BD2974-DB69-0BDE-9A75-BF441BA63A73}"/>
          </ac:spMkLst>
        </pc:spChg>
      </pc:sldChg>
      <pc:sldChg chg="modSp add mod ord">
        <pc:chgData name="Benjamin Salling Hvass" userId="7f701290-7113-44e4-8483-3cbeee116501" providerId="ADAL" clId="{5CFDDF4D-4CCA-50B7-A29E-A0C3AD0A79D7}" dt="2026-05-05T06:15:59.605" v="5075" actId="20577"/>
        <pc:sldMkLst>
          <pc:docMk/>
          <pc:sldMk cId="3652226228" sldId="1897"/>
        </pc:sldMkLst>
        <pc:spChg chg="mod">
          <ac:chgData name="Benjamin Salling Hvass" userId="7f701290-7113-44e4-8483-3cbeee116501" providerId="ADAL" clId="{5CFDDF4D-4CCA-50B7-A29E-A0C3AD0A79D7}" dt="2026-05-05T00:46:49.788" v="616" actId="20577"/>
          <ac:spMkLst>
            <pc:docMk/>
            <pc:sldMk cId="3652226228" sldId="1897"/>
            <ac:spMk id="2" creationId="{6561BE5A-70D9-9FAB-0868-38C592A1CA9E}"/>
          </ac:spMkLst>
        </pc:spChg>
        <pc:spChg chg="mod">
          <ac:chgData name="Benjamin Salling Hvass" userId="7f701290-7113-44e4-8483-3cbeee116501" providerId="ADAL" clId="{5CFDDF4D-4CCA-50B7-A29E-A0C3AD0A79D7}" dt="2026-05-05T06:15:59.605" v="5075" actId="20577"/>
          <ac:spMkLst>
            <pc:docMk/>
            <pc:sldMk cId="3652226228" sldId="1897"/>
            <ac:spMk id="3" creationId="{0F552B37-C318-762E-B954-B3976074C469}"/>
          </ac:spMkLst>
        </pc:spChg>
      </pc:sldChg>
    </pc:docChg>
  </pc:docChgLst>
  <pc:docChgLst>
    <pc:chgData name="Benjamin Salling Hvass" userId="S::benjamin.hvass@alexandra.dk::7f701290-7113-44e4-8483-3cbeee116501" providerId="AD" clId="Web-{5F10CAB5-6C9D-678B-E9A0-F6C657D37B6D}"/>
    <pc:docChg chg="addSld delSld modSld">
      <pc:chgData name="Benjamin Salling Hvass" userId="S::benjamin.hvass@alexandra.dk::7f701290-7113-44e4-8483-3cbeee116501" providerId="AD" clId="Web-{5F10CAB5-6C9D-678B-E9A0-F6C657D37B6D}" dt="2026-04-30T14:08:55.449" v="1037"/>
      <pc:docMkLst>
        <pc:docMk/>
      </pc:docMkLst>
      <pc:sldChg chg="modSp">
        <pc:chgData name="Benjamin Salling Hvass" userId="S::benjamin.hvass@alexandra.dk::7f701290-7113-44e4-8483-3cbeee116501" providerId="AD" clId="Web-{5F10CAB5-6C9D-678B-E9A0-F6C657D37B6D}" dt="2026-04-30T13:47:10.939" v="115" actId="20577"/>
        <pc:sldMkLst>
          <pc:docMk/>
          <pc:sldMk cId="3897004134" sldId="1891"/>
        </pc:sldMkLst>
        <pc:spChg chg="mod">
          <ac:chgData name="Benjamin Salling Hvass" userId="S::benjamin.hvass@alexandra.dk::7f701290-7113-44e4-8483-3cbeee116501" providerId="AD" clId="Web-{5F10CAB5-6C9D-678B-E9A0-F6C657D37B6D}" dt="2026-04-30T13:47:10.939" v="115" actId="20577"/>
          <ac:spMkLst>
            <pc:docMk/>
            <pc:sldMk cId="3897004134" sldId="1891"/>
            <ac:spMk id="3" creationId="{41B567C0-6C1F-B864-CA27-358FA77D3C2F}"/>
          </ac:spMkLst>
        </pc:spChg>
      </pc:sldChg>
      <pc:sldChg chg="modSp">
        <pc:chgData name="Benjamin Salling Hvass" userId="S::benjamin.hvass@alexandra.dk::7f701290-7113-44e4-8483-3cbeee116501" providerId="AD" clId="Web-{5F10CAB5-6C9D-678B-E9A0-F6C657D37B6D}" dt="2026-04-30T14:08:55.449" v="1037"/>
        <pc:sldMkLst>
          <pc:docMk/>
          <pc:sldMk cId="2268625030" sldId="1892"/>
        </pc:sldMkLst>
        <pc:graphicFrameChg chg="mod modGraphic">
          <ac:chgData name="Benjamin Salling Hvass" userId="S::benjamin.hvass@alexandra.dk::7f701290-7113-44e4-8483-3cbeee116501" providerId="AD" clId="Web-{5F10CAB5-6C9D-678B-E9A0-F6C657D37B6D}" dt="2026-04-30T14:08:55.449" v="1037"/>
          <ac:graphicFrameMkLst>
            <pc:docMk/>
            <pc:sldMk cId="2268625030" sldId="1892"/>
            <ac:graphicFrameMk id="7" creationId="{89E2781F-F66C-C129-32CA-66648286C374}"/>
          </ac:graphicFrameMkLst>
        </pc:graphicFrameChg>
      </pc:sldChg>
      <pc:sldChg chg="modSp">
        <pc:chgData name="Benjamin Salling Hvass" userId="S::benjamin.hvass@alexandra.dk::7f701290-7113-44e4-8483-3cbeee116501" providerId="AD" clId="Web-{5F10CAB5-6C9D-678B-E9A0-F6C657D37B6D}" dt="2026-04-30T14:06:21.977" v="849"/>
        <pc:sldMkLst>
          <pc:docMk/>
          <pc:sldMk cId="1520841915" sldId="1893"/>
        </pc:sldMkLst>
        <pc:graphicFrameChg chg="mod modGraphic">
          <ac:chgData name="Benjamin Salling Hvass" userId="S::benjamin.hvass@alexandra.dk::7f701290-7113-44e4-8483-3cbeee116501" providerId="AD" clId="Web-{5F10CAB5-6C9D-678B-E9A0-F6C657D37B6D}" dt="2026-04-30T14:06:21.977" v="849"/>
          <ac:graphicFrameMkLst>
            <pc:docMk/>
            <pc:sldMk cId="1520841915" sldId="1893"/>
            <ac:graphicFrameMk id="12" creationId="{B39E156A-AAAE-4190-5959-A731C0C57E2E}"/>
          </ac:graphicFrameMkLst>
        </pc:graphicFrameChg>
      </pc:sldChg>
      <pc:sldChg chg="modSp add del">
        <pc:chgData name="Benjamin Salling Hvass" userId="S::benjamin.hvass@alexandra.dk::7f701290-7113-44e4-8483-3cbeee116501" providerId="AD" clId="Web-{5F10CAB5-6C9D-678B-E9A0-F6C657D37B6D}" dt="2026-04-30T14:07:54.823" v="987"/>
        <pc:sldMkLst>
          <pc:docMk/>
          <pc:sldMk cId="4101761496" sldId="1894"/>
        </pc:sldMkLst>
        <pc:graphicFrameChg chg="mod modGraphic">
          <ac:chgData name="Benjamin Salling Hvass" userId="S::benjamin.hvass@alexandra.dk::7f701290-7113-44e4-8483-3cbeee116501" providerId="AD" clId="Web-{5F10CAB5-6C9D-678B-E9A0-F6C657D37B6D}" dt="2026-04-30T14:07:54.823" v="987"/>
          <ac:graphicFrameMkLst>
            <pc:docMk/>
            <pc:sldMk cId="4101761496" sldId="1894"/>
            <ac:graphicFrameMk id="12" creationId="{5BD0F255-369E-C4EE-BA89-832751DDE2CB}"/>
          </ac:graphicFrameMkLst>
        </pc:graphicFrameChg>
      </pc:sldChg>
    </pc:docChg>
  </pc:docChgLst>
  <pc:docChgLst>
    <pc:chgData name="Benjamin Salling Hvass" userId="S::benjamin.hvass@alexandra.dk::7f701290-7113-44e4-8483-3cbeee116501" providerId="AD" clId="Web-{4B6C8568-1114-34B6-80B1-96A1DCABB3F2}"/>
    <pc:docChg chg="modSld">
      <pc:chgData name="Benjamin Salling Hvass" userId="S::benjamin.hvass@alexandra.dk::7f701290-7113-44e4-8483-3cbeee116501" providerId="AD" clId="Web-{4B6C8568-1114-34B6-80B1-96A1DCABB3F2}" dt="2026-04-30T18:47:58.865" v="859"/>
      <pc:docMkLst>
        <pc:docMk/>
      </pc:docMkLst>
      <pc:sldChg chg="modSp">
        <pc:chgData name="Benjamin Salling Hvass" userId="S::benjamin.hvass@alexandra.dk::7f701290-7113-44e4-8483-3cbeee116501" providerId="AD" clId="Web-{4B6C8568-1114-34B6-80B1-96A1DCABB3F2}" dt="2026-04-30T18:44:03.654" v="644" actId="20577"/>
        <pc:sldMkLst>
          <pc:docMk/>
          <pc:sldMk cId="3897004134" sldId="1891"/>
        </pc:sldMkLst>
        <pc:spChg chg="mod">
          <ac:chgData name="Benjamin Salling Hvass" userId="S::benjamin.hvass@alexandra.dk::7f701290-7113-44e4-8483-3cbeee116501" providerId="AD" clId="Web-{4B6C8568-1114-34B6-80B1-96A1DCABB3F2}" dt="2026-04-30T18:44:03.654" v="644" actId="20577"/>
          <ac:spMkLst>
            <pc:docMk/>
            <pc:sldMk cId="3897004134" sldId="1891"/>
            <ac:spMk id="3" creationId="{41B567C0-6C1F-B864-CA27-358FA77D3C2F}"/>
          </ac:spMkLst>
        </pc:spChg>
      </pc:sldChg>
      <pc:sldChg chg="modSp">
        <pc:chgData name="Benjamin Salling Hvass" userId="S::benjamin.hvass@alexandra.dk::7f701290-7113-44e4-8483-3cbeee116501" providerId="AD" clId="Web-{4B6C8568-1114-34B6-80B1-96A1DCABB3F2}" dt="2026-04-30T18:47:58.865" v="859"/>
        <pc:sldMkLst>
          <pc:docMk/>
          <pc:sldMk cId="2268625030" sldId="1892"/>
        </pc:sldMkLst>
        <pc:graphicFrameChg chg="mod modGraphic">
          <ac:chgData name="Benjamin Salling Hvass" userId="S::benjamin.hvass@alexandra.dk::7f701290-7113-44e4-8483-3cbeee116501" providerId="AD" clId="Web-{4B6C8568-1114-34B6-80B1-96A1DCABB3F2}" dt="2026-04-30T18:47:58.865" v="859"/>
          <ac:graphicFrameMkLst>
            <pc:docMk/>
            <pc:sldMk cId="2268625030" sldId="1892"/>
            <ac:graphicFrameMk id="7" creationId="{89E2781F-F66C-C129-32CA-66648286C374}"/>
          </ac:graphicFrameMkLst>
        </pc:graphicFrameChg>
      </pc:sldChg>
      <pc:sldChg chg="modSp">
        <pc:chgData name="Benjamin Salling Hvass" userId="S::benjamin.hvass@alexandra.dk::7f701290-7113-44e4-8483-3cbeee116501" providerId="AD" clId="Web-{4B6C8568-1114-34B6-80B1-96A1DCABB3F2}" dt="2026-04-30T18:40:47.866" v="518"/>
        <pc:sldMkLst>
          <pc:docMk/>
          <pc:sldMk cId="1520841915" sldId="1893"/>
        </pc:sldMkLst>
        <pc:graphicFrameChg chg="mod modGraphic">
          <ac:chgData name="Benjamin Salling Hvass" userId="S::benjamin.hvass@alexandra.dk::7f701290-7113-44e4-8483-3cbeee116501" providerId="AD" clId="Web-{4B6C8568-1114-34B6-80B1-96A1DCABB3F2}" dt="2026-04-30T18:40:47.866" v="518"/>
          <ac:graphicFrameMkLst>
            <pc:docMk/>
            <pc:sldMk cId="1520841915" sldId="1893"/>
            <ac:graphicFrameMk id="12" creationId="{B39E156A-AAAE-4190-5959-A731C0C57E2E}"/>
          </ac:graphicFrameMkLst>
        </pc:graphicFrameChg>
      </pc:sldChg>
      <pc:sldChg chg="modSp">
        <pc:chgData name="Benjamin Salling Hvass" userId="S::benjamin.hvass@alexandra.dk::7f701290-7113-44e4-8483-3cbeee116501" providerId="AD" clId="Web-{4B6C8568-1114-34B6-80B1-96A1DCABB3F2}" dt="2026-04-30T18:42:40.978" v="552"/>
        <pc:sldMkLst>
          <pc:docMk/>
          <pc:sldMk cId="4101761496" sldId="1894"/>
        </pc:sldMkLst>
        <pc:graphicFrameChg chg="mod modGraphic">
          <ac:chgData name="Benjamin Salling Hvass" userId="S::benjamin.hvass@alexandra.dk::7f701290-7113-44e4-8483-3cbeee116501" providerId="AD" clId="Web-{4B6C8568-1114-34B6-80B1-96A1DCABB3F2}" dt="2026-04-30T18:42:40.978" v="552"/>
          <ac:graphicFrameMkLst>
            <pc:docMk/>
            <pc:sldMk cId="4101761496" sldId="1894"/>
            <ac:graphicFrameMk id="12" creationId="{5BD0F255-369E-C4EE-BA89-832751DDE2CB}"/>
          </ac:graphicFrameMkLst>
        </pc:graphicFrameChg>
      </pc:sldChg>
    </pc:docChg>
  </pc:docChgLst>
  <pc:docChgLst>
    <pc:chgData name="Benjamin Salling Hvass" userId="S::benjamin.hvass@alexandra.dk::7f701290-7113-44e4-8483-3cbeee116501" providerId="AD" clId="Web-{3F25CAD0-0B50-944C-AA5B-22A4F6B1617B}"/>
    <pc:docChg chg="modSld">
      <pc:chgData name="Benjamin Salling Hvass" userId="S::benjamin.hvass@alexandra.dk::7f701290-7113-44e4-8483-3cbeee116501" providerId="AD" clId="Web-{3F25CAD0-0B50-944C-AA5B-22A4F6B1617B}" dt="2026-04-16T12:08:28.121" v="53"/>
      <pc:docMkLst>
        <pc:docMk/>
      </pc:docMkLst>
      <pc:sldChg chg="modSp">
        <pc:chgData name="Benjamin Salling Hvass" userId="S::benjamin.hvass@alexandra.dk::7f701290-7113-44e4-8483-3cbeee116501" providerId="AD" clId="Web-{3F25CAD0-0B50-944C-AA5B-22A4F6B1617B}" dt="2026-04-16T12:08:28.121" v="53"/>
        <pc:sldMkLst>
          <pc:docMk/>
          <pc:sldMk cId="2268625030" sldId="1892"/>
        </pc:sldMkLst>
        <pc:graphicFrameChg chg="mod modGraphic">
          <ac:chgData name="Benjamin Salling Hvass" userId="S::benjamin.hvass@alexandra.dk::7f701290-7113-44e4-8483-3cbeee116501" providerId="AD" clId="Web-{3F25CAD0-0B50-944C-AA5B-22A4F6B1617B}" dt="2026-04-16T12:08:28.121" v="53"/>
          <ac:graphicFrameMkLst>
            <pc:docMk/>
            <pc:sldMk cId="2268625030" sldId="1892"/>
            <ac:graphicFrameMk id="7" creationId="{89E2781F-F66C-C129-32CA-66648286C374}"/>
          </ac:graphicFrameMkLst>
        </pc:graphicFrameChg>
      </pc:sldChg>
      <pc:sldChg chg="modSp">
        <pc:chgData name="Benjamin Salling Hvass" userId="S::benjamin.hvass@alexandra.dk::7f701290-7113-44e4-8483-3cbeee116501" providerId="AD" clId="Web-{3F25CAD0-0B50-944C-AA5B-22A4F6B1617B}" dt="2026-04-16T12:07:04.073" v="3"/>
        <pc:sldMkLst>
          <pc:docMk/>
          <pc:sldMk cId="1520841915" sldId="1893"/>
        </pc:sldMkLst>
        <pc:graphicFrameChg chg="mod modGraphic">
          <ac:chgData name="Benjamin Salling Hvass" userId="S::benjamin.hvass@alexandra.dk::7f701290-7113-44e4-8483-3cbeee116501" providerId="AD" clId="Web-{3F25CAD0-0B50-944C-AA5B-22A4F6B1617B}" dt="2026-04-16T12:07:04.073" v="3"/>
          <ac:graphicFrameMkLst>
            <pc:docMk/>
            <pc:sldMk cId="1520841915" sldId="1893"/>
            <ac:graphicFrameMk id="12" creationId="{B39E156A-AAAE-4190-5959-A731C0C57E2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da-DK"/>
          </a:p>
        </p:txBody>
      </p:sp>
      <p:sp>
        <p:nvSpPr>
          <p:cNvPr id="3" name="Pladsholder til dato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5FB8A8B2-9967-5C4C-B793-6C24CF068DE2}" type="datetimeFigureOut">
              <a:rPr lang="da-DK" smtClean="0"/>
              <a:t>04-05-2026</a:t>
            </a:fld>
            <a:endParaRPr lang="da-DK"/>
          </a:p>
        </p:txBody>
      </p:sp>
      <p:sp>
        <p:nvSpPr>
          <p:cNvPr id="4" name="Pladsholder til slidebillede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da-DK"/>
          </a:p>
        </p:txBody>
      </p:sp>
      <p:sp>
        <p:nvSpPr>
          <p:cNvPr id="5" name="Pladsholder til not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da-DK"/>
          </a:p>
        </p:txBody>
      </p:sp>
      <p:sp>
        <p:nvSpPr>
          <p:cNvPr id="7" name="Pladsholder til slidenumm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05BF29A2-4FD5-4341-8EB7-C2CDDFE66A51}" type="slidenum">
              <a:rPr lang="da-DK" smtClean="0"/>
              <a:t>‹#›</a:t>
            </a:fld>
            <a:endParaRPr lang="da-DK"/>
          </a:p>
        </p:txBody>
      </p:sp>
    </p:spTree>
    <p:extLst>
      <p:ext uri="{BB962C8B-B14F-4D97-AF65-F5344CB8AC3E}">
        <p14:creationId xmlns:p14="http://schemas.microsoft.com/office/powerpoint/2010/main" val="40167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05BF29A2-4FD5-4341-8EB7-C2CDDFE66A51}" type="slidenum">
              <a:rPr lang="da-DK" smtClean="0"/>
              <a:t>1</a:t>
            </a:fld>
            <a:endParaRPr lang="da-DK"/>
          </a:p>
        </p:txBody>
      </p:sp>
    </p:spTree>
    <p:extLst>
      <p:ext uri="{BB962C8B-B14F-4D97-AF65-F5344CB8AC3E}">
        <p14:creationId xmlns:p14="http://schemas.microsoft.com/office/powerpoint/2010/main" val="850384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05BF29A2-4FD5-4341-8EB7-C2CDDFE66A51}" type="slidenum">
              <a:rPr lang="da-DK" smtClean="0"/>
              <a:t>3</a:t>
            </a:fld>
            <a:endParaRPr lang="da-DK"/>
          </a:p>
        </p:txBody>
      </p:sp>
    </p:spTree>
    <p:extLst>
      <p:ext uri="{BB962C8B-B14F-4D97-AF65-F5344CB8AC3E}">
        <p14:creationId xmlns:p14="http://schemas.microsoft.com/office/powerpoint/2010/main" val="3122498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5D2EF-0906-39E8-7143-065D282AF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45A49-7783-3A8B-F225-6B90AF189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A19E7-6A83-E0A6-5911-3A7AA97AD5CD}"/>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CECBA0AA-B1EB-4884-8CFE-72932A451DAB}"/>
              </a:ext>
            </a:extLst>
          </p:cNvPr>
          <p:cNvSpPr>
            <a:spLocks noGrp="1"/>
          </p:cNvSpPr>
          <p:nvPr>
            <p:ph type="sldNum" sz="quarter" idx="5"/>
          </p:nvPr>
        </p:nvSpPr>
        <p:spPr/>
        <p:txBody>
          <a:bodyPr/>
          <a:lstStyle/>
          <a:p>
            <a:fld id="{05BF29A2-4FD5-4341-8EB7-C2CDDFE66A51}" type="slidenum">
              <a:rPr lang="da-DK" smtClean="0"/>
              <a:t>5</a:t>
            </a:fld>
            <a:endParaRPr lang="da-DK"/>
          </a:p>
        </p:txBody>
      </p:sp>
    </p:spTree>
    <p:extLst>
      <p:ext uri="{BB962C8B-B14F-4D97-AF65-F5344CB8AC3E}">
        <p14:creationId xmlns:p14="http://schemas.microsoft.com/office/powerpoint/2010/main" val="2892471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7E7B-9F11-2F27-DA60-9D84DBEFE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F8967-5025-49F9-3E47-47566B7F0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A84BC-5895-9E42-EE34-14DBE278ED11}"/>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3953837E-1EDD-A4D1-8CF0-546EFB733D90}"/>
              </a:ext>
            </a:extLst>
          </p:cNvPr>
          <p:cNvSpPr>
            <a:spLocks noGrp="1"/>
          </p:cNvSpPr>
          <p:nvPr>
            <p:ph type="sldNum" sz="quarter" idx="5"/>
          </p:nvPr>
        </p:nvSpPr>
        <p:spPr/>
        <p:txBody>
          <a:bodyPr/>
          <a:lstStyle/>
          <a:p>
            <a:fld id="{05BF29A2-4FD5-4341-8EB7-C2CDDFE66A51}" type="slidenum">
              <a:rPr lang="da-DK" smtClean="0"/>
              <a:t>7</a:t>
            </a:fld>
            <a:endParaRPr lang="da-DK"/>
          </a:p>
        </p:txBody>
      </p:sp>
    </p:spTree>
    <p:extLst>
      <p:ext uri="{BB962C8B-B14F-4D97-AF65-F5344CB8AC3E}">
        <p14:creationId xmlns:p14="http://schemas.microsoft.com/office/powerpoint/2010/main" val="1200413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ORSIDE ALX GENERISK">
    <p:spTree>
      <p:nvGrpSpPr>
        <p:cNvPr id="1" name=""/>
        <p:cNvGrpSpPr/>
        <p:nvPr/>
      </p:nvGrpSpPr>
      <p:grpSpPr>
        <a:xfrm>
          <a:off x="0" y="0"/>
          <a:ext cx="0" cy="0"/>
          <a:chOff x="0" y="0"/>
          <a:chExt cx="0" cy="0"/>
        </a:xfrm>
      </p:grpSpPr>
      <p:pic>
        <p:nvPicPr>
          <p:cNvPr id="8" name="Billede 7" descr="Et billede, der indeholder kaffekop, krus, bord, bordservice&#10;&#10;AI-genereret indhold kan være ukorrekt.">
            <a:extLst>
              <a:ext uri="{FF2B5EF4-FFF2-40B4-BE49-F238E27FC236}">
                <a16:creationId xmlns:a16="http://schemas.microsoft.com/office/drawing/2014/main" id="{C121535F-D843-EA03-AF0E-364245AE2B78}"/>
              </a:ext>
            </a:extLst>
          </p:cNvPr>
          <p:cNvPicPr>
            <a:picLocks noChangeAspect="1"/>
          </p:cNvPicPr>
          <p:nvPr/>
        </p:nvPicPr>
        <p:blipFill>
          <a:blip r:embed="rId2" cstate="screen">
            <a:extLst>
              <a:ext uri="{28A0092B-C50C-407E-A947-70E740481C1C}">
                <a14:useLocalDpi xmlns:a14="http://schemas.microsoft.com/office/drawing/2010/main"/>
              </a:ext>
            </a:extLst>
          </a:blip>
          <a:srcRect l="-24258" b="-23475"/>
          <a:stretch>
            <a:fillRect/>
          </a:stretch>
        </p:blipFill>
        <p:spPr>
          <a:xfrm>
            <a:off x="2266094" y="0"/>
            <a:ext cx="9925906" cy="5554075"/>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da-DK"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da-DK"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4541233"/>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FORSIDE ALX SIKKERHED">
    <p:spTree>
      <p:nvGrpSpPr>
        <p:cNvPr id="1" name=""/>
        <p:cNvGrpSpPr/>
        <p:nvPr/>
      </p:nvGrpSpPr>
      <p:grpSpPr>
        <a:xfrm>
          <a:off x="0" y="0"/>
          <a:ext cx="0" cy="0"/>
          <a:chOff x="0" y="0"/>
          <a:chExt cx="0" cy="0"/>
        </a:xfrm>
      </p:grpSpPr>
      <p:pic>
        <p:nvPicPr>
          <p:cNvPr id="6" name="Billede 5" descr="Et billede, der indeholder kredsløb, elektronik, Elektronisk komponent, Elektroteknik&#10;&#10;AI-genereret indhold kan være ukorrekt.">
            <a:extLst>
              <a:ext uri="{FF2B5EF4-FFF2-40B4-BE49-F238E27FC236}">
                <a16:creationId xmlns:a16="http://schemas.microsoft.com/office/drawing/2014/main" id="{B083C026-0090-3194-76FE-2AB9675B5262}"/>
              </a:ext>
            </a:extLst>
          </p:cNvPr>
          <p:cNvPicPr>
            <a:picLocks noChangeAspect="1"/>
          </p:cNvPicPr>
          <p:nvPr/>
        </p:nvPicPr>
        <p:blipFill>
          <a:blip r:embed="rId2"/>
          <a:srcRect t="34411" r="21876"/>
          <a:stretch>
            <a:fillRect/>
          </a:stretch>
        </p:blipFill>
        <p:spPr>
          <a:xfrm>
            <a:off x="2667157" y="-1"/>
            <a:ext cx="9524843" cy="4498123"/>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da-DK"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2972861"/>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FORSIDE ALX BÆREDYGTIG">
    <p:spTree>
      <p:nvGrpSpPr>
        <p:cNvPr id="1" name=""/>
        <p:cNvGrpSpPr/>
        <p:nvPr/>
      </p:nvGrpSpPr>
      <p:grpSpPr>
        <a:xfrm>
          <a:off x="0" y="0"/>
          <a:ext cx="0" cy="0"/>
          <a:chOff x="0" y="0"/>
          <a:chExt cx="0" cy="0"/>
        </a:xfrm>
      </p:grpSpPr>
      <p:pic>
        <p:nvPicPr>
          <p:cNvPr id="11" name="Billede 10" descr="Et billede, der indeholder træ, person, udendørs, tøj&#10;&#10;AI-genereret indhold kan være ukorrekt.">
            <a:extLst>
              <a:ext uri="{FF2B5EF4-FFF2-40B4-BE49-F238E27FC236}">
                <a16:creationId xmlns:a16="http://schemas.microsoft.com/office/drawing/2014/main" id="{1D5533EA-34A2-1C3E-82C4-F40F51E1721B}"/>
              </a:ext>
            </a:extLst>
          </p:cNvPr>
          <p:cNvPicPr>
            <a:picLocks noChangeAspect="1"/>
          </p:cNvPicPr>
          <p:nvPr/>
        </p:nvPicPr>
        <p:blipFill>
          <a:blip r:embed="rId2"/>
          <a:stretch>
            <a:fillRect/>
          </a:stretch>
        </p:blipFill>
        <p:spPr>
          <a:xfrm>
            <a:off x="4140485" y="0"/>
            <a:ext cx="8051515" cy="4528977"/>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220018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ORSIDE ALX AI">
    <p:spTree>
      <p:nvGrpSpPr>
        <p:cNvPr id="1" name=""/>
        <p:cNvGrpSpPr/>
        <p:nvPr/>
      </p:nvGrpSpPr>
      <p:grpSpPr>
        <a:xfrm>
          <a:off x="0" y="0"/>
          <a:ext cx="0" cy="0"/>
          <a:chOff x="0" y="0"/>
          <a:chExt cx="0" cy="0"/>
        </a:xfrm>
      </p:grpSpPr>
      <p:pic>
        <p:nvPicPr>
          <p:cNvPr id="2" name="Billede 1" descr="Et billede, der indeholder person, fyrværkeri, lys/lygte&#10;&#10;AI-genereret indhold kan være ukorrekt.">
            <a:extLst>
              <a:ext uri="{FF2B5EF4-FFF2-40B4-BE49-F238E27FC236}">
                <a16:creationId xmlns:a16="http://schemas.microsoft.com/office/drawing/2014/main" id="{5D29AC76-5194-A073-E319-3DA1BCEAFC11}"/>
              </a:ext>
            </a:extLst>
          </p:cNvPr>
          <p:cNvPicPr>
            <a:picLocks noChangeAspect="1"/>
          </p:cNvPicPr>
          <p:nvPr/>
        </p:nvPicPr>
        <p:blipFill>
          <a:blip r:embed="rId2"/>
          <a:stretch>
            <a:fillRect/>
          </a:stretch>
        </p:blipFill>
        <p:spPr>
          <a:xfrm>
            <a:off x="4029357" y="0"/>
            <a:ext cx="8164530" cy="4592548"/>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754041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FORSIDE AI Sprogteknologi">
    <p:spTree>
      <p:nvGrpSpPr>
        <p:cNvPr id="1" name=""/>
        <p:cNvGrpSpPr/>
        <p:nvPr/>
      </p:nvGrpSpPr>
      <p:grpSpPr>
        <a:xfrm>
          <a:off x="0" y="0"/>
          <a:ext cx="0" cy="0"/>
          <a:chOff x="0" y="0"/>
          <a:chExt cx="0" cy="0"/>
        </a:xfrm>
      </p:grpSpPr>
      <p:pic>
        <p:nvPicPr>
          <p:cNvPr id="6" name="Billede 5" descr="Et billede, der indeholder person, indendørs, tøj, Ansigt&#10;&#10;AI-genereret indhold kan være ukorrekt.">
            <a:extLst>
              <a:ext uri="{FF2B5EF4-FFF2-40B4-BE49-F238E27FC236}">
                <a16:creationId xmlns:a16="http://schemas.microsoft.com/office/drawing/2014/main" id="{869A67AF-8795-6ADF-B0C8-649016374805}"/>
              </a:ext>
            </a:extLst>
          </p:cNvPr>
          <p:cNvPicPr>
            <a:picLocks noChangeAspect="1"/>
          </p:cNvPicPr>
          <p:nvPr/>
        </p:nvPicPr>
        <p:blipFill>
          <a:blip r:embed="rId2" cstate="screen">
            <a:extLst>
              <a:ext uri="{28A0092B-C50C-407E-A947-70E740481C1C}">
                <a14:useLocalDpi xmlns:a14="http://schemas.microsoft.com/office/drawing/2010/main"/>
              </a:ext>
            </a:extLst>
          </a:blip>
          <a:srcRect b="-1"/>
          <a:stretch>
            <a:fillRect/>
          </a:stretch>
        </p:blipFill>
        <p:spPr>
          <a:xfrm>
            <a:off x="4265662" y="0"/>
            <a:ext cx="7926338" cy="4687743"/>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17998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FORSIDE ALX SUNDHED">
    <p:spTree>
      <p:nvGrpSpPr>
        <p:cNvPr id="1" name=""/>
        <p:cNvGrpSpPr/>
        <p:nvPr/>
      </p:nvGrpSpPr>
      <p:grpSpPr>
        <a:xfrm>
          <a:off x="0" y="0"/>
          <a:ext cx="0" cy="0"/>
          <a:chOff x="0" y="0"/>
          <a:chExt cx="0" cy="0"/>
        </a:xfrm>
      </p:grpSpPr>
      <p:pic>
        <p:nvPicPr>
          <p:cNvPr id="17" name="Billede 16" descr="Et billede, der indeholder skærmbillede, elektronik, musik&#10;&#10;AI-genereret indhold kan være ukorrekt.">
            <a:extLst>
              <a:ext uri="{FF2B5EF4-FFF2-40B4-BE49-F238E27FC236}">
                <a16:creationId xmlns:a16="http://schemas.microsoft.com/office/drawing/2014/main" id="{0C704087-8C8C-A1EB-7981-3819ABE470AD}"/>
              </a:ext>
            </a:extLst>
          </p:cNvPr>
          <p:cNvPicPr>
            <a:picLocks noChangeAspect="1"/>
          </p:cNvPicPr>
          <p:nvPr/>
        </p:nvPicPr>
        <p:blipFill>
          <a:blip r:embed="rId2"/>
          <a:stretch>
            <a:fillRect/>
          </a:stretch>
        </p:blipFill>
        <p:spPr>
          <a:xfrm>
            <a:off x="4173365" y="0"/>
            <a:ext cx="8018635" cy="4510482"/>
          </a:xfrm>
          <a:prstGeom prst="rect">
            <a:avLst/>
          </a:prstGeom>
        </p:spPr>
      </p:pic>
      <p:pic>
        <p:nvPicPr>
          <p:cNvPr id="5" name="Billede 4" descr="Et billede, der indeholder skærmbillede, blå/nedtrykt, Elektrisk blå, Azurblå&#10;&#10;AI-genereret indhold kan være ukorrekt.">
            <a:extLst>
              <a:ext uri="{FF2B5EF4-FFF2-40B4-BE49-F238E27FC236}">
                <a16:creationId xmlns:a16="http://schemas.microsoft.com/office/drawing/2014/main" id="{7B4FAE05-A2CD-103D-59BB-09F85ED8AD56}"/>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13" name="Billede 4" descr="Et billede, der indeholder Font/skrifttype, Grafik, grafisk design, tekst&#10;&#10;Indhold genereret af kunstig intelligens kan være forkert.">
            <a:extLst>
              <a:ext uri="{FF2B5EF4-FFF2-40B4-BE49-F238E27FC236}">
                <a16:creationId xmlns:a16="http://schemas.microsoft.com/office/drawing/2014/main" id="{90EBBDC6-EA83-1087-88EE-667AEDD548CE}"/>
              </a:ext>
            </a:extLst>
          </p:cNvPr>
          <p:cNvPicPr>
            <a:picLocks noChangeAspect="1"/>
          </p:cNvPicPr>
          <p:nvPr/>
        </p:nvPicPr>
        <p:blipFill>
          <a:blip r:embed="rId4"/>
          <a:srcRect t="-1" r="72325" b="-7017"/>
          <a:stretch/>
        </p:blipFill>
        <p:spPr>
          <a:xfrm>
            <a:off x="457641" y="503182"/>
            <a:ext cx="771134" cy="523875"/>
          </a:xfrm>
          <a:prstGeom prst="rect">
            <a:avLst/>
          </a:prstGeom>
        </p:spPr>
      </p:pic>
      <p:sp>
        <p:nvSpPr>
          <p:cNvPr id="3" name="Parallelogram 11">
            <a:extLst>
              <a:ext uri="{FF2B5EF4-FFF2-40B4-BE49-F238E27FC236}">
                <a16:creationId xmlns:a16="http://schemas.microsoft.com/office/drawing/2014/main" id="{D1622AC6-C6FA-0AE6-713F-8305223C1A5A}"/>
              </a:ext>
            </a:extLst>
          </p:cNvPr>
          <p:cNvSpPr>
            <a:spLocks noGrp="1" noRot="1" noMove="1" noResize="1" noEditPoints="1" noAdjustHandles="1" noChangeArrowheads="1" noChangeShapeType="1"/>
          </p:cNvSpPr>
          <p:nvPr/>
        </p:nvSpPr>
        <p:spPr>
          <a:xfrm>
            <a:off x="4875597" y="-12359"/>
            <a:ext cx="7320176" cy="6882715"/>
          </a:xfrm>
          <a:custGeom>
            <a:avLst/>
            <a:gdLst>
              <a:gd name="connsiteX0" fmla="*/ 0 w 5685489"/>
              <a:gd name="connsiteY0" fmla="*/ 6858002 h 6858002"/>
              <a:gd name="connsiteX1" fmla="*/ 2953612 w 5685489"/>
              <a:gd name="connsiteY1" fmla="*/ 0 h 6858002"/>
              <a:gd name="connsiteX2" fmla="*/ 5685489 w 5685489"/>
              <a:gd name="connsiteY2" fmla="*/ 0 h 6858002"/>
              <a:gd name="connsiteX3" fmla="*/ 2731877 w 5685489"/>
              <a:gd name="connsiteY3" fmla="*/ 6858002 h 6858002"/>
              <a:gd name="connsiteX4" fmla="*/ 0 w 5685489"/>
              <a:gd name="connsiteY4" fmla="*/ 6858002 h 6858002"/>
              <a:gd name="connsiteX0" fmla="*/ 0 w 6562472"/>
              <a:gd name="connsiteY0" fmla="*/ 6858002 h 6870358"/>
              <a:gd name="connsiteX1" fmla="*/ 2953612 w 6562472"/>
              <a:gd name="connsiteY1" fmla="*/ 0 h 6870358"/>
              <a:gd name="connsiteX2" fmla="*/ 5685489 w 6562472"/>
              <a:gd name="connsiteY2" fmla="*/ 0 h 6870358"/>
              <a:gd name="connsiteX3" fmla="*/ 6562472 w 6562472"/>
              <a:gd name="connsiteY3" fmla="*/ 6870358 h 6870358"/>
              <a:gd name="connsiteX4" fmla="*/ 0 w 6562472"/>
              <a:gd name="connsiteY4" fmla="*/ 6858002 h 6870358"/>
              <a:gd name="connsiteX0" fmla="*/ 0 w 6562472"/>
              <a:gd name="connsiteY0" fmla="*/ 6870359 h 6882715"/>
              <a:gd name="connsiteX1" fmla="*/ 2953612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 name="connsiteX0" fmla="*/ 0 w 6562472"/>
              <a:gd name="connsiteY0" fmla="*/ 6870359 h 6882715"/>
              <a:gd name="connsiteX1" fmla="*/ 2565893 w 6562472"/>
              <a:gd name="connsiteY1" fmla="*/ 12357 h 6882715"/>
              <a:gd name="connsiteX2" fmla="*/ 6550462 w 6562472"/>
              <a:gd name="connsiteY2" fmla="*/ 0 h 6882715"/>
              <a:gd name="connsiteX3" fmla="*/ 6562472 w 6562472"/>
              <a:gd name="connsiteY3" fmla="*/ 6882715 h 6882715"/>
              <a:gd name="connsiteX4" fmla="*/ 0 w 6562472"/>
              <a:gd name="connsiteY4" fmla="*/ 6870359 h 688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472" h="6882715">
                <a:moveTo>
                  <a:pt x="0" y="6870359"/>
                </a:moveTo>
                <a:lnTo>
                  <a:pt x="2565893" y="12357"/>
                </a:lnTo>
                <a:lnTo>
                  <a:pt x="6550462" y="0"/>
                </a:lnTo>
                <a:cubicBezTo>
                  <a:pt x="6554465" y="2294238"/>
                  <a:pt x="6558469" y="4588477"/>
                  <a:pt x="6562472" y="6882715"/>
                </a:cubicBezTo>
                <a:lnTo>
                  <a:pt x="0" y="6870359"/>
                </a:lnTo>
                <a:close/>
              </a:path>
            </a:pathLst>
          </a:custGeom>
          <a:solidFill>
            <a:schemeClr val="bg1">
              <a:lumMod val="95000"/>
              <a:alpha val="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el 4">
            <a:extLst>
              <a:ext uri="{FF2B5EF4-FFF2-40B4-BE49-F238E27FC236}">
                <a16:creationId xmlns:a16="http://schemas.microsoft.com/office/drawing/2014/main" id="{409FCA8D-9749-854C-AC35-14A1BE86987E}"/>
              </a:ext>
            </a:extLst>
          </p:cNvPr>
          <p:cNvSpPr>
            <a:spLocks noGrp="1"/>
          </p:cNvSpPr>
          <p:nvPr>
            <p:ph type="title"/>
          </p:nvPr>
        </p:nvSpPr>
        <p:spPr>
          <a:xfrm>
            <a:off x="1438382" y="1342793"/>
            <a:ext cx="7926335" cy="2319469"/>
          </a:xfrm>
          <a:prstGeom prst="rect">
            <a:avLst/>
          </a:prstGeom>
        </p:spPr>
        <p:txBody>
          <a:bodyPr wrap="square" anchor="b" anchorCtr="0">
            <a:noAutofit/>
          </a:bodyPr>
          <a:lstStyle>
            <a:lvl1pPr>
              <a:lnSpc>
                <a:spcPct val="100000"/>
              </a:lnSpc>
              <a:defRPr sz="6000" b="0" i="0" cap="none" baseline="0">
                <a:solidFill>
                  <a:schemeClr val="bg1"/>
                </a:solidFill>
                <a:latin typeface="Arial" panose="020B0604020202020204" pitchFamily="34" charset="0"/>
                <a:cs typeface="Arial" panose="020B0604020202020204" pitchFamily="34" charset="0"/>
              </a:defRPr>
            </a:lvl1pPr>
          </a:lstStyle>
          <a:p>
            <a:r>
              <a:rPr lang="en-US" noProof="0"/>
              <a:t>Click to edit Master title style</a:t>
            </a:r>
            <a:endParaRPr lang="en-GB" noProof="0"/>
          </a:p>
        </p:txBody>
      </p:sp>
      <p:sp>
        <p:nvSpPr>
          <p:cNvPr id="10" name="Undertitel 2">
            <a:extLst>
              <a:ext uri="{FF2B5EF4-FFF2-40B4-BE49-F238E27FC236}">
                <a16:creationId xmlns:a16="http://schemas.microsoft.com/office/drawing/2014/main" id="{72872625-1661-5449-8659-BFA35B14FB32}"/>
              </a:ext>
            </a:extLst>
          </p:cNvPr>
          <p:cNvSpPr>
            <a:spLocks noGrp="1"/>
          </p:cNvSpPr>
          <p:nvPr>
            <p:ph type="subTitle" idx="1"/>
          </p:nvPr>
        </p:nvSpPr>
        <p:spPr>
          <a:xfrm>
            <a:off x="1441448" y="3862793"/>
            <a:ext cx="7926334" cy="635330"/>
          </a:xfrm>
        </p:spPr>
        <p:txBody>
          <a:bodyPr/>
          <a:lstStyle>
            <a:lvl1pPr marL="11113" indent="0" algn="l">
              <a:buNone/>
              <a:tabLst/>
              <a:defRPr sz="16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4" name="Text Placeholder 3">
            <a:extLst>
              <a:ext uri="{FF2B5EF4-FFF2-40B4-BE49-F238E27FC236}">
                <a16:creationId xmlns:a16="http://schemas.microsoft.com/office/drawing/2014/main" id="{7923E330-E0FE-054F-AA05-A7AC62954C75}"/>
              </a:ext>
            </a:extLst>
          </p:cNvPr>
          <p:cNvSpPr>
            <a:spLocks noGrp="1"/>
          </p:cNvSpPr>
          <p:nvPr>
            <p:ph type="body" sz="quarter" idx="10"/>
          </p:nvPr>
        </p:nvSpPr>
        <p:spPr>
          <a:xfrm>
            <a:off x="1438382" y="5022636"/>
            <a:ext cx="7926334" cy="455332"/>
          </a:xfrm>
        </p:spPr>
        <p:txBody>
          <a:bodyPr/>
          <a:lstStyle>
            <a:lvl1pPr>
              <a:buNone/>
              <a:defRPr sz="1200" cap="none" baseline="0">
                <a:solidFill>
                  <a:schemeClr val="bg1"/>
                </a:solidFill>
              </a:defRPr>
            </a:lvl1pPr>
          </a:lstStyle>
          <a:p>
            <a:pPr lvl="0"/>
            <a:r>
              <a:rPr lang="en-US" noProof="0"/>
              <a:t>Click to edit Master text styles</a:t>
            </a:r>
          </a:p>
        </p:txBody>
      </p:sp>
      <p:cxnSp>
        <p:nvCxnSpPr>
          <p:cNvPr id="20" name="Lige forbindelse 19">
            <a:extLst>
              <a:ext uri="{FF2B5EF4-FFF2-40B4-BE49-F238E27FC236}">
                <a16:creationId xmlns:a16="http://schemas.microsoft.com/office/drawing/2014/main" id="{A108FE18-F773-06E3-8A57-CF09D9475837}"/>
              </a:ext>
            </a:extLst>
          </p:cNvPr>
          <p:cNvCxnSpPr>
            <a:cxnSpLocks/>
          </p:cNvCxnSpPr>
          <p:nvPr/>
        </p:nvCxnSpPr>
        <p:spPr>
          <a:xfrm>
            <a:off x="1438275" y="4961689"/>
            <a:ext cx="2256395"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913175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vid side - 1 tekstbok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F550DC7-A416-CF41-A483-9ADA70B3986D}"/>
              </a:ext>
            </a:extLst>
          </p:cNvPr>
          <p:cNvSpPr>
            <a:spLocks noGrp="1"/>
          </p:cNvSpPr>
          <p:nvPr>
            <p:ph idx="1"/>
          </p:nvPr>
        </p:nvSpPr>
        <p:spPr>
          <a:xfrm>
            <a:off x="900000" y="1620000"/>
            <a:ext cx="10440000" cy="4320000"/>
          </a:xfrm>
          <a:prstGeom prst="rect">
            <a:avLst/>
          </a:prstGeom>
        </p:spPr>
        <p:txBody>
          <a:bodyPr vert="horz" lIns="0" tIns="0" rIns="0" bIns="0" rtlCol="0">
            <a:noAutofit/>
          </a:bodyPr>
          <a:lstStyle>
            <a:lvl1pPr marL="360000" indent="-360000">
              <a:spcBef>
                <a:spcPts val="600"/>
              </a:spcBef>
              <a:buClrTx/>
              <a:buFont typeface="Arial" panose="020B0604020202020204" pitchFamily="34" charset="0"/>
              <a:buChar char="•"/>
              <a:defRPr>
                <a:solidFill>
                  <a:srgbClr val="343434"/>
                </a:solidFill>
                <a:latin typeface="Arial" panose="020B0604020202020204" pitchFamily="34" charset="0"/>
                <a:cs typeface="Arial" panose="020B0604020202020204" pitchFamily="34" charset="0"/>
              </a:defRPr>
            </a:lvl1pPr>
            <a:lvl2pPr marL="720000" indent="-358775">
              <a:spcBef>
                <a:spcPts val="600"/>
              </a:spcBef>
              <a:buClrTx/>
              <a:tabLst/>
              <a:defRPr>
                <a:solidFill>
                  <a:srgbClr val="343434"/>
                </a:solidFill>
                <a:latin typeface="Arial" panose="020B0604020202020204" pitchFamily="34" charset="0"/>
                <a:cs typeface="Arial" panose="020B0604020202020204" pitchFamily="34" charset="0"/>
              </a:defRPr>
            </a:lvl2pPr>
            <a:lvl3pPr marL="1080000" indent="-360000">
              <a:spcBef>
                <a:spcPts val="600"/>
              </a:spcBef>
              <a:buClrTx/>
              <a:tabLst/>
              <a:defRPr sz="1800">
                <a:solidFill>
                  <a:srgbClr val="343434"/>
                </a:solidFill>
                <a:latin typeface="Arial" panose="020B0604020202020204" pitchFamily="34" charset="0"/>
                <a:cs typeface="Arial" panose="020B0604020202020204" pitchFamily="34" charset="0"/>
              </a:defRPr>
            </a:lvl3pPr>
            <a:lvl4pPr marL="1080000" indent="-360000">
              <a:defRPr>
                <a:latin typeface="Montserrat" pitchFamily="2" charset="77"/>
                <a:cs typeface="Arial" panose="020B0604020202020204" pitchFamily="34" charset="0"/>
              </a:defRPr>
            </a:lvl4pPr>
          </a:lstStyle>
          <a:p>
            <a:pPr lvl="0"/>
            <a:r>
              <a:rPr lang="en-US" noProof="0"/>
              <a:t>Click to edit Master text styles</a:t>
            </a:r>
          </a:p>
          <a:p>
            <a:pPr lvl="1"/>
            <a:r>
              <a:rPr lang="en-US" noProof="0"/>
              <a:t>Second level</a:t>
            </a:r>
          </a:p>
          <a:p>
            <a:pPr lvl="2"/>
            <a:r>
              <a:rPr lang="en-US" noProof="0"/>
              <a:t>Third level</a:t>
            </a:r>
          </a:p>
        </p:txBody>
      </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lvl1pPr>
              <a:defRPr b="0"/>
            </a:lvl1pPr>
          </a:lstStyle>
          <a:p>
            <a:r>
              <a:rPr lang="en-US" noProof="0"/>
              <a:t>Click to edit Master title style</a:t>
            </a:r>
            <a:endParaRPr lang="da-DK" noProof="0"/>
          </a:p>
        </p:txBody>
      </p:sp>
      <p:sp>
        <p:nvSpPr>
          <p:cNvPr id="10" name="Pladsholder til dato 9">
            <a:extLst>
              <a:ext uri="{FF2B5EF4-FFF2-40B4-BE49-F238E27FC236}">
                <a16:creationId xmlns:a16="http://schemas.microsoft.com/office/drawing/2014/main" id="{1BB2F60C-788E-9A59-EF13-80326069FB78}"/>
              </a:ext>
            </a:extLst>
          </p:cNvPr>
          <p:cNvSpPr>
            <a:spLocks noGrp="1"/>
          </p:cNvSpPr>
          <p:nvPr>
            <p:ph type="dt" sz="half" idx="10"/>
          </p:nvPr>
        </p:nvSpPr>
        <p:spPr/>
        <p:txBody>
          <a:bodyPr/>
          <a:lstStyle/>
          <a:p>
            <a:fld id="{966570FE-B5FB-B343-9266-1BC06216A43C}" type="datetime1">
              <a:rPr lang="da-DK" smtClean="0"/>
              <a:t>04-05-2026</a:t>
            </a:fld>
            <a:endParaRPr lang="da-DK"/>
          </a:p>
        </p:txBody>
      </p:sp>
      <p:sp>
        <p:nvSpPr>
          <p:cNvPr id="11" name="Pladsholder til sidefod 10">
            <a:extLst>
              <a:ext uri="{FF2B5EF4-FFF2-40B4-BE49-F238E27FC236}">
                <a16:creationId xmlns:a16="http://schemas.microsoft.com/office/drawing/2014/main" id="{C715199F-1D98-9548-D278-C6709A1D5092}"/>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1842143F-A33C-07B8-623A-3A8B9C79E160}"/>
              </a:ext>
            </a:extLst>
          </p:cNvPr>
          <p:cNvSpPr>
            <a:spLocks noGrp="1"/>
          </p:cNvSpPr>
          <p:nvPr>
            <p:ph type="sldNum" sz="quarter" idx="12"/>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90152296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Hvid side - 1 tekstbok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F550DC7-A416-CF41-A483-9ADA70B3986D}"/>
              </a:ext>
            </a:extLst>
          </p:cNvPr>
          <p:cNvSpPr>
            <a:spLocks noGrp="1"/>
          </p:cNvSpPr>
          <p:nvPr>
            <p:ph idx="1"/>
          </p:nvPr>
        </p:nvSpPr>
        <p:spPr>
          <a:xfrm>
            <a:off x="899999" y="1620000"/>
            <a:ext cx="5040000" cy="4320000"/>
          </a:xfrm>
          <a:prstGeom prst="rect">
            <a:avLst/>
          </a:prstGeom>
        </p:spPr>
        <p:txBody>
          <a:bodyPr vert="horz" lIns="0" tIns="0" rIns="0" bIns="0" rtlCol="0">
            <a:noAutofit/>
          </a:bodyPr>
          <a:lstStyle>
            <a:lvl1pPr marL="360000" indent="-360000">
              <a:spcBef>
                <a:spcPts val="600"/>
              </a:spcBef>
              <a:buClrTx/>
              <a:buFont typeface="Arial" panose="020B0604020202020204" pitchFamily="34" charset="0"/>
              <a:buChar char="•"/>
              <a:defRPr>
                <a:solidFill>
                  <a:srgbClr val="343434"/>
                </a:solidFill>
                <a:latin typeface="Arial" panose="020B0604020202020204" pitchFamily="34" charset="0"/>
                <a:cs typeface="Arial" panose="020B0604020202020204" pitchFamily="34" charset="0"/>
              </a:defRPr>
            </a:lvl1pPr>
            <a:lvl2pPr marL="720000" indent="-358775">
              <a:spcBef>
                <a:spcPts val="600"/>
              </a:spcBef>
              <a:buClrTx/>
              <a:tabLst/>
              <a:defRPr>
                <a:solidFill>
                  <a:srgbClr val="343434"/>
                </a:solidFill>
                <a:latin typeface="Arial" panose="020B0604020202020204" pitchFamily="34" charset="0"/>
                <a:cs typeface="Arial" panose="020B0604020202020204" pitchFamily="34" charset="0"/>
              </a:defRPr>
            </a:lvl2pPr>
            <a:lvl3pPr marL="1080000" indent="-360000">
              <a:spcBef>
                <a:spcPts val="600"/>
              </a:spcBef>
              <a:buClrTx/>
              <a:tabLst/>
              <a:defRPr sz="1800">
                <a:solidFill>
                  <a:srgbClr val="343434"/>
                </a:solidFill>
                <a:latin typeface="Arial" panose="020B0604020202020204" pitchFamily="34" charset="0"/>
                <a:cs typeface="Arial" panose="020B0604020202020204" pitchFamily="34" charset="0"/>
              </a:defRPr>
            </a:lvl3pPr>
            <a:lvl4pPr marL="1080000" indent="-360000">
              <a:defRPr>
                <a:latin typeface="Montserrat" pitchFamily="2" charset="77"/>
                <a:cs typeface="Arial" panose="020B0604020202020204" pitchFamily="34" charset="0"/>
              </a:defRPr>
            </a:lvl4pPr>
          </a:lstStyle>
          <a:p>
            <a:pPr lvl="0"/>
            <a:r>
              <a:rPr lang="en-US" noProof="0"/>
              <a:t>Click to edit Master text styles</a:t>
            </a:r>
          </a:p>
          <a:p>
            <a:pPr lvl="1"/>
            <a:r>
              <a:rPr lang="en-US" noProof="0"/>
              <a:t>Second level</a:t>
            </a:r>
          </a:p>
          <a:p>
            <a:pPr lvl="2"/>
            <a:r>
              <a:rPr lang="en-US" noProof="0"/>
              <a:t>Third level</a:t>
            </a:r>
          </a:p>
        </p:txBody>
      </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lvl1pPr>
              <a:defRPr b="0"/>
            </a:lvl1pPr>
          </a:lstStyle>
          <a:p>
            <a:r>
              <a:rPr lang="en-US" noProof="0"/>
              <a:t>Click to edit Master title style</a:t>
            </a:r>
            <a:endParaRPr lang="da-DK" noProof="0"/>
          </a:p>
        </p:txBody>
      </p:sp>
      <p:sp>
        <p:nvSpPr>
          <p:cNvPr id="10" name="Pladsholder til dato 9">
            <a:extLst>
              <a:ext uri="{FF2B5EF4-FFF2-40B4-BE49-F238E27FC236}">
                <a16:creationId xmlns:a16="http://schemas.microsoft.com/office/drawing/2014/main" id="{1BB2F60C-788E-9A59-EF13-80326069FB78}"/>
              </a:ext>
            </a:extLst>
          </p:cNvPr>
          <p:cNvSpPr>
            <a:spLocks noGrp="1"/>
          </p:cNvSpPr>
          <p:nvPr>
            <p:ph type="dt" sz="half" idx="10"/>
          </p:nvPr>
        </p:nvSpPr>
        <p:spPr/>
        <p:txBody>
          <a:bodyPr/>
          <a:lstStyle/>
          <a:p>
            <a:fld id="{966570FE-B5FB-B343-9266-1BC06216A43C}" type="datetime1">
              <a:rPr lang="da-DK" smtClean="0"/>
              <a:t>04-05-2026</a:t>
            </a:fld>
            <a:endParaRPr lang="da-DK"/>
          </a:p>
        </p:txBody>
      </p:sp>
      <p:sp>
        <p:nvSpPr>
          <p:cNvPr id="11" name="Pladsholder til sidefod 10">
            <a:extLst>
              <a:ext uri="{FF2B5EF4-FFF2-40B4-BE49-F238E27FC236}">
                <a16:creationId xmlns:a16="http://schemas.microsoft.com/office/drawing/2014/main" id="{C715199F-1D98-9548-D278-C6709A1D5092}"/>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1842143F-A33C-07B8-623A-3A8B9C79E160}"/>
              </a:ext>
            </a:extLst>
          </p:cNvPr>
          <p:cNvSpPr>
            <a:spLocks noGrp="1"/>
          </p:cNvSpPr>
          <p:nvPr>
            <p:ph type="sldNum" sz="quarter" idx="12"/>
          </p:nvPr>
        </p:nvSpPr>
        <p:spPr/>
        <p:txBody>
          <a:bodyPr/>
          <a:lstStyle/>
          <a:p>
            <a:fld id="{D9FF5FAE-2060-B54F-BDDB-0825BCE6ACB8}" type="slidenum">
              <a:rPr lang="da-DK" smtClean="0"/>
              <a:pPr/>
              <a:t>‹#›</a:t>
            </a:fld>
            <a:endParaRPr lang="da-DK"/>
          </a:p>
        </p:txBody>
      </p:sp>
      <p:sp>
        <p:nvSpPr>
          <p:cNvPr id="3" name="Pladsholder til tekst 2">
            <a:extLst>
              <a:ext uri="{FF2B5EF4-FFF2-40B4-BE49-F238E27FC236}">
                <a16:creationId xmlns:a16="http://schemas.microsoft.com/office/drawing/2014/main" id="{60D059A8-DCE4-A46D-60D3-F398DD48FAD3}"/>
              </a:ext>
            </a:extLst>
          </p:cNvPr>
          <p:cNvSpPr>
            <a:spLocks noGrp="1"/>
          </p:cNvSpPr>
          <p:nvPr>
            <p:ph type="body" sz="quarter" idx="13"/>
          </p:nvPr>
        </p:nvSpPr>
        <p:spPr>
          <a:xfrm>
            <a:off x="6300000" y="1620000"/>
            <a:ext cx="5040000" cy="4337050"/>
          </a:xfrm>
        </p:spPr>
        <p:txBody>
          <a:bodyPr/>
          <a:lstStyle>
            <a:lvl2pPr>
              <a:defRPr lang="da-DK" sz="2000" kern="1200" noProof="0" dirty="0" smtClean="0">
                <a:solidFill>
                  <a:srgbClr val="343434"/>
                </a:solidFill>
                <a:latin typeface="Arial" panose="020B0604020202020204" pitchFamily="34" charset="0"/>
                <a:ea typeface="+mn-ea"/>
                <a:cs typeface="Arial" panose="020B0604020202020204" pitchFamily="34" charset="0"/>
              </a:defRPr>
            </a:lvl2pPr>
            <a:lvl3pPr>
              <a:defRPr lang="da-DK" sz="1800" kern="1200" dirty="0">
                <a:solidFill>
                  <a:srgbClr val="343434"/>
                </a:solidFill>
                <a:latin typeface="Arial" panose="020B0604020202020204" pitchFamily="34" charset="0"/>
                <a:ea typeface="Tahoma" panose="020B0604030504040204" pitchFamily="34" charset="0"/>
                <a:cs typeface="Arial" panose="020B0604020202020204" pitchFamily="34" charset="0"/>
              </a:defRPr>
            </a:lvl3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14339453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vid side 2 tekstbokse">
    <p:spTree>
      <p:nvGrpSpPr>
        <p:cNvPr id="1" name=""/>
        <p:cNvGrpSpPr/>
        <p:nvPr/>
      </p:nvGrpSpPr>
      <p:grpSpPr>
        <a:xfrm>
          <a:off x="0" y="0"/>
          <a:ext cx="0" cy="0"/>
          <a:chOff x="0" y="0"/>
          <a:chExt cx="0" cy="0"/>
        </a:xfrm>
      </p:grpSpPr>
      <p:grpSp>
        <p:nvGrpSpPr>
          <p:cNvPr id="4" name="Gruppe 3">
            <a:extLst>
              <a:ext uri="{FF2B5EF4-FFF2-40B4-BE49-F238E27FC236}">
                <a16:creationId xmlns:a16="http://schemas.microsoft.com/office/drawing/2014/main" id="{64C8BE60-2B52-C474-A2CB-1F64FF30550F}"/>
              </a:ext>
            </a:extLst>
          </p:cNvPr>
          <p:cNvGrpSpPr>
            <a:grpSpLocks/>
          </p:cNvGrpSpPr>
          <p:nvPr/>
        </p:nvGrpSpPr>
        <p:grpSpPr>
          <a:xfrm>
            <a:off x="6168866" y="0"/>
            <a:ext cx="6023133" cy="6875719"/>
            <a:chOff x="6168866" y="0"/>
            <a:chExt cx="6023133" cy="6875719"/>
          </a:xfrm>
        </p:grpSpPr>
        <p:sp>
          <p:nvSpPr>
            <p:cNvPr id="2" name="Right Triangle 5">
              <a:extLst>
                <a:ext uri="{FF2B5EF4-FFF2-40B4-BE49-F238E27FC236}">
                  <a16:creationId xmlns:a16="http://schemas.microsoft.com/office/drawing/2014/main" id="{BDA80A67-9751-09B1-DB0C-8281D5DF6CC4}"/>
                </a:ext>
              </a:extLst>
            </p:cNvPr>
            <p:cNvSpPr>
              <a:spLocks/>
            </p:cNvSpPr>
            <p:nvPr userDrawn="1"/>
          </p:nvSpPr>
          <p:spPr>
            <a:xfrm rot="16200000">
              <a:off x="3876182" y="2292684"/>
              <a:ext cx="6875719" cy="2290351"/>
            </a:xfrm>
            <a:prstGeom prst="rtTriangle">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3" name="Rectangle 6">
              <a:extLst>
                <a:ext uri="{FF2B5EF4-FFF2-40B4-BE49-F238E27FC236}">
                  <a16:creationId xmlns:a16="http://schemas.microsoft.com/office/drawing/2014/main" id="{D1B89683-95FC-5F47-3B48-A48206CDFC66}"/>
                </a:ext>
              </a:extLst>
            </p:cNvPr>
            <p:cNvSpPr>
              <a:spLocks/>
            </p:cNvSpPr>
            <p:nvPr userDrawn="1"/>
          </p:nvSpPr>
          <p:spPr>
            <a:xfrm>
              <a:off x="8459216" y="0"/>
              <a:ext cx="3732783" cy="6858000"/>
            </a:xfrm>
            <a:prstGeom prst="rect">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grpSp>
      <p:sp>
        <p:nvSpPr>
          <p:cNvPr id="9" name="Title Placeholder 4">
            <a:extLst>
              <a:ext uri="{FF2B5EF4-FFF2-40B4-BE49-F238E27FC236}">
                <a16:creationId xmlns:a16="http://schemas.microsoft.com/office/drawing/2014/main" id="{428A49A8-7DC3-9A4F-9771-3C7CD6044733}"/>
              </a:ext>
            </a:extLst>
          </p:cNvPr>
          <p:cNvSpPr>
            <a:spLocks noGrp="1"/>
          </p:cNvSpPr>
          <p:nvPr>
            <p:ph type="title"/>
          </p:nvPr>
        </p:nvSpPr>
        <p:spPr>
          <a:xfrm>
            <a:off x="900000" y="540000"/>
            <a:ext cx="10440000" cy="553998"/>
          </a:xfrm>
          <a:prstGeom prst="rect">
            <a:avLst/>
          </a:prstGeom>
        </p:spPr>
        <p:txBody>
          <a:bodyPr vert="horz" wrap="square" lIns="0" tIns="0" rIns="0" bIns="0" rtlCol="0" anchor="t" anchorCtr="0">
            <a:spAutoFit/>
          </a:bodyPr>
          <a:lstStyle/>
          <a:p>
            <a:r>
              <a:rPr lang="en-US" noProof="0"/>
              <a:t>Click to edit Master title style</a:t>
            </a:r>
            <a:endParaRPr lang="da-DK" noProof="0"/>
          </a:p>
        </p:txBody>
      </p:sp>
      <p:sp>
        <p:nvSpPr>
          <p:cNvPr id="10" name="Text Placeholder 2">
            <a:extLst>
              <a:ext uri="{FF2B5EF4-FFF2-40B4-BE49-F238E27FC236}">
                <a16:creationId xmlns:a16="http://schemas.microsoft.com/office/drawing/2014/main" id="{0BFFC66B-5AED-2744-BFAE-4D029775EE38}"/>
              </a:ext>
            </a:extLst>
          </p:cNvPr>
          <p:cNvSpPr>
            <a:spLocks noGrp="1"/>
          </p:cNvSpPr>
          <p:nvPr>
            <p:ph idx="1"/>
          </p:nvPr>
        </p:nvSpPr>
        <p:spPr>
          <a:xfrm>
            <a:off x="899999" y="1620000"/>
            <a:ext cx="6513171" cy="4320000"/>
          </a:xfrm>
          <a:prstGeom prst="rect">
            <a:avLst/>
          </a:prstGeom>
        </p:spPr>
        <p:txBody>
          <a:bodyPr vert="horz" lIns="0" tIns="0" rIns="0" bIns="0" rtlCol="0">
            <a:noAutofit/>
          </a:bodyPr>
          <a:lstStyle>
            <a:lvl1pPr>
              <a:spcBef>
                <a:spcPts val="600"/>
              </a:spcBef>
              <a:defRPr sz="2400">
                <a:solidFill>
                  <a:srgbClr val="343434"/>
                </a:solidFill>
                <a:latin typeface="Arial" panose="020B0604020202020204" pitchFamily="34" charset="0"/>
                <a:cs typeface="Arial" panose="020B0604020202020204" pitchFamily="34" charset="0"/>
              </a:defRPr>
            </a:lvl1pPr>
            <a:lvl2pPr marL="720000">
              <a:spcBef>
                <a:spcPts val="600"/>
              </a:spcBef>
              <a:buClr>
                <a:schemeClr val="tx1"/>
              </a:buClr>
              <a:defRPr>
                <a:solidFill>
                  <a:srgbClr val="343434"/>
                </a:solidFill>
                <a:latin typeface="Arial" panose="020B0604020202020204" pitchFamily="34" charset="0"/>
                <a:cs typeface="Arial" panose="020B0604020202020204" pitchFamily="34" charset="0"/>
              </a:defRPr>
            </a:lvl2pPr>
            <a:lvl3pPr marL="1080000">
              <a:spcBef>
                <a:spcPts val="600"/>
              </a:spcBef>
              <a:defRPr sz="1800">
                <a:solidFill>
                  <a:srgbClr val="343434"/>
                </a:solidFill>
                <a:latin typeface="Arial" panose="020B0604020202020204" pitchFamily="34" charset="0"/>
                <a:cs typeface="Arial" panose="020B0604020202020204" pitchFamily="34" charset="0"/>
              </a:defRPr>
            </a:lvl3pPr>
          </a:lstStyle>
          <a:p>
            <a:pPr lvl="0"/>
            <a:r>
              <a:rPr lang="en-US" noProof="0"/>
              <a:t>Click to edit Master text styles</a:t>
            </a:r>
          </a:p>
          <a:p>
            <a:pPr lvl="1"/>
            <a:r>
              <a:rPr lang="en-US" noProof="0"/>
              <a:t>Second level</a:t>
            </a:r>
          </a:p>
          <a:p>
            <a:pPr lvl="2"/>
            <a:r>
              <a:rPr lang="en-US" noProof="0"/>
              <a:t>Third level</a:t>
            </a:r>
          </a:p>
        </p:txBody>
      </p:sp>
      <p:sp>
        <p:nvSpPr>
          <p:cNvPr id="8" name="Pladsholder til dato 7">
            <a:extLst>
              <a:ext uri="{FF2B5EF4-FFF2-40B4-BE49-F238E27FC236}">
                <a16:creationId xmlns:a16="http://schemas.microsoft.com/office/drawing/2014/main" id="{2E08A753-BCB9-AF7C-B2E7-E96AE441A1E7}"/>
              </a:ext>
            </a:extLst>
          </p:cNvPr>
          <p:cNvSpPr>
            <a:spLocks noGrp="1"/>
          </p:cNvSpPr>
          <p:nvPr>
            <p:ph type="dt" sz="half" idx="11"/>
          </p:nvPr>
        </p:nvSpPr>
        <p:spPr/>
        <p:txBody>
          <a:bodyPr/>
          <a:lstStyle/>
          <a:p>
            <a:fld id="{966570FE-B5FB-B343-9266-1BC06216A43C}" type="datetime1">
              <a:rPr lang="da-DK" smtClean="0"/>
              <a:t>04-05-2026</a:t>
            </a:fld>
            <a:endParaRPr lang="da-DK"/>
          </a:p>
        </p:txBody>
      </p:sp>
      <p:sp>
        <p:nvSpPr>
          <p:cNvPr id="11" name="Pladsholder til sidefod 10">
            <a:extLst>
              <a:ext uri="{FF2B5EF4-FFF2-40B4-BE49-F238E27FC236}">
                <a16:creationId xmlns:a16="http://schemas.microsoft.com/office/drawing/2014/main" id="{A29B5240-8D55-E294-932C-E33FA9A3B5AC}"/>
              </a:ext>
            </a:extLst>
          </p:cNvPr>
          <p:cNvSpPr>
            <a:spLocks noGrp="1"/>
          </p:cNvSpPr>
          <p:nvPr>
            <p:ph type="ftr" sz="quarter" idx="12"/>
          </p:nvPr>
        </p:nvSpPr>
        <p:spPr/>
        <p:txBody>
          <a:bodyPr/>
          <a:lstStyle/>
          <a:p>
            <a:r>
              <a:rPr lang="da-DK"/>
              <a:t>cybersikker.alexandra.dk</a:t>
            </a:r>
          </a:p>
        </p:txBody>
      </p:sp>
      <p:sp>
        <p:nvSpPr>
          <p:cNvPr id="13" name="Pladsholder til slidenummer 12">
            <a:extLst>
              <a:ext uri="{FF2B5EF4-FFF2-40B4-BE49-F238E27FC236}">
                <a16:creationId xmlns:a16="http://schemas.microsoft.com/office/drawing/2014/main" id="{5E4341C0-49C3-7B86-12E9-938EE4813FD7}"/>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99068642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vid side venstre overskrift">
    <p:spTree>
      <p:nvGrpSpPr>
        <p:cNvPr id="1" name=""/>
        <p:cNvGrpSpPr/>
        <p:nvPr/>
      </p:nvGrpSpPr>
      <p:grpSpPr>
        <a:xfrm>
          <a:off x="0" y="0"/>
          <a:ext cx="0" cy="0"/>
          <a:chOff x="0" y="0"/>
          <a:chExt cx="0" cy="0"/>
        </a:xfrm>
      </p:grpSpPr>
      <p:grpSp>
        <p:nvGrpSpPr>
          <p:cNvPr id="7" name="Gruppe 6">
            <a:extLst>
              <a:ext uri="{FF2B5EF4-FFF2-40B4-BE49-F238E27FC236}">
                <a16:creationId xmlns:a16="http://schemas.microsoft.com/office/drawing/2014/main" id="{007A8533-68AB-378D-1647-CF2D23CCC072}"/>
              </a:ext>
            </a:extLst>
          </p:cNvPr>
          <p:cNvGrpSpPr>
            <a:grpSpLocks/>
          </p:cNvGrpSpPr>
          <p:nvPr/>
        </p:nvGrpSpPr>
        <p:grpSpPr>
          <a:xfrm flipH="1" flipV="1">
            <a:off x="0" y="0"/>
            <a:ext cx="6023133" cy="6875719"/>
            <a:chOff x="6168866" y="0"/>
            <a:chExt cx="6023133" cy="6875719"/>
          </a:xfrm>
        </p:grpSpPr>
        <p:sp>
          <p:nvSpPr>
            <p:cNvPr id="8" name="Right Triangle 5">
              <a:extLst>
                <a:ext uri="{FF2B5EF4-FFF2-40B4-BE49-F238E27FC236}">
                  <a16:creationId xmlns:a16="http://schemas.microsoft.com/office/drawing/2014/main" id="{628F85BA-B21F-AE7E-9011-A1B5DB2B7A88}"/>
                </a:ext>
              </a:extLst>
            </p:cNvPr>
            <p:cNvSpPr>
              <a:spLocks/>
            </p:cNvSpPr>
            <p:nvPr userDrawn="1"/>
          </p:nvSpPr>
          <p:spPr>
            <a:xfrm rot="16200000">
              <a:off x="3876182" y="2292684"/>
              <a:ext cx="6875719" cy="2290351"/>
            </a:xfrm>
            <a:prstGeom prst="rtTriangle">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Rectangle 6">
              <a:extLst>
                <a:ext uri="{FF2B5EF4-FFF2-40B4-BE49-F238E27FC236}">
                  <a16:creationId xmlns:a16="http://schemas.microsoft.com/office/drawing/2014/main" id="{0B2FE402-7804-C57F-6F02-4FB1DEEF5C47}"/>
                </a:ext>
              </a:extLst>
            </p:cNvPr>
            <p:cNvSpPr>
              <a:spLocks/>
            </p:cNvSpPr>
            <p:nvPr userDrawn="1"/>
          </p:nvSpPr>
          <p:spPr>
            <a:xfrm>
              <a:off x="8459216" y="0"/>
              <a:ext cx="3732783" cy="6858000"/>
            </a:xfrm>
            <a:prstGeom prst="rect">
              <a:avLst/>
            </a:prstGeom>
            <a:solidFill>
              <a:srgbClr val="F2F2F2">
                <a:alpha val="7607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grpSp>
      <p:sp>
        <p:nvSpPr>
          <p:cNvPr id="5" name="Titel 1">
            <a:extLst>
              <a:ext uri="{FF2B5EF4-FFF2-40B4-BE49-F238E27FC236}">
                <a16:creationId xmlns:a16="http://schemas.microsoft.com/office/drawing/2014/main" id="{14DFB6E2-64E7-8142-9C16-FF850D4F8418}"/>
              </a:ext>
            </a:extLst>
          </p:cNvPr>
          <p:cNvSpPr>
            <a:spLocks noGrp="1"/>
          </p:cNvSpPr>
          <p:nvPr>
            <p:ph type="title"/>
          </p:nvPr>
        </p:nvSpPr>
        <p:spPr>
          <a:xfrm>
            <a:off x="540000" y="900000"/>
            <a:ext cx="3778863" cy="553998"/>
          </a:xfrm>
          <a:prstGeom prst="rect">
            <a:avLst/>
          </a:prstGeom>
        </p:spPr>
        <p:txBody>
          <a:bodyPr/>
          <a:lstStyle>
            <a:lvl1pPr>
              <a:defRPr sz="3600">
                <a:solidFill>
                  <a:srgbClr val="343434"/>
                </a:solidFill>
              </a:defRPr>
            </a:lvl1pPr>
          </a:lstStyle>
          <a:p>
            <a:r>
              <a:rPr lang="en-US" noProof="0"/>
              <a:t>Click to edit Master title style</a:t>
            </a:r>
            <a:endParaRPr lang="da-DK" noProof="0"/>
          </a:p>
        </p:txBody>
      </p:sp>
      <p:sp>
        <p:nvSpPr>
          <p:cNvPr id="3" name="Pladsholder til tekst 3">
            <a:extLst>
              <a:ext uri="{FF2B5EF4-FFF2-40B4-BE49-F238E27FC236}">
                <a16:creationId xmlns:a16="http://schemas.microsoft.com/office/drawing/2014/main" id="{32B8AAA8-0DE4-0140-84C9-9A0D444C0EE3}"/>
              </a:ext>
            </a:extLst>
          </p:cNvPr>
          <p:cNvSpPr>
            <a:spLocks noGrp="1"/>
          </p:cNvSpPr>
          <p:nvPr>
            <p:ph type="body" sz="quarter" idx="10"/>
          </p:nvPr>
        </p:nvSpPr>
        <p:spPr>
          <a:xfrm>
            <a:off x="4884821" y="900000"/>
            <a:ext cx="6480000" cy="5205378"/>
          </a:xfrm>
        </p:spPr>
        <p:txBody>
          <a:bodyPr/>
          <a:lstStyle>
            <a:lvl1pPr>
              <a:spcBef>
                <a:spcPts val="600"/>
              </a:spcBef>
              <a:buClr>
                <a:schemeClr val="tx1"/>
              </a:buClr>
              <a:defRPr>
                <a:solidFill>
                  <a:srgbClr val="343434"/>
                </a:solidFill>
                <a:latin typeface="Arial" panose="020B0604020202020204" pitchFamily="34" charset="0"/>
                <a:cs typeface="Arial" panose="020B0604020202020204" pitchFamily="34" charset="0"/>
              </a:defRPr>
            </a:lvl1pPr>
            <a:lvl2pPr marL="720000">
              <a:spcBef>
                <a:spcPts val="600"/>
              </a:spcBef>
              <a:buClr>
                <a:schemeClr val="tx1"/>
              </a:buClr>
              <a:defRPr>
                <a:solidFill>
                  <a:srgbClr val="343434"/>
                </a:solidFill>
                <a:latin typeface="Arial" panose="020B0604020202020204" pitchFamily="34" charset="0"/>
                <a:cs typeface="Arial" panose="020B0604020202020204" pitchFamily="34" charset="0"/>
              </a:defRPr>
            </a:lvl2pPr>
            <a:lvl3pPr marL="1080000">
              <a:spcBef>
                <a:spcPts val="600"/>
              </a:spcBef>
              <a:buClr>
                <a:schemeClr val="tx1"/>
              </a:buClr>
              <a:defRPr sz="1800">
                <a:solidFill>
                  <a:srgbClr val="343434"/>
                </a:solidFill>
                <a:latin typeface="Arial" panose="020B0604020202020204" pitchFamily="34" charset="0"/>
                <a:cs typeface="Arial" panose="020B0604020202020204" pitchFamily="34" charset="0"/>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0" name="Pladsholder til dato 9">
            <a:extLst>
              <a:ext uri="{FF2B5EF4-FFF2-40B4-BE49-F238E27FC236}">
                <a16:creationId xmlns:a16="http://schemas.microsoft.com/office/drawing/2014/main" id="{5FB53F5E-23AB-0F2F-0254-E61B6F6B51E4}"/>
              </a:ext>
            </a:extLst>
          </p:cNvPr>
          <p:cNvSpPr>
            <a:spLocks noGrp="1"/>
          </p:cNvSpPr>
          <p:nvPr>
            <p:ph type="dt" sz="half" idx="11"/>
          </p:nvPr>
        </p:nvSpPr>
        <p:spPr/>
        <p:txBody>
          <a:bodyPr/>
          <a:lstStyle/>
          <a:p>
            <a:fld id="{966570FE-B5FB-B343-9266-1BC06216A43C}" type="datetime1">
              <a:rPr lang="da-DK" smtClean="0"/>
              <a:t>04-05-2026</a:t>
            </a:fld>
            <a:endParaRPr lang="da-DK"/>
          </a:p>
        </p:txBody>
      </p:sp>
      <p:sp>
        <p:nvSpPr>
          <p:cNvPr id="11" name="Pladsholder til sidefod 10">
            <a:extLst>
              <a:ext uri="{FF2B5EF4-FFF2-40B4-BE49-F238E27FC236}">
                <a16:creationId xmlns:a16="http://schemas.microsoft.com/office/drawing/2014/main" id="{BEFC8083-65C1-9EC0-077C-893912995BD4}"/>
              </a:ext>
            </a:extLst>
          </p:cNvPr>
          <p:cNvSpPr>
            <a:spLocks noGrp="1"/>
          </p:cNvSpPr>
          <p:nvPr>
            <p:ph type="ftr" sz="quarter" idx="12"/>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D09ACB56-0D0F-B0E1-DFDA-06DD2EA133AF}"/>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382177381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Hvid slide venstrestillet overskrift 2">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D943BCA5-A9D1-3C4A-B419-FA4758A2554A}"/>
              </a:ext>
            </a:extLst>
          </p:cNvPr>
          <p:cNvSpPr>
            <a:spLocks noGrp="1"/>
          </p:cNvSpPr>
          <p:nvPr>
            <p:ph type="title"/>
          </p:nvPr>
        </p:nvSpPr>
        <p:spPr>
          <a:xfrm>
            <a:off x="540000" y="1260000"/>
            <a:ext cx="3960000" cy="553998"/>
          </a:xfrm>
          <a:prstGeom prst="rect">
            <a:avLst/>
          </a:prstGeom>
        </p:spPr>
        <p:txBody>
          <a:bodyPr vert="horz" wrap="square" lIns="0" tIns="0" rIns="0" bIns="0" rtlCol="0" anchor="t" anchorCtr="0">
            <a:spAutoFit/>
          </a:bodyPr>
          <a:lstStyle>
            <a:lvl1pPr algn="l">
              <a:defRPr>
                <a:solidFill>
                  <a:srgbClr val="343434"/>
                </a:solidFill>
              </a:defRPr>
            </a:lvl1pPr>
          </a:lstStyle>
          <a:p>
            <a:r>
              <a:rPr lang="en-US" noProof="0"/>
              <a:t>Click to edit Master title style</a:t>
            </a:r>
            <a:endParaRPr lang="da-DK" noProof="0"/>
          </a:p>
        </p:txBody>
      </p:sp>
      <p:sp>
        <p:nvSpPr>
          <p:cNvPr id="9" name="Pladsholder til tekst 3">
            <a:extLst>
              <a:ext uri="{FF2B5EF4-FFF2-40B4-BE49-F238E27FC236}">
                <a16:creationId xmlns:a16="http://schemas.microsoft.com/office/drawing/2014/main" id="{54EA145E-2D74-D94E-BB16-46323B3937C3}"/>
              </a:ext>
            </a:extLst>
          </p:cNvPr>
          <p:cNvSpPr>
            <a:spLocks noGrp="1"/>
          </p:cNvSpPr>
          <p:nvPr>
            <p:ph type="body" sz="quarter" idx="10"/>
          </p:nvPr>
        </p:nvSpPr>
        <p:spPr>
          <a:xfrm>
            <a:off x="5040001" y="1260000"/>
            <a:ext cx="5983600" cy="4561135"/>
          </a:xfrm>
        </p:spPr>
        <p:txBody>
          <a:bodyPr/>
          <a:lstStyle>
            <a:lvl1pPr>
              <a:spcBef>
                <a:spcPts val="600"/>
              </a:spcBef>
              <a:buClr>
                <a:schemeClr val="tx1"/>
              </a:buClr>
              <a:defRPr>
                <a:solidFill>
                  <a:srgbClr val="343434"/>
                </a:solidFill>
              </a:defRPr>
            </a:lvl1pPr>
            <a:lvl2pPr marL="720000">
              <a:spcBef>
                <a:spcPts val="600"/>
              </a:spcBef>
              <a:buClr>
                <a:schemeClr val="tx1"/>
              </a:buClr>
              <a:defRPr>
                <a:solidFill>
                  <a:srgbClr val="343434"/>
                </a:solidFill>
              </a:defRPr>
            </a:lvl2pPr>
            <a:lvl3pPr marL="1080000">
              <a:spcBef>
                <a:spcPts val="600"/>
              </a:spcBef>
              <a:buClr>
                <a:schemeClr val="tx1"/>
              </a:buClr>
              <a:defRPr sz="1800">
                <a:solidFill>
                  <a:srgbClr val="343434"/>
                </a:solidFill>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5" name="Pladsholder til dato 14">
            <a:extLst>
              <a:ext uri="{FF2B5EF4-FFF2-40B4-BE49-F238E27FC236}">
                <a16:creationId xmlns:a16="http://schemas.microsoft.com/office/drawing/2014/main" id="{7C5399E5-3534-91E8-9F8C-B0CC6D87E229}"/>
              </a:ext>
            </a:extLst>
          </p:cNvPr>
          <p:cNvSpPr>
            <a:spLocks noGrp="1"/>
          </p:cNvSpPr>
          <p:nvPr>
            <p:ph type="dt" sz="half" idx="11"/>
          </p:nvPr>
        </p:nvSpPr>
        <p:spPr/>
        <p:txBody>
          <a:bodyPr/>
          <a:lstStyle/>
          <a:p>
            <a:fld id="{966570FE-B5FB-B343-9266-1BC06216A43C}" type="datetime1">
              <a:rPr lang="da-DK" smtClean="0"/>
              <a:t>04-05-2026</a:t>
            </a:fld>
            <a:endParaRPr lang="da-DK"/>
          </a:p>
        </p:txBody>
      </p:sp>
      <p:sp>
        <p:nvSpPr>
          <p:cNvPr id="16" name="Pladsholder til sidefod 15">
            <a:extLst>
              <a:ext uri="{FF2B5EF4-FFF2-40B4-BE49-F238E27FC236}">
                <a16:creationId xmlns:a16="http://schemas.microsoft.com/office/drawing/2014/main" id="{962C43D6-61CF-D952-9CBC-6E9A7A5B10AB}"/>
              </a:ext>
            </a:extLst>
          </p:cNvPr>
          <p:cNvSpPr>
            <a:spLocks noGrp="1"/>
          </p:cNvSpPr>
          <p:nvPr>
            <p:ph type="ftr" sz="quarter" idx="12"/>
          </p:nvPr>
        </p:nvSpPr>
        <p:spPr/>
        <p:txBody>
          <a:bodyPr/>
          <a:lstStyle/>
          <a:p>
            <a:r>
              <a:rPr lang="da-DK"/>
              <a:t>cybersikker.alexandra.dk</a:t>
            </a:r>
          </a:p>
        </p:txBody>
      </p:sp>
      <p:sp>
        <p:nvSpPr>
          <p:cNvPr id="17" name="Pladsholder til slidenummer 16">
            <a:extLst>
              <a:ext uri="{FF2B5EF4-FFF2-40B4-BE49-F238E27FC236}">
                <a16:creationId xmlns:a16="http://schemas.microsoft.com/office/drawing/2014/main" id="{95D5EE3D-13CA-2876-91CF-5247FED00042}"/>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68776097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vid slide venstrestillet overskrift / tekst">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D943BCA5-A9D1-3C4A-B419-FA4758A2554A}"/>
              </a:ext>
            </a:extLst>
          </p:cNvPr>
          <p:cNvSpPr>
            <a:spLocks noGrp="1"/>
          </p:cNvSpPr>
          <p:nvPr>
            <p:ph type="title"/>
          </p:nvPr>
        </p:nvSpPr>
        <p:spPr>
          <a:xfrm>
            <a:off x="900000" y="900000"/>
            <a:ext cx="6120000" cy="553998"/>
          </a:xfrm>
          <a:prstGeom prst="rect">
            <a:avLst/>
          </a:prstGeom>
        </p:spPr>
        <p:txBody>
          <a:bodyPr vert="horz" wrap="square" lIns="0" tIns="0" rIns="0" bIns="0" rtlCol="0" anchor="t" anchorCtr="0">
            <a:spAutoFit/>
          </a:bodyPr>
          <a:lstStyle>
            <a:lvl1pPr algn="l">
              <a:defRPr>
                <a:solidFill>
                  <a:srgbClr val="343434"/>
                </a:solidFill>
              </a:defRPr>
            </a:lvl1pPr>
          </a:lstStyle>
          <a:p>
            <a:r>
              <a:rPr lang="en-US" noProof="0"/>
              <a:t>Click to edit Master title style</a:t>
            </a:r>
            <a:endParaRPr lang="da-DK" noProof="0"/>
          </a:p>
        </p:txBody>
      </p:sp>
      <p:sp>
        <p:nvSpPr>
          <p:cNvPr id="9" name="Pladsholder til tekst 3">
            <a:extLst>
              <a:ext uri="{FF2B5EF4-FFF2-40B4-BE49-F238E27FC236}">
                <a16:creationId xmlns:a16="http://schemas.microsoft.com/office/drawing/2014/main" id="{54EA145E-2D74-D94E-BB16-46323B3937C3}"/>
              </a:ext>
            </a:extLst>
          </p:cNvPr>
          <p:cNvSpPr>
            <a:spLocks noGrp="1"/>
          </p:cNvSpPr>
          <p:nvPr>
            <p:ph type="body" sz="quarter" idx="10"/>
          </p:nvPr>
        </p:nvSpPr>
        <p:spPr>
          <a:xfrm>
            <a:off x="899999" y="2160000"/>
            <a:ext cx="6120000" cy="3960000"/>
          </a:xfrm>
        </p:spPr>
        <p:txBody>
          <a:bodyPr/>
          <a:lstStyle>
            <a:lvl1pPr indent="-180000">
              <a:spcBef>
                <a:spcPts val="600"/>
              </a:spcBef>
              <a:buClrTx/>
              <a:defRPr>
                <a:solidFill>
                  <a:srgbClr val="343434"/>
                </a:solidFill>
              </a:defRPr>
            </a:lvl1pPr>
            <a:lvl2pPr marL="720000" indent="-180000">
              <a:spcBef>
                <a:spcPts val="600"/>
              </a:spcBef>
              <a:buClrTx/>
              <a:defRPr>
                <a:solidFill>
                  <a:srgbClr val="343434"/>
                </a:solidFill>
              </a:defRPr>
            </a:lvl2pPr>
            <a:lvl3pPr marL="1080000" indent="-180000">
              <a:spcBef>
                <a:spcPts val="600"/>
              </a:spcBef>
              <a:buClrTx/>
              <a:defRPr sz="1800">
                <a:solidFill>
                  <a:srgbClr val="343434"/>
                </a:solidFill>
              </a:defRPr>
            </a:lvl3pPr>
            <a:lvl5pPr marL="342900" indent="-3429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p:txBody>
      </p:sp>
      <p:sp>
        <p:nvSpPr>
          <p:cNvPr id="15" name="Pladsholder til dato 14">
            <a:extLst>
              <a:ext uri="{FF2B5EF4-FFF2-40B4-BE49-F238E27FC236}">
                <a16:creationId xmlns:a16="http://schemas.microsoft.com/office/drawing/2014/main" id="{7C5399E5-3534-91E8-9F8C-B0CC6D87E229}"/>
              </a:ext>
            </a:extLst>
          </p:cNvPr>
          <p:cNvSpPr>
            <a:spLocks noGrp="1"/>
          </p:cNvSpPr>
          <p:nvPr>
            <p:ph type="dt" sz="half" idx="11"/>
          </p:nvPr>
        </p:nvSpPr>
        <p:spPr/>
        <p:txBody>
          <a:bodyPr/>
          <a:lstStyle/>
          <a:p>
            <a:fld id="{966570FE-B5FB-B343-9266-1BC06216A43C}" type="datetime1">
              <a:rPr lang="da-DK" smtClean="0"/>
              <a:t>04-05-2026</a:t>
            </a:fld>
            <a:endParaRPr lang="da-DK"/>
          </a:p>
        </p:txBody>
      </p:sp>
      <p:sp>
        <p:nvSpPr>
          <p:cNvPr id="16" name="Pladsholder til sidefod 15">
            <a:extLst>
              <a:ext uri="{FF2B5EF4-FFF2-40B4-BE49-F238E27FC236}">
                <a16:creationId xmlns:a16="http://schemas.microsoft.com/office/drawing/2014/main" id="{962C43D6-61CF-D952-9CBC-6E9A7A5B10AB}"/>
              </a:ext>
            </a:extLst>
          </p:cNvPr>
          <p:cNvSpPr>
            <a:spLocks noGrp="1"/>
          </p:cNvSpPr>
          <p:nvPr>
            <p:ph type="ftr" sz="quarter" idx="12"/>
          </p:nvPr>
        </p:nvSpPr>
        <p:spPr/>
        <p:txBody>
          <a:bodyPr/>
          <a:lstStyle/>
          <a:p>
            <a:r>
              <a:rPr lang="da-DK"/>
              <a:t>cybersikker.alexandra.dk</a:t>
            </a:r>
          </a:p>
        </p:txBody>
      </p:sp>
      <p:sp>
        <p:nvSpPr>
          <p:cNvPr id="17" name="Pladsholder til slidenummer 16">
            <a:extLst>
              <a:ext uri="{FF2B5EF4-FFF2-40B4-BE49-F238E27FC236}">
                <a16:creationId xmlns:a16="http://schemas.microsoft.com/office/drawing/2014/main" id="{95D5EE3D-13CA-2876-91CF-5247FED00042}"/>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61222883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vid side med titel">
    <p:spTree>
      <p:nvGrpSpPr>
        <p:cNvPr id="1" name=""/>
        <p:cNvGrpSpPr/>
        <p:nvPr/>
      </p:nvGrpSpPr>
      <p:grpSpPr>
        <a:xfrm>
          <a:off x="0" y="0"/>
          <a:ext cx="0" cy="0"/>
          <a:chOff x="0" y="0"/>
          <a:chExt cx="0" cy="0"/>
        </a:xfrm>
      </p:grpSpPr>
      <p:sp>
        <p:nvSpPr>
          <p:cNvPr id="10" name="Pladsholder til dato 9">
            <a:extLst>
              <a:ext uri="{FF2B5EF4-FFF2-40B4-BE49-F238E27FC236}">
                <a16:creationId xmlns:a16="http://schemas.microsoft.com/office/drawing/2014/main" id="{2FA9A78B-F9F6-E5B5-54E3-EE9FF16231A4}"/>
              </a:ext>
            </a:extLst>
          </p:cNvPr>
          <p:cNvSpPr>
            <a:spLocks noGrp="1"/>
          </p:cNvSpPr>
          <p:nvPr>
            <p:ph type="dt" sz="half" idx="10"/>
          </p:nvPr>
        </p:nvSpPr>
        <p:spPr/>
        <p:txBody>
          <a:bodyPr/>
          <a:lstStyle/>
          <a:p>
            <a:fld id="{966570FE-B5FB-B343-9266-1BC06216A43C}" type="datetime1">
              <a:rPr lang="da-DK" smtClean="0"/>
              <a:t>04-05-2026</a:t>
            </a:fld>
            <a:endParaRPr lang="da-DK"/>
          </a:p>
        </p:txBody>
      </p:sp>
      <p:sp>
        <p:nvSpPr>
          <p:cNvPr id="11" name="Pladsholder til sidefod 10">
            <a:extLst>
              <a:ext uri="{FF2B5EF4-FFF2-40B4-BE49-F238E27FC236}">
                <a16:creationId xmlns:a16="http://schemas.microsoft.com/office/drawing/2014/main" id="{75A12590-BDD9-733D-C482-5F7D499C5F7C}"/>
              </a:ext>
            </a:extLst>
          </p:cNvPr>
          <p:cNvSpPr>
            <a:spLocks noGrp="1"/>
          </p:cNvSpPr>
          <p:nvPr>
            <p:ph type="ftr" sz="quarter" idx="11"/>
          </p:nvPr>
        </p:nvSpPr>
        <p:spPr/>
        <p:txBody>
          <a:bodyPr/>
          <a:lstStyle/>
          <a:p>
            <a:r>
              <a:rPr lang="da-DK"/>
              <a:t>cybersikker.alexandra.dk</a:t>
            </a:r>
          </a:p>
        </p:txBody>
      </p:sp>
      <p:sp>
        <p:nvSpPr>
          <p:cNvPr id="12" name="Pladsholder til slidenummer 11">
            <a:extLst>
              <a:ext uri="{FF2B5EF4-FFF2-40B4-BE49-F238E27FC236}">
                <a16:creationId xmlns:a16="http://schemas.microsoft.com/office/drawing/2014/main" id="{FA4C063E-ABD6-B6BC-DE08-BDD64606059D}"/>
              </a:ext>
            </a:extLst>
          </p:cNvPr>
          <p:cNvSpPr>
            <a:spLocks noGrp="1"/>
          </p:cNvSpPr>
          <p:nvPr>
            <p:ph type="sldNum" sz="quarter" idx="12"/>
          </p:nvPr>
        </p:nvSpPr>
        <p:spPr/>
        <p:txBody>
          <a:bodyPr/>
          <a:lstStyle/>
          <a:p>
            <a:fld id="{D9FF5FAE-2060-B54F-BDDB-0825BCE6ACB8}" type="slidenum">
              <a:rPr lang="da-DK" smtClean="0"/>
              <a:pPr/>
              <a:t>‹#›</a:t>
            </a:fld>
            <a:endParaRPr lang="da-DK"/>
          </a:p>
        </p:txBody>
      </p:sp>
      <p:sp>
        <p:nvSpPr>
          <p:cNvPr id="3" name="Titel 2">
            <a:extLst>
              <a:ext uri="{FF2B5EF4-FFF2-40B4-BE49-F238E27FC236}">
                <a16:creationId xmlns:a16="http://schemas.microsoft.com/office/drawing/2014/main" id="{B4B06BEC-9C28-1333-C662-F177D86F85A9}"/>
              </a:ext>
            </a:extLst>
          </p:cNvPr>
          <p:cNvSpPr>
            <a:spLocks noGrp="1"/>
          </p:cNvSpPr>
          <p:nvPr>
            <p:ph type="title"/>
          </p:nvPr>
        </p:nvSpPr>
        <p:spPr>
          <a:xfrm>
            <a:off x="959164" y="360000"/>
            <a:ext cx="10273673" cy="553998"/>
          </a:xfrm>
        </p:spPr>
        <p:txBody>
          <a:bodyPr/>
          <a:lstStyle>
            <a:lvl1pPr marL="0" indent="0" algn="ctr">
              <a:tabLst>
                <a:tab pos="4262438" algn="l"/>
              </a:tabLst>
              <a:defRPr/>
            </a:lvl1pPr>
          </a:lstStyle>
          <a:p>
            <a:r>
              <a:rPr lang="en-US"/>
              <a:t>Click to edit Master title style</a:t>
            </a:r>
            <a:endParaRPr lang="da-DK"/>
          </a:p>
        </p:txBody>
      </p:sp>
    </p:spTree>
    <p:extLst>
      <p:ext uri="{BB962C8B-B14F-4D97-AF65-F5344CB8AC3E}">
        <p14:creationId xmlns:p14="http://schemas.microsoft.com/office/powerpoint/2010/main" val="427195414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ide med billedbaggrund 3 bokse">
    <p:spTree>
      <p:nvGrpSpPr>
        <p:cNvPr id="1" name=""/>
        <p:cNvGrpSpPr/>
        <p:nvPr/>
      </p:nvGrpSpPr>
      <p:grpSpPr>
        <a:xfrm>
          <a:off x="0" y="0"/>
          <a:ext cx="0" cy="0"/>
          <a:chOff x="0" y="0"/>
          <a:chExt cx="0" cy="0"/>
        </a:xfrm>
      </p:grpSpPr>
      <p:sp useBgFill="1">
        <p:nvSpPr>
          <p:cNvPr id="12" name="Pladsholder til billede 11">
            <a:extLst>
              <a:ext uri="{FF2B5EF4-FFF2-40B4-BE49-F238E27FC236}">
                <a16:creationId xmlns:a16="http://schemas.microsoft.com/office/drawing/2014/main" id="{3E8FA4C9-F9B2-4D3F-C3AA-19AE988B04A3}"/>
              </a:ext>
            </a:extLst>
          </p:cNvPr>
          <p:cNvSpPr>
            <a:spLocks noGrp="1"/>
          </p:cNvSpPr>
          <p:nvPr>
            <p:ph type="pic" sz="quarter" idx="10"/>
          </p:nvPr>
        </p:nvSpPr>
        <p:spPr>
          <a:xfrm>
            <a:off x="0" y="0"/>
            <a:ext cx="12192000" cy="6858000"/>
          </a:xfrm>
        </p:spPr>
        <p:txBody>
          <a:bodyPr/>
          <a:lstStyle>
            <a:lvl1pPr marL="0" indent="0">
              <a:buFontTx/>
              <a:buNone/>
              <a:defRPr/>
            </a:lvl1pPr>
          </a:lstStyle>
          <a:p>
            <a:r>
              <a:rPr lang="en-US"/>
              <a:t>Click icon to add picture</a:t>
            </a:r>
            <a:endParaRPr lang="da-DK"/>
          </a:p>
        </p:txBody>
      </p:sp>
      <p:sp>
        <p:nvSpPr>
          <p:cNvPr id="3" name="Pladsholder til indhold 2">
            <a:extLst>
              <a:ext uri="{FF2B5EF4-FFF2-40B4-BE49-F238E27FC236}">
                <a16:creationId xmlns:a16="http://schemas.microsoft.com/office/drawing/2014/main" id="{A8896007-EFA9-FB1D-FC40-52612A5A455F}"/>
              </a:ext>
            </a:extLst>
          </p:cNvPr>
          <p:cNvSpPr>
            <a:spLocks noGrp="1"/>
          </p:cNvSpPr>
          <p:nvPr>
            <p:ph sz="quarter" idx="12"/>
          </p:nvPr>
        </p:nvSpPr>
        <p:spPr>
          <a:xfrm>
            <a:off x="302345" y="3959813"/>
            <a:ext cx="3600000" cy="2160000"/>
          </a:xfrm>
          <a:noFill/>
        </p:spPr>
        <p:txBody>
          <a:bodyPr lIns="108000" tIns="108000" rIns="108000" bIns="108000"/>
          <a:lstStyle>
            <a:lvl1pPr marL="0" indent="0" algn="ctr">
              <a:spcBef>
                <a:spcPts val="0"/>
              </a:spcBef>
              <a:spcAft>
                <a:spcPts val="600"/>
              </a:spcAft>
              <a:buFontTx/>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FontTx/>
              <a:buNone/>
              <a:defRPr sz="1400" b="0" i="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5" name="Pladsholder til slidenummer 14">
            <a:extLst>
              <a:ext uri="{FF2B5EF4-FFF2-40B4-BE49-F238E27FC236}">
                <a16:creationId xmlns:a16="http://schemas.microsoft.com/office/drawing/2014/main" id="{B55FCD46-4218-A74F-8005-7EE6E99038AE}"/>
              </a:ext>
            </a:extLst>
          </p:cNvPr>
          <p:cNvSpPr>
            <a:spLocks noGrp="1"/>
          </p:cNvSpPr>
          <p:nvPr>
            <p:ph type="sldNum" sz="quarter" idx="15"/>
          </p:nvPr>
        </p:nvSpPr>
        <p:spPr/>
        <p:txBody>
          <a:bodyPr/>
          <a:lstStyle/>
          <a:p>
            <a:fld id="{D9FF5FAE-2060-B54F-BDDB-0825BCE6ACB8}" type="slidenum">
              <a:rPr lang="da-DK" smtClean="0"/>
              <a:pPr/>
              <a:t>‹#›</a:t>
            </a:fld>
            <a:endParaRPr lang="da-DK"/>
          </a:p>
        </p:txBody>
      </p:sp>
      <p:sp>
        <p:nvSpPr>
          <p:cNvPr id="13" name="Pladsholder til dato 12">
            <a:extLst>
              <a:ext uri="{FF2B5EF4-FFF2-40B4-BE49-F238E27FC236}">
                <a16:creationId xmlns:a16="http://schemas.microsoft.com/office/drawing/2014/main" id="{4C2F6B8E-60BF-6AD6-6314-812B1A40DA1E}"/>
              </a:ext>
            </a:extLst>
          </p:cNvPr>
          <p:cNvSpPr>
            <a:spLocks noGrp="1"/>
          </p:cNvSpPr>
          <p:nvPr>
            <p:ph type="dt" sz="half" idx="13"/>
          </p:nvPr>
        </p:nvSpPr>
        <p:spPr/>
        <p:txBody>
          <a:bodyPr/>
          <a:lstStyle/>
          <a:p>
            <a:fld id="{966570FE-B5FB-B343-9266-1BC06216A43C}" type="datetime1">
              <a:rPr lang="da-DK" smtClean="0"/>
              <a:t>04-05-2026</a:t>
            </a:fld>
            <a:endParaRPr lang="da-DK"/>
          </a:p>
        </p:txBody>
      </p:sp>
      <p:sp>
        <p:nvSpPr>
          <p:cNvPr id="14" name="Pladsholder til sidefod 13">
            <a:extLst>
              <a:ext uri="{FF2B5EF4-FFF2-40B4-BE49-F238E27FC236}">
                <a16:creationId xmlns:a16="http://schemas.microsoft.com/office/drawing/2014/main" id="{5DF8C4B2-20B3-A074-8048-894F4A3EAE5A}"/>
              </a:ext>
            </a:extLst>
          </p:cNvPr>
          <p:cNvSpPr>
            <a:spLocks noGrp="1"/>
          </p:cNvSpPr>
          <p:nvPr>
            <p:ph type="ftr" sz="quarter" idx="14"/>
          </p:nvPr>
        </p:nvSpPr>
        <p:spPr/>
        <p:txBody>
          <a:bodyPr/>
          <a:lstStyle/>
          <a:p>
            <a:r>
              <a:rPr lang="da-DK"/>
              <a:t>cybersikker.alexandra.dk</a:t>
            </a:r>
          </a:p>
        </p:txBody>
      </p:sp>
      <p:sp>
        <p:nvSpPr>
          <p:cNvPr id="6" name="Pladsholder til indhold 5">
            <a:extLst>
              <a:ext uri="{FF2B5EF4-FFF2-40B4-BE49-F238E27FC236}">
                <a16:creationId xmlns:a16="http://schemas.microsoft.com/office/drawing/2014/main" id="{64E6E068-C30A-5ADC-3DE9-8633E2E0FF68}"/>
              </a:ext>
            </a:extLst>
          </p:cNvPr>
          <p:cNvSpPr>
            <a:spLocks noGrp="1"/>
          </p:cNvSpPr>
          <p:nvPr>
            <p:ph sz="quarter" idx="16"/>
          </p:nvPr>
        </p:nvSpPr>
        <p:spPr>
          <a:xfrm>
            <a:off x="4301682" y="3959813"/>
            <a:ext cx="3600000" cy="2160000"/>
          </a:xfrm>
        </p:spPr>
        <p:txBody>
          <a:bodyPr lIns="108000" tIns="108000" rIns="108000" bIns="108000"/>
          <a:lstStyle>
            <a:lvl1pPr marL="0" indent="0" algn="ctr">
              <a:spcBef>
                <a:spcPts val="0"/>
              </a:spcBef>
              <a:spcAft>
                <a:spcPts val="600"/>
              </a:spcAft>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None/>
              <a:defRPr sz="1400" b="0" i="0">
                <a:solidFill>
                  <a:schemeClr val="bg1"/>
                </a:solidFill>
                <a:latin typeface="Arial" panose="020B0604020202020204" pitchFamily="34" charset="0"/>
                <a:cs typeface="Arial" panose="020B0604020202020204" pitchFamily="34" charset="0"/>
              </a:defRPr>
            </a:lvl2pPr>
            <a:lvl3pPr marL="360000" indent="0">
              <a:buNone/>
              <a:defRPr sz="1600">
                <a:solidFill>
                  <a:schemeClr val="bg1"/>
                </a:solidFill>
              </a:defRPr>
            </a:lvl3pPr>
            <a:lvl4pPr marL="720000" indent="0">
              <a:buNone/>
              <a:defRPr sz="1600">
                <a:solidFill>
                  <a:schemeClr val="bg1"/>
                </a:solidFill>
              </a:defRPr>
            </a:lvl4pPr>
            <a:lvl5pPr marL="0" indent="0">
              <a:buFont typeface="Arial" panose="020B0604020202020204" pitchFamily="34" charset="0"/>
              <a:buNone/>
              <a:defRPr sz="1600">
                <a:solidFill>
                  <a:schemeClr val="bg1"/>
                </a:solidFill>
              </a:defRPr>
            </a:lvl5pPr>
          </a:lstStyle>
          <a:p>
            <a:pPr lvl="0"/>
            <a:r>
              <a:rPr lang="en-US"/>
              <a:t>Click to edit Master text styles</a:t>
            </a:r>
          </a:p>
          <a:p>
            <a:pPr lvl="1"/>
            <a:r>
              <a:rPr lang="en-US"/>
              <a:t>Second level</a:t>
            </a:r>
          </a:p>
        </p:txBody>
      </p:sp>
      <p:sp>
        <p:nvSpPr>
          <p:cNvPr id="10" name="Pladsholder til indhold 9">
            <a:extLst>
              <a:ext uri="{FF2B5EF4-FFF2-40B4-BE49-F238E27FC236}">
                <a16:creationId xmlns:a16="http://schemas.microsoft.com/office/drawing/2014/main" id="{516B58FF-0AC7-55B2-5CCE-E114A4905557}"/>
              </a:ext>
            </a:extLst>
          </p:cNvPr>
          <p:cNvSpPr>
            <a:spLocks noGrp="1"/>
          </p:cNvSpPr>
          <p:nvPr>
            <p:ph sz="quarter" idx="17"/>
          </p:nvPr>
        </p:nvSpPr>
        <p:spPr>
          <a:xfrm>
            <a:off x="8301019" y="3959813"/>
            <a:ext cx="3600000" cy="2160588"/>
          </a:xfrm>
        </p:spPr>
        <p:txBody>
          <a:bodyPr lIns="108000" tIns="108000" rIns="108000" bIns="108000"/>
          <a:lstStyle>
            <a:lvl1pPr marL="0" indent="0" algn="ctr">
              <a:spcBef>
                <a:spcPts val="0"/>
              </a:spcBef>
              <a:spcAft>
                <a:spcPts val="600"/>
              </a:spcAft>
              <a:buNone/>
              <a:defRPr sz="1600" b="0" i="0">
                <a:solidFill>
                  <a:schemeClr val="bg1"/>
                </a:solidFill>
                <a:latin typeface="Arial" panose="020B0604020202020204" pitchFamily="34" charset="0"/>
                <a:cs typeface="Arial" panose="020B0604020202020204" pitchFamily="34" charset="0"/>
              </a:defRPr>
            </a:lvl1pPr>
            <a:lvl2pPr marL="0" indent="0">
              <a:spcBef>
                <a:spcPts val="200"/>
              </a:spcBef>
              <a:spcAft>
                <a:spcPts val="200"/>
              </a:spcAft>
              <a:buNone/>
              <a:defRPr sz="1400" b="0" i="0">
                <a:solidFill>
                  <a:schemeClr val="bg1"/>
                </a:solidFill>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2" name="Titel 1">
            <a:extLst>
              <a:ext uri="{FF2B5EF4-FFF2-40B4-BE49-F238E27FC236}">
                <a16:creationId xmlns:a16="http://schemas.microsoft.com/office/drawing/2014/main" id="{7ED9C566-8AD1-2A40-D58B-568EE2103D82}"/>
              </a:ext>
            </a:extLst>
          </p:cNvPr>
          <p:cNvSpPr>
            <a:spLocks noGrp="1"/>
          </p:cNvSpPr>
          <p:nvPr>
            <p:ph type="title"/>
          </p:nvPr>
        </p:nvSpPr>
        <p:spPr/>
        <p:txBody>
          <a:bodyPr/>
          <a:lstStyle>
            <a:lvl1pPr algn="ctr">
              <a:defRPr/>
            </a:lvl1pPr>
          </a:lstStyle>
          <a:p>
            <a:r>
              <a:rPr lang="en-US"/>
              <a:t>Click to edit Master title style</a:t>
            </a:r>
            <a:endParaRPr lang="da-DK"/>
          </a:p>
        </p:txBody>
      </p:sp>
    </p:spTree>
    <p:extLst>
      <p:ext uri="{BB962C8B-B14F-4D97-AF65-F5344CB8AC3E}">
        <p14:creationId xmlns:p14="http://schemas.microsoft.com/office/powerpoint/2010/main" val="310729998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Mellemside dybblå">
    <p:bg>
      <p:bgPr>
        <a:solidFill>
          <a:srgbClr val="002A3F"/>
        </a:solidFill>
        <a:effectLst/>
      </p:bgPr>
    </p:b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EDFBEEBD-1E10-C64A-9B2F-189B884F45BA}"/>
              </a:ext>
            </a:extLst>
          </p:cNvPr>
          <p:cNvSpPr>
            <a:spLocks noGrp="1"/>
          </p:cNvSpPr>
          <p:nvPr>
            <p:ph type="title"/>
          </p:nvPr>
        </p:nvSpPr>
        <p:spPr>
          <a:xfrm>
            <a:off x="1298708" y="3152001"/>
            <a:ext cx="9594585" cy="553998"/>
          </a:xfrm>
          <a:prstGeom prst="rect">
            <a:avLst/>
          </a:prstGeom>
        </p:spPr>
        <p:txBody>
          <a:bodyPr anchor="ctr" anchorCtr="0"/>
          <a:lstStyle>
            <a:lvl1pPr algn="ctr">
              <a:defRPr sz="3600" b="0" i="0" cap="none"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da-DK"/>
          </a:p>
        </p:txBody>
      </p:sp>
      <p:sp>
        <p:nvSpPr>
          <p:cNvPr id="4" name="Right Triangle 4">
            <a:extLst>
              <a:ext uri="{FF2B5EF4-FFF2-40B4-BE49-F238E27FC236}">
                <a16:creationId xmlns:a16="http://schemas.microsoft.com/office/drawing/2014/main" id="{D65F8924-1F04-8501-B37B-F146F46DDBC3}"/>
              </a:ext>
            </a:extLst>
          </p:cNvPr>
          <p:cNvSpPr/>
          <p:nvPr/>
        </p:nvSpPr>
        <p:spPr>
          <a:xfrm rot="16200000">
            <a:off x="2390148" y="2292681"/>
            <a:ext cx="6875719" cy="2290351"/>
          </a:xfrm>
          <a:prstGeom prst="rtTriangle">
            <a:avLst/>
          </a:prstGeom>
          <a:solidFill>
            <a:srgbClr val="F2F2F2">
              <a:alpha val="3922"/>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5" name="Rectangle 5">
            <a:extLst>
              <a:ext uri="{FF2B5EF4-FFF2-40B4-BE49-F238E27FC236}">
                <a16:creationId xmlns:a16="http://schemas.microsoft.com/office/drawing/2014/main" id="{03058457-07FF-3A96-E142-AEB81C550EDC}"/>
              </a:ext>
            </a:extLst>
          </p:cNvPr>
          <p:cNvSpPr/>
          <p:nvPr/>
        </p:nvSpPr>
        <p:spPr>
          <a:xfrm>
            <a:off x="6973184" y="17716"/>
            <a:ext cx="5218816" cy="6858000"/>
          </a:xfrm>
          <a:prstGeom prst="rect">
            <a:avLst/>
          </a:prstGeom>
          <a:solidFill>
            <a:srgbClr val="F2F2F2">
              <a:alpha val="3922"/>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pic>
        <p:nvPicPr>
          <p:cNvPr id="6" name="Billede 4" descr="Et billede, der indeholder Font/skrifttype, Grafik, grafisk design, tekst&#10;&#10;Indhold genereret af kunstig intelligens kan være forkert.">
            <a:extLst>
              <a:ext uri="{FF2B5EF4-FFF2-40B4-BE49-F238E27FC236}">
                <a16:creationId xmlns:a16="http://schemas.microsoft.com/office/drawing/2014/main" id="{7B8C6AC5-22C4-4C15-1D9D-01CB64A7459C}"/>
              </a:ext>
            </a:extLst>
          </p:cNvPr>
          <p:cNvPicPr>
            <a:picLocks noChangeAspect="1"/>
          </p:cNvPicPr>
          <p:nvPr/>
        </p:nvPicPr>
        <p:blipFill>
          <a:blip r:embed="rId2"/>
          <a:srcRect t="-1" r="72325" b="-7017"/>
          <a:stretch/>
        </p:blipFill>
        <p:spPr>
          <a:xfrm>
            <a:off x="5710432" y="5417946"/>
            <a:ext cx="771134" cy="523875"/>
          </a:xfrm>
          <a:prstGeom prst="rect">
            <a:avLst/>
          </a:prstGeom>
        </p:spPr>
      </p:pic>
    </p:spTree>
    <p:extLst>
      <p:ext uri="{BB962C8B-B14F-4D97-AF65-F5344CB8AC3E}">
        <p14:creationId xmlns:p14="http://schemas.microsoft.com/office/powerpoint/2010/main" val="2487074425"/>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Hvid side med blå boks">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A3845F0-3DF9-4646-ABC5-AF439DC6FB63}"/>
              </a:ext>
            </a:extLst>
          </p:cNvPr>
          <p:cNvSpPr/>
          <p:nvPr/>
        </p:nvSpPr>
        <p:spPr>
          <a:xfrm>
            <a:off x="0" y="-12880"/>
            <a:ext cx="4133611" cy="6870879"/>
          </a:xfrm>
          <a:custGeom>
            <a:avLst/>
            <a:gdLst>
              <a:gd name="connsiteX0" fmla="*/ 0 w 3348000"/>
              <a:gd name="connsiteY0" fmla="*/ 0 h 6858000"/>
              <a:gd name="connsiteX1" fmla="*/ 3348000 w 3348000"/>
              <a:gd name="connsiteY1" fmla="*/ 0 h 6858000"/>
              <a:gd name="connsiteX2" fmla="*/ 3348000 w 3348000"/>
              <a:gd name="connsiteY2" fmla="*/ 6858000 h 6858000"/>
              <a:gd name="connsiteX3" fmla="*/ 0 w 3348000"/>
              <a:gd name="connsiteY3" fmla="*/ 6858000 h 6858000"/>
              <a:gd name="connsiteX4" fmla="*/ 0 w 3348000"/>
              <a:gd name="connsiteY4" fmla="*/ 0 h 6858000"/>
              <a:gd name="connsiteX0" fmla="*/ 0 w 4133611"/>
              <a:gd name="connsiteY0" fmla="*/ 12879 h 6870879"/>
              <a:gd name="connsiteX1" fmla="*/ 4133611 w 4133611"/>
              <a:gd name="connsiteY1" fmla="*/ 0 h 6870879"/>
              <a:gd name="connsiteX2" fmla="*/ 3348000 w 4133611"/>
              <a:gd name="connsiteY2" fmla="*/ 6870879 h 6870879"/>
              <a:gd name="connsiteX3" fmla="*/ 0 w 4133611"/>
              <a:gd name="connsiteY3" fmla="*/ 6870879 h 6870879"/>
              <a:gd name="connsiteX4" fmla="*/ 0 w 4133611"/>
              <a:gd name="connsiteY4" fmla="*/ 12879 h 68708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611" h="6870879">
                <a:moveTo>
                  <a:pt x="0" y="12879"/>
                </a:moveTo>
                <a:lnTo>
                  <a:pt x="4133611" y="0"/>
                </a:lnTo>
                <a:lnTo>
                  <a:pt x="3348000" y="6870879"/>
                </a:lnTo>
                <a:lnTo>
                  <a:pt x="0" y="6870879"/>
                </a:lnTo>
                <a:lnTo>
                  <a:pt x="0" y="12879"/>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6" name="Pladsholder til tekst 3">
            <a:extLst>
              <a:ext uri="{FF2B5EF4-FFF2-40B4-BE49-F238E27FC236}">
                <a16:creationId xmlns:a16="http://schemas.microsoft.com/office/drawing/2014/main" id="{D7BD72E6-1F77-0F4F-99C7-CDE9FC989459}"/>
              </a:ext>
            </a:extLst>
          </p:cNvPr>
          <p:cNvSpPr>
            <a:spLocks noGrp="1"/>
          </p:cNvSpPr>
          <p:nvPr>
            <p:ph type="body" sz="quarter" idx="10"/>
          </p:nvPr>
        </p:nvSpPr>
        <p:spPr>
          <a:xfrm>
            <a:off x="4500001" y="1080000"/>
            <a:ext cx="6769014" cy="5025378"/>
          </a:xfrm>
        </p:spPr>
        <p:txBody>
          <a:bodyPr/>
          <a:lstStyle>
            <a:lvl1pPr>
              <a:spcBef>
                <a:spcPts val="600"/>
              </a:spcBef>
              <a:buClrTx/>
              <a:defRPr>
                <a:solidFill>
                  <a:schemeClr val="tx1">
                    <a:lumMod val="75000"/>
                  </a:schemeClr>
                </a:solidFill>
              </a:defRPr>
            </a:lvl1pPr>
            <a:lvl2pPr marL="720000">
              <a:spcBef>
                <a:spcPts val="600"/>
              </a:spcBef>
              <a:buClrTx/>
              <a:defRPr>
                <a:solidFill>
                  <a:schemeClr val="tx1">
                    <a:lumMod val="75000"/>
                  </a:schemeClr>
                </a:solidFill>
              </a:defRPr>
            </a:lvl2pPr>
            <a:lvl3pPr marL="1080000">
              <a:spcBef>
                <a:spcPts val="600"/>
              </a:spcBef>
              <a:buClrTx/>
              <a:defRPr sz="1800">
                <a:solidFill>
                  <a:schemeClr val="tx1">
                    <a:lumMod val="75000"/>
                  </a:schemeClr>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p:txBody>
      </p:sp>
      <p:sp>
        <p:nvSpPr>
          <p:cNvPr id="5" name="Titel 1">
            <a:extLst>
              <a:ext uri="{FF2B5EF4-FFF2-40B4-BE49-F238E27FC236}">
                <a16:creationId xmlns:a16="http://schemas.microsoft.com/office/drawing/2014/main" id="{75FAD132-7247-4943-8756-FB1B42F44D51}"/>
              </a:ext>
            </a:extLst>
          </p:cNvPr>
          <p:cNvSpPr>
            <a:spLocks noGrp="1"/>
          </p:cNvSpPr>
          <p:nvPr>
            <p:ph type="title"/>
          </p:nvPr>
        </p:nvSpPr>
        <p:spPr>
          <a:xfrm>
            <a:off x="360000" y="1080000"/>
            <a:ext cx="2726099" cy="553998"/>
          </a:xfrm>
          <a:prstGeom prst="rect">
            <a:avLst/>
          </a:prstGeom>
        </p:spPr>
        <p:txBody>
          <a:bodyPr/>
          <a:lstStyle>
            <a:lvl1pPr>
              <a:defRPr sz="3600">
                <a:solidFill>
                  <a:schemeClr val="bg1"/>
                </a:solidFill>
              </a:defRPr>
            </a:lvl1pPr>
          </a:lstStyle>
          <a:p>
            <a:r>
              <a:rPr lang="en-US" noProof="0"/>
              <a:t>Click to edit Master title style</a:t>
            </a:r>
            <a:endParaRPr lang="da-DK" noProof="0"/>
          </a:p>
        </p:txBody>
      </p:sp>
      <p:sp>
        <p:nvSpPr>
          <p:cNvPr id="13" name="Pladsholder til dato 12">
            <a:extLst>
              <a:ext uri="{FF2B5EF4-FFF2-40B4-BE49-F238E27FC236}">
                <a16:creationId xmlns:a16="http://schemas.microsoft.com/office/drawing/2014/main" id="{2697253C-4240-2DE5-241D-6F79B134E753}"/>
              </a:ext>
            </a:extLst>
          </p:cNvPr>
          <p:cNvSpPr>
            <a:spLocks noGrp="1"/>
          </p:cNvSpPr>
          <p:nvPr>
            <p:ph type="dt" sz="half" idx="11"/>
          </p:nvPr>
        </p:nvSpPr>
        <p:spPr/>
        <p:txBody>
          <a:bodyPr/>
          <a:lstStyle/>
          <a:p>
            <a:fld id="{966570FE-B5FB-B343-9266-1BC06216A43C}" type="datetime1">
              <a:rPr lang="da-DK" smtClean="0"/>
              <a:t>04-05-2026</a:t>
            </a:fld>
            <a:endParaRPr lang="da-DK"/>
          </a:p>
        </p:txBody>
      </p:sp>
      <p:sp>
        <p:nvSpPr>
          <p:cNvPr id="14" name="Pladsholder til sidefod 13">
            <a:extLst>
              <a:ext uri="{FF2B5EF4-FFF2-40B4-BE49-F238E27FC236}">
                <a16:creationId xmlns:a16="http://schemas.microsoft.com/office/drawing/2014/main" id="{E49A80E2-2179-9D0B-A180-333D185AA81D}"/>
              </a:ext>
            </a:extLst>
          </p:cNvPr>
          <p:cNvSpPr>
            <a:spLocks noGrp="1"/>
          </p:cNvSpPr>
          <p:nvPr>
            <p:ph type="ftr" sz="quarter" idx="12"/>
          </p:nvPr>
        </p:nvSpPr>
        <p:spPr/>
        <p:txBody>
          <a:bodyPr/>
          <a:lstStyle/>
          <a:p>
            <a:r>
              <a:rPr lang="da-DK"/>
              <a:t>cybersikker.alexandra.dk</a:t>
            </a:r>
          </a:p>
        </p:txBody>
      </p:sp>
      <p:sp>
        <p:nvSpPr>
          <p:cNvPr id="15" name="Pladsholder til slidenummer 14">
            <a:extLst>
              <a:ext uri="{FF2B5EF4-FFF2-40B4-BE49-F238E27FC236}">
                <a16:creationId xmlns:a16="http://schemas.microsoft.com/office/drawing/2014/main" id="{4E9D9BAC-00CB-CF90-33FE-4FD2AF14E52F}"/>
              </a:ext>
            </a:extLst>
          </p:cNvPr>
          <p:cNvSpPr>
            <a:spLocks noGrp="1"/>
          </p:cNvSpPr>
          <p:nvPr>
            <p:ph type="sldNum" sz="quarter" idx="13"/>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2895412661"/>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Kontaktside">
    <p:spTree>
      <p:nvGrpSpPr>
        <p:cNvPr id="1" name=""/>
        <p:cNvGrpSpPr/>
        <p:nvPr/>
      </p:nvGrpSpPr>
      <p:grpSpPr>
        <a:xfrm>
          <a:off x="0" y="0"/>
          <a:ext cx="0" cy="0"/>
          <a:chOff x="0" y="0"/>
          <a:chExt cx="0" cy="0"/>
        </a:xfrm>
      </p:grpSpPr>
      <p:sp>
        <p:nvSpPr>
          <p:cNvPr id="2" name="Manuel indlæsning 1">
            <a:extLst>
              <a:ext uri="{FF2B5EF4-FFF2-40B4-BE49-F238E27FC236}">
                <a16:creationId xmlns:a16="http://schemas.microsoft.com/office/drawing/2014/main" id="{C1C202A1-E056-E2E0-858A-B11C91863D7D}"/>
              </a:ext>
            </a:extLst>
          </p:cNvPr>
          <p:cNvSpPr>
            <a:spLocks noChangeAspect="1"/>
          </p:cNvSpPr>
          <p:nvPr/>
        </p:nvSpPr>
        <p:spPr>
          <a:xfrm flipH="1">
            <a:off x="0" y="2708113"/>
            <a:ext cx="12192000" cy="4149887"/>
          </a:xfrm>
          <a:prstGeom prst="flowChartManualInpu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EDFBEEBD-1E10-C64A-9B2F-189B884F45BA}"/>
              </a:ext>
            </a:extLst>
          </p:cNvPr>
          <p:cNvSpPr>
            <a:spLocks noGrp="1"/>
          </p:cNvSpPr>
          <p:nvPr>
            <p:ph type="title"/>
          </p:nvPr>
        </p:nvSpPr>
        <p:spPr>
          <a:xfrm>
            <a:off x="1439999" y="1800000"/>
            <a:ext cx="7920000" cy="553998"/>
          </a:xfrm>
          <a:prstGeom prst="rect">
            <a:avLst/>
          </a:prstGeom>
        </p:spPr>
        <p:txBody>
          <a:bodyPr/>
          <a:lstStyle>
            <a:lvl1pPr>
              <a:defRPr sz="3600" cap="none" baseline="0">
                <a:solidFill>
                  <a:schemeClr val="tx1"/>
                </a:solidFill>
              </a:defRPr>
            </a:lvl1pPr>
          </a:lstStyle>
          <a:p>
            <a:r>
              <a:rPr lang="en-US" noProof="0"/>
              <a:t>Click to edit Master title style</a:t>
            </a:r>
            <a:endParaRPr lang="da-DK"/>
          </a:p>
        </p:txBody>
      </p:sp>
      <p:sp>
        <p:nvSpPr>
          <p:cNvPr id="9" name="Pladsholder til tekst 3">
            <a:extLst>
              <a:ext uri="{FF2B5EF4-FFF2-40B4-BE49-F238E27FC236}">
                <a16:creationId xmlns:a16="http://schemas.microsoft.com/office/drawing/2014/main" id="{63282B2D-EDC0-1744-AB89-A09556139BE1}"/>
              </a:ext>
            </a:extLst>
          </p:cNvPr>
          <p:cNvSpPr>
            <a:spLocks noGrp="1"/>
          </p:cNvSpPr>
          <p:nvPr>
            <p:ph type="body" sz="quarter" idx="10" hasCustomPrompt="1"/>
          </p:nvPr>
        </p:nvSpPr>
        <p:spPr>
          <a:xfrm>
            <a:off x="1438276" y="4043190"/>
            <a:ext cx="3744000" cy="1756811"/>
          </a:xfrm>
        </p:spPr>
        <p:txBody>
          <a:bodyPr/>
          <a:lstStyle>
            <a:lvl1pPr marL="0" indent="0">
              <a:spcBef>
                <a:spcPts val="0"/>
              </a:spcBef>
              <a:spcAft>
                <a:spcPts val="0"/>
              </a:spcAft>
              <a:buFontTx/>
              <a:buNone/>
              <a:defRPr sz="1100">
                <a:solidFill>
                  <a:schemeClr val="bg1"/>
                </a:solidFill>
              </a:defRPr>
            </a:lvl1pPr>
            <a:lvl2pPr marL="0" indent="0">
              <a:buFontTx/>
              <a:buNone/>
              <a:defRPr sz="1400">
                <a:solidFill>
                  <a:schemeClr val="bg1"/>
                </a:solidFill>
              </a:defRPr>
            </a:lvl2pPr>
            <a:lvl3pPr marL="358775" indent="0">
              <a:buFontTx/>
              <a:buNone/>
              <a:defRPr sz="1400">
                <a:solidFill>
                  <a:schemeClr val="bg1"/>
                </a:solidFill>
              </a:defRPr>
            </a:lvl3pPr>
            <a:lvl4pPr marL="717550" indent="0">
              <a:buFontTx/>
              <a:buNone/>
              <a:defRPr sz="1400">
                <a:solidFill>
                  <a:schemeClr val="bg1"/>
                </a:solidFill>
              </a:defRPr>
            </a:lvl4pPr>
            <a:lvl5pPr>
              <a:buFontTx/>
              <a:buNone/>
              <a:defRPr sz="1400">
                <a:solidFill>
                  <a:schemeClr val="bg1"/>
                </a:solidFill>
              </a:defRPr>
            </a:lvl5pPr>
          </a:lstStyle>
          <a:p>
            <a:pPr lvl="0"/>
            <a:r>
              <a:rPr lang="da-DK"/>
              <a:t>Skriv navn og kontaktoplysninger</a:t>
            </a:r>
          </a:p>
        </p:txBody>
      </p:sp>
      <p:sp>
        <p:nvSpPr>
          <p:cNvPr id="11" name="Pladsholder til tekst 3">
            <a:extLst>
              <a:ext uri="{FF2B5EF4-FFF2-40B4-BE49-F238E27FC236}">
                <a16:creationId xmlns:a16="http://schemas.microsoft.com/office/drawing/2014/main" id="{D9306688-7C4E-E347-974F-A4462CC48B1C}"/>
              </a:ext>
            </a:extLst>
          </p:cNvPr>
          <p:cNvSpPr>
            <a:spLocks noGrp="1"/>
          </p:cNvSpPr>
          <p:nvPr>
            <p:ph type="body" sz="quarter" idx="11" hasCustomPrompt="1"/>
          </p:nvPr>
        </p:nvSpPr>
        <p:spPr>
          <a:xfrm>
            <a:off x="5751684" y="4043189"/>
            <a:ext cx="3744000" cy="1756811"/>
          </a:xfrm>
        </p:spPr>
        <p:txBody>
          <a:bodyPr/>
          <a:lstStyle>
            <a:lvl1pPr marL="0" indent="0">
              <a:spcBef>
                <a:spcPts val="0"/>
              </a:spcBef>
              <a:spcAft>
                <a:spcPts val="0"/>
              </a:spcAft>
              <a:buFontTx/>
              <a:buNone/>
              <a:defRPr sz="1100">
                <a:solidFill>
                  <a:schemeClr val="bg1"/>
                </a:solidFill>
              </a:defRPr>
            </a:lvl1pPr>
            <a:lvl2pPr marL="0" indent="0">
              <a:buFontTx/>
              <a:buNone/>
              <a:defRPr sz="1400">
                <a:solidFill>
                  <a:schemeClr val="bg1"/>
                </a:solidFill>
              </a:defRPr>
            </a:lvl2pPr>
            <a:lvl3pPr marL="358775" indent="0">
              <a:buFontTx/>
              <a:buNone/>
              <a:defRPr sz="1400">
                <a:solidFill>
                  <a:schemeClr val="bg1"/>
                </a:solidFill>
              </a:defRPr>
            </a:lvl3pPr>
            <a:lvl4pPr marL="717550" indent="0">
              <a:buFontTx/>
              <a:buNone/>
              <a:defRPr sz="1400">
                <a:solidFill>
                  <a:schemeClr val="bg1"/>
                </a:solidFill>
              </a:defRPr>
            </a:lvl4pPr>
            <a:lvl5pPr>
              <a:buFontTx/>
              <a:buNone/>
              <a:defRPr sz="1400">
                <a:solidFill>
                  <a:schemeClr val="bg1"/>
                </a:solidFill>
              </a:defRPr>
            </a:lvl5pPr>
          </a:lstStyle>
          <a:p>
            <a:pPr lvl="0"/>
            <a:r>
              <a:rPr lang="da-DK"/>
              <a:t>Skriv navn og kontaktoplysninger</a:t>
            </a:r>
          </a:p>
        </p:txBody>
      </p:sp>
      <p:pic>
        <p:nvPicPr>
          <p:cNvPr id="4" name="Billede 3">
            <a:extLst>
              <a:ext uri="{FF2B5EF4-FFF2-40B4-BE49-F238E27FC236}">
                <a16:creationId xmlns:a16="http://schemas.microsoft.com/office/drawing/2014/main" id="{B549FDC7-8610-6A85-1CD7-C0A6A421888F}"/>
              </a:ext>
            </a:extLst>
          </p:cNvPr>
          <p:cNvPicPr>
            <a:picLocks noChangeAspect="1"/>
          </p:cNvPicPr>
          <p:nvPr/>
        </p:nvPicPr>
        <p:blipFill>
          <a:blip r:embed="rId2"/>
          <a:stretch>
            <a:fillRect/>
          </a:stretch>
        </p:blipFill>
        <p:spPr>
          <a:xfrm>
            <a:off x="9672001" y="6120429"/>
            <a:ext cx="2160000" cy="435456"/>
          </a:xfrm>
          <a:prstGeom prst="rect">
            <a:avLst/>
          </a:prstGeom>
        </p:spPr>
      </p:pic>
    </p:spTree>
    <p:extLst>
      <p:ext uri="{BB962C8B-B14F-4D97-AF65-F5344CB8AC3E}">
        <p14:creationId xmlns:p14="http://schemas.microsoft.com/office/powerpoint/2010/main" val="285563392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side hvi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3384E7-0AB4-7441-B5F9-96ACF387B4B7}"/>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9D08CDF3-E58D-014E-8ADC-07E0E0415557}"/>
              </a:ext>
            </a:extLst>
          </p:cNvPr>
          <p:cNvSpPr>
            <a:spLocks noGrp="1"/>
          </p:cNvSpPr>
          <p:nvPr>
            <p:ph idx="1"/>
          </p:nvPr>
        </p:nvSpPr>
        <p:spPr/>
        <p:txBody>
          <a:bodyPr/>
          <a:lstStyle/>
          <a:p>
            <a:pPr lvl="0"/>
            <a:r>
              <a:rPr lang="da-DK" noProof="0"/>
              <a:t>Klik for at redigere teksttypografierne i masteren</a:t>
            </a:r>
          </a:p>
          <a:p>
            <a:pPr lvl="1"/>
            <a:r>
              <a:rPr lang="da-DK" noProof="0"/>
              <a:t>Andet niveau</a:t>
            </a:r>
          </a:p>
          <a:p>
            <a:pPr lvl="2"/>
            <a:r>
              <a:rPr lang="da-DK" noProof="0"/>
              <a:t>Tredje niveau</a:t>
            </a:r>
          </a:p>
        </p:txBody>
      </p:sp>
      <p:sp>
        <p:nvSpPr>
          <p:cNvPr id="4" name="Pladsholder til dato 3">
            <a:extLst>
              <a:ext uri="{FF2B5EF4-FFF2-40B4-BE49-F238E27FC236}">
                <a16:creationId xmlns:a16="http://schemas.microsoft.com/office/drawing/2014/main" id="{4E16925C-47A6-AB40-8A37-5DFAE88A1782}"/>
              </a:ext>
            </a:extLst>
          </p:cNvPr>
          <p:cNvSpPr>
            <a:spLocks noGrp="1"/>
          </p:cNvSpPr>
          <p:nvPr>
            <p:ph type="dt" sz="half" idx="10"/>
          </p:nvPr>
        </p:nvSpPr>
        <p:spPr/>
        <p:txBody>
          <a:bodyPr/>
          <a:lstStyle/>
          <a:p>
            <a:fld id="{1E31781D-1938-4D4D-8804-84A3CA642707}" type="datetime1">
              <a:rPr lang="da-DK" smtClean="0"/>
              <a:t>04-05-2026</a:t>
            </a:fld>
            <a:endParaRPr lang="da-DK"/>
          </a:p>
        </p:txBody>
      </p:sp>
      <p:sp>
        <p:nvSpPr>
          <p:cNvPr id="8" name="Pladsholder til sidefod 7">
            <a:extLst>
              <a:ext uri="{FF2B5EF4-FFF2-40B4-BE49-F238E27FC236}">
                <a16:creationId xmlns:a16="http://schemas.microsoft.com/office/drawing/2014/main" id="{C6636263-FC36-D172-003C-58D9BBADF154}"/>
              </a:ext>
            </a:extLst>
          </p:cNvPr>
          <p:cNvSpPr>
            <a:spLocks noGrp="1"/>
          </p:cNvSpPr>
          <p:nvPr>
            <p:ph type="ftr" sz="quarter" idx="11"/>
          </p:nvPr>
        </p:nvSpPr>
        <p:spPr/>
        <p:txBody>
          <a:bodyPr/>
          <a:lstStyle/>
          <a:p>
            <a:r>
              <a:rPr lang="da-DK"/>
              <a:t>cybersikker.alexandra.dk</a:t>
            </a:r>
          </a:p>
        </p:txBody>
      </p:sp>
      <p:sp>
        <p:nvSpPr>
          <p:cNvPr id="9" name="Pladsholder til slidenummer 8">
            <a:extLst>
              <a:ext uri="{FF2B5EF4-FFF2-40B4-BE49-F238E27FC236}">
                <a16:creationId xmlns:a16="http://schemas.microsoft.com/office/drawing/2014/main" id="{047C7184-ABEE-196E-E69C-81378FA55EC0}"/>
              </a:ext>
            </a:extLst>
          </p:cNvPr>
          <p:cNvSpPr>
            <a:spLocks noGrp="1"/>
          </p:cNvSpPr>
          <p:nvPr>
            <p:ph type="sldNum" sz="quarter" idx="12"/>
          </p:nvPr>
        </p:nvSpPr>
        <p:spPr/>
        <p:txBody>
          <a:bodyPr/>
          <a:lstStyle/>
          <a:p>
            <a:fld id="{D9FF5FAE-2060-B54F-BDDB-0825BCE6ACB8}" type="slidenum">
              <a:rPr lang="da-DK" smtClean="0"/>
              <a:pPr/>
              <a:t>‹#›</a:t>
            </a:fld>
            <a:endParaRPr lang="da-DK"/>
          </a:p>
        </p:txBody>
      </p:sp>
    </p:spTree>
    <p:extLst>
      <p:ext uri="{BB962C8B-B14F-4D97-AF65-F5344CB8AC3E}">
        <p14:creationId xmlns:p14="http://schemas.microsoft.com/office/powerpoint/2010/main" val="1426360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om side">
    <p:spTree>
      <p:nvGrpSpPr>
        <p:cNvPr id="1" name=""/>
        <p:cNvGrpSpPr/>
        <p:nvPr/>
      </p:nvGrpSpPr>
      <p:grpSpPr>
        <a:xfrm>
          <a:off x="0" y="0"/>
          <a:ext cx="0" cy="0"/>
          <a:chOff x="0" y="0"/>
          <a:chExt cx="0" cy="0"/>
        </a:xfrm>
      </p:grpSpPr>
      <p:sp>
        <p:nvSpPr>
          <p:cNvPr id="2" name="Pladsholder til dato 3">
            <a:extLst>
              <a:ext uri="{FF2B5EF4-FFF2-40B4-BE49-F238E27FC236}">
                <a16:creationId xmlns:a16="http://schemas.microsoft.com/office/drawing/2014/main" id="{071DDF98-399A-73C1-6A76-0D87F5D23386}"/>
              </a:ext>
            </a:extLst>
          </p:cNvPr>
          <p:cNvSpPr>
            <a:spLocks noGrp="1"/>
          </p:cNvSpPr>
          <p:nvPr>
            <p:ph type="dt" sz="half" idx="2"/>
          </p:nvPr>
        </p:nvSpPr>
        <p:spPr>
          <a:xfrm>
            <a:off x="900000" y="6356349"/>
            <a:ext cx="2743200" cy="365125"/>
          </a:xfrm>
          <a:prstGeom prst="rect">
            <a:avLst/>
          </a:prstGeom>
        </p:spPr>
        <p:txBody>
          <a:bodyPr vert="horz" lIns="0" tIns="0" rIns="0" bIns="0" rtlCol="0" anchor="ctr"/>
          <a:lstStyle>
            <a:lvl1pPr algn="l">
              <a:defRPr sz="900">
                <a:solidFill>
                  <a:srgbClr val="798690"/>
                </a:solidFill>
                <a:latin typeface="Arial" panose="020B0604020202020204" pitchFamily="34" charset="0"/>
                <a:cs typeface="Arial" panose="020B0604020202020204" pitchFamily="34" charset="0"/>
              </a:defRPr>
            </a:lvl1pPr>
          </a:lstStyle>
          <a:p>
            <a:fld id="{966570FE-B5FB-B343-9266-1BC06216A43C}" type="datetime1">
              <a:rPr lang="da-DK" smtClean="0"/>
              <a:t>04-05-2026</a:t>
            </a:fld>
            <a:endParaRPr lang="da-DK"/>
          </a:p>
        </p:txBody>
      </p:sp>
      <p:sp>
        <p:nvSpPr>
          <p:cNvPr id="3" name="Pladsholder til slidenummer 5">
            <a:extLst>
              <a:ext uri="{FF2B5EF4-FFF2-40B4-BE49-F238E27FC236}">
                <a16:creationId xmlns:a16="http://schemas.microsoft.com/office/drawing/2014/main" id="{06F05687-C8C9-2987-EB9A-C509041A4F9E}"/>
              </a:ext>
            </a:extLst>
          </p:cNvPr>
          <p:cNvSpPr>
            <a:spLocks noGrp="1"/>
          </p:cNvSpPr>
          <p:nvPr>
            <p:ph type="sldNum" sz="quarter" idx="4"/>
          </p:nvPr>
        </p:nvSpPr>
        <p:spPr>
          <a:xfrm>
            <a:off x="8740815" y="6356350"/>
            <a:ext cx="2743200" cy="365125"/>
          </a:xfrm>
          <a:prstGeom prst="rect">
            <a:avLst/>
          </a:prstGeom>
        </p:spPr>
        <p:txBody>
          <a:bodyPr vert="horz" lIns="0" tIns="0" rIns="0" bIns="0" rtlCol="0" anchor="ctr"/>
          <a:lstStyle>
            <a:lvl1pPr algn="r">
              <a:defRPr sz="900">
                <a:solidFill>
                  <a:srgbClr val="798690"/>
                </a:solidFill>
                <a:latin typeface="Arial" panose="020B0604020202020204" pitchFamily="34" charset="0"/>
                <a:cs typeface="Arial" panose="020B0604020202020204" pitchFamily="34" charset="0"/>
              </a:defRPr>
            </a:lvl1pPr>
          </a:lstStyle>
          <a:p>
            <a:fld id="{D9FF5FAE-2060-B54F-BDDB-0825BCE6ACB8}" type="slidenum">
              <a:rPr lang="da-DK" smtClean="0"/>
              <a:pPr/>
              <a:t>‹#›</a:t>
            </a:fld>
            <a:endParaRPr lang="da-DK"/>
          </a:p>
        </p:txBody>
      </p:sp>
      <p:sp>
        <p:nvSpPr>
          <p:cNvPr id="4" name="Pladsholder til sidefod 6">
            <a:extLst>
              <a:ext uri="{FF2B5EF4-FFF2-40B4-BE49-F238E27FC236}">
                <a16:creationId xmlns:a16="http://schemas.microsoft.com/office/drawing/2014/main" id="{CECDAB00-7182-687F-414F-D6394BD24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rgbClr val="798690"/>
                </a:solidFill>
                <a:latin typeface="Arial" panose="020B0604020202020204" pitchFamily="34" charset="0"/>
                <a:cs typeface="Arial" panose="020B0604020202020204" pitchFamily="34" charset="0"/>
              </a:defRPr>
            </a:lvl1pPr>
          </a:lstStyle>
          <a:p>
            <a:r>
              <a:rPr lang="da-DK"/>
              <a:t>cybersikker.alexandra.dk</a:t>
            </a:r>
          </a:p>
        </p:txBody>
      </p:sp>
    </p:spTree>
    <p:extLst>
      <p:ext uri="{BB962C8B-B14F-4D97-AF65-F5344CB8AC3E}">
        <p14:creationId xmlns:p14="http://schemas.microsoft.com/office/powerpoint/2010/main" val="3308425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kontaktside">
    <p:spTree>
      <p:nvGrpSpPr>
        <p:cNvPr id="1" name=""/>
        <p:cNvGrpSpPr/>
        <p:nvPr/>
      </p:nvGrpSpPr>
      <p:grpSpPr>
        <a:xfrm>
          <a:off x="0" y="0"/>
          <a:ext cx="0" cy="0"/>
          <a:chOff x="0" y="0"/>
          <a:chExt cx="0" cy="0"/>
        </a:xfrm>
      </p:grpSpPr>
      <p:sp>
        <p:nvSpPr>
          <p:cNvPr id="5" name="Pladsholder til dato 3">
            <a:extLst>
              <a:ext uri="{FF2B5EF4-FFF2-40B4-BE49-F238E27FC236}">
                <a16:creationId xmlns:a16="http://schemas.microsoft.com/office/drawing/2014/main" id="{84700FE0-3C32-8F5C-A9D6-F84B59ADDAEC}"/>
              </a:ext>
            </a:extLst>
          </p:cNvPr>
          <p:cNvSpPr>
            <a:spLocks noGrp="1"/>
          </p:cNvSpPr>
          <p:nvPr>
            <p:ph type="dt" sz="half" idx="10"/>
          </p:nvPr>
        </p:nvSpPr>
        <p:spPr>
          <a:xfrm>
            <a:off x="900000" y="6356349"/>
            <a:ext cx="2743200" cy="365125"/>
          </a:xfrm>
        </p:spPr>
        <p:txBody>
          <a:bodyPr/>
          <a:lstStyle/>
          <a:p>
            <a:fld id="{2EE2683A-6B2B-964B-B78D-BF9CF3DA3F7B}" type="datetime1">
              <a:rPr lang="da-DK" smtClean="0"/>
              <a:t>04-05-2026</a:t>
            </a:fld>
            <a:endParaRPr lang="da-DK"/>
          </a:p>
        </p:txBody>
      </p:sp>
      <p:sp>
        <p:nvSpPr>
          <p:cNvPr id="6" name="Pladsholder til sidefod 7">
            <a:extLst>
              <a:ext uri="{FF2B5EF4-FFF2-40B4-BE49-F238E27FC236}">
                <a16:creationId xmlns:a16="http://schemas.microsoft.com/office/drawing/2014/main" id="{59524C84-CFEB-9940-04C5-D411D7EFF5D3}"/>
              </a:ext>
            </a:extLst>
          </p:cNvPr>
          <p:cNvSpPr>
            <a:spLocks noGrp="1"/>
          </p:cNvSpPr>
          <p:nvPr>
            <p:ph type="ftr" sz="quarter" idx="11"/>
          </p:nvPr>
        </p:nvSpPr>
        <p:spPr>
          <a:xfrm>
            <a:off x="4038600" y="6356350"/>
            <a:ext cx="4114800" cy="365125"/>
          </a:xfrm>
        </p:spPr>
        <p:txBody>
          <a:bodyPr/>
          <a:lstStyle/>
          <a:p>
            <a:r>
              <a:rPr lang="da-DK"/>
              <a:t>cybersikker.alexandra.dk</a:t>
            </a:r>
          </a:p>
        </p:txBody>
      </p:sp>
      <p:sp>
        <p:nvSpPr>
          <p:cNvPr id="7" name="Pladsholder til slidenummer 8">
            <a:extLst>
              <a:ext uri="{FF2B5EF4-FFF2-40B4-BE49-F238E27FC236}">
                <a16:creationId xmlns:a16="http://schemas.microsoft.com/office/drawing/2014/main" id="{1CF4CAFC-21EA-E01D-3132-21873B0A1DDB}"/>
              </a:ext>
            </a:extLst>
          </p:cNvPr>
          <p:cNvSpPr>
            <a:spLocks noGrp="1"/>
          </p:cNvSpPr>
          <p:nvPr>
            <p:ph type="sldNum" sz="quarter" idx="12"/>
          </p:nvPr>
        </p:nvSpPr>
        <p:spPr>
          <a:xfrm>
            <a:off x="8740815" y="6356350"/>
            <a:ext cx="2743200" cy="365125"/>
          </a:xfrm>
        </p:spPr>
        <p:txBody>
          <a:bodyPr/>
          <a:lstStyle/>
          <a:p>
            <a:fld id="{D9FF5FAE-2060-B54F-BDDB-0825BCE6ACB8}" type="slidenum">
              <a:rPr lang="da-DK" smtClean="0"/>
              <a:pPr/>
              <a:t>‹#›</a:t>
            </a:fld>
            <a:endParaRPr lang="da-DK"/>
          </a:p>
        </p:txBody>
      </p:sp>
      <p:sp>
        <p:nvSpPr>
          <p:cNvPr id="2" name="Dokument 1">
            <a:extLst>
              <a:ext uri="{FF2B5EF4-FFF2-40B4-BE49-F238E27FC236}">
                <a16:creationId xmlns:a16="http://schemas.microsoft.com/office/drawing/2014/main" id="{C5BA8FC3-060D-F0A5-8322-9D30A0E1929B}"/>
              </a:ext>
            </a:extLst>
          </p:cNvPr>
          <p:cNvSpPr/>
          <p:nvPr userDrawn="1"/>
        </p:nvSpPr>
        <p:spPr>
          <a:xfrm rot="10800000" flipH="1">
            <a:off x="0" y="4067175"/>
            <a:ext cx="12191999" cy="2790825"/>
          </a:xfrm>
          <a:prstGeom prst="flowChartDocument">
            <a:avLst/>
          </a:prstGeom>
          <a:solidFill>
            <a:srgbClr val="0038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3F58C07F-51C5-9418-EE26-0A4AF750058D}"/>
              </a:ext>
            </a:extLst>
          </p:cNvPr>
          <p:cNvSpPr>
            <a:spLocks noGrp="1"/>
          </p:cNvSpPr>
          <p:nvPr>
            <p:ph type="title" hasCustomPrompt="1"/>
          </p:nvPr>
        </p:nvSpPr>
        <p:spPr>
          <a:xfrm>
            <a:off x="900000" y="2506824"/>
            <a:ext cx="2283038" cy="941136"/>
          </a:xfrm>
        </p:spPr>
        <p:txBody>
          <a:bodyPr/>
          <a:lstStyle>
            <a:lvl1pPr>
              <a:defRPr>
                <a:solidFill>
                  <a:srgbClr val="003843"/>
                </a:solidFill>
              </a:defRPr>
            </a:lvl1pPr>
          </a:lstStyle>
          <a:p>
            <a:r>
              <a:rPr lang="da-DK"/>
              <a:t>Kontakt</a:t>
            </a:r>
          </a:p>
        </p:txBody>
      </p:sp>
      <p:sp>
        <p:nvSpPr>
          <p:cNvPr id="4" name="Pladsholder til indhold 2">
            <a:extLst>
              <a:ext uri="{FF2B5EF4-FFF2-40B4-BE49-F238E27FC236}">
                <a16:creationId xmlns:a16="http://schemas.microsoft.com/office/drawing/2014/main" id="{526AB892-77E9-213C-01EC-851AF19064EA}"/>
              </a:ext>
            </a:extLst>
          </p:cNvPr>
          <p:cNvSpPr>
            <a:spLocks noGrp="1"/>
          </p:cNvSpPr>
          <p:nvPr>
            <p:ph idx="1"/>
          </p:nvPr>
        </p:nvSpPr>
        <p:spPr>
          <a:xfrm>
            <a:off x="4038600" y="2622287"/>
            <a:ext cx="3124200" cy="1493520"/>
          </a:xfrm>
        </p:spPr>
        <p:txBody>
          <a:bodyPr/>
          <a:lstStyle>
            <a:lvl1pPr marL="0" indent="0">
              <a:lnSpc>
                <a:spcPct val="100000"/>
              </a:lnSpc>
              <a:spcBef>
                <a:spcPts val="0"/>
              </a:spcBef>
              <a:spcAft>
                <a:spcPts val="600"/>
              </a:spcAft>
              <a:buFontTx/>
              <a:buNone/>
              <a:defRPr sz="1400">
                <a:solidFill>
                  <a:schemeClr val="tx1"/>
                </a:solidFill>
              </a:defRPr>
            </a:lvl1pPr>
            <a:lvl2pPr marL="457200" indent="0">
              <a:buFontTx/>
              <a:buNone/>
              <a:defRPr sz="1800">
                <a:solidFill>
                  <a:schemeClr val="bg1"/>
                </a:solidFill>
              </a:defRPr>
            </a:lvl2pPr>
            <a:lvl3pPr marL="914400" indent="0">
              <a:buFontTx/>
              <a:buNone/>
              <a:defRPr sz="1800">
                <a:solidFill>
                  <a:schemeClr val="bg1"/>
                </a:solidFill>
              </a:defRPr>
            </a:lvl3pPr>
            <a:lvl4pPr marL="1371600" indent="0">
              <a:buFontTx/>
              <a:buNone/>
              <a:defRPr sz="1800">
                <a:solidFill>
                  <a:schemeClr val="bg1"/>
                </a:solidFill>
              </a:defRPr>
            </a:lvl4pPr>
            <a:lvl5pPr marL="1828800" indent="0">
              <a:buFontTx/>
              <a:buNone/>
              <a:defRPr sz="1800">
                <a:solidFill>
                  <a:schemeClr val="bg1"/>
                </a:solidFill>
              </a:defRPr>
            </a:lvl5pPr>
          </a:lstStyle>
          <a:p>
            <a:pPr lvl="0"/>
            <a:r>
              <a:rPr lang="da-DK" noProof="0"/>
              <a:t>Klik for at redigere teksttypografierne i masteren</a:t>
            </a:r>
          </a:p>
        </p:txBody>
      </p:sp>
      <p:pic>
        <p:nvPicPr>
          <p:cNvPr id="8" name="Billede 7">
            <a:extLst>
              <a:ext uri="{FF2B5EF4-FFF2-40B4-BE49-F238E27FC236}">
                <a16:creationId xmlns:a16="http://schemas.microsoft.com/office/drawing/2014/main" id="{B323A5C4-9B4E-1258-C4C2-C5DB2E0EA411}"/>
              </a:ext>
            </a:extLst>
          </p:cNvPr>
          <p:cNvPicPr>
            <a:picLocks noChangeAspect="1"/>
          </p:cNvPicPr>
          <p:nvPr userDrawn="1"/>
        </p:nvPicPr>
        <p:blipFill>
          <a:blip r:embed="rId2"/>
          <a:stretch>
            <a:fillRect/>
          </a:stretch>
        </p:blipFill>
        <p:spPr>
          <a:xfrm>
            <a:off x="304800" y="6344053"/>
            <a:ext cx="2808000" cy="241041"/>
          </a:xfrm>
          <a:prstGeom prst="rect">
            <a:avLst/>
          </a:prstGeom>
        </p:spPr>
      </p:pic>
      <p:pic>
        <p:nvPicPr>
          <p:cNvPr id="11" name="Billede 10">
            <a:extLst>
              <a:ext uri="{FF2B5EF4-FFF2-40B4-BE49-F238E27FC236}">
                <a16:creationId xmlns:a16="http://schemas.microsoft.com/office/drawing/2014/main" id="{D671E023-46C6-ED0A-AB96-BDE486EB9333}"/>
              </a:ext>
            </a:extLst>
          </p:cNvPr>
          <p:cNvPicPr>
            <a:picLocks/>
          </p:cNvPicPr>
          <p:nvPr userDrawn="1"/>
        </p:nvPicPr>
        <p:blipFill>
          <a:blip r:embed="rId3"/>
          <a:stretch>
            <a:fillRect/>
          </a:stretch>
        </p:blipFill>
        <p:spPr>
          <a:xfrm>
            <a:off x="876249" y="3048642"/>
            <a:ext cx="1926327" cy="144000"/>
          </a:xfrm>
          <a:prstGeom prst="rect">
            <a:avLst/>
          </a:prstGeom>
        </p:spPr>
      </p:pic>
    </p:spTree>
    <p:extLst>
      <p:ext uri="{BB962C8B-B14F-4D97-AF65-F5344CB8AC3E}">
        <p14:creationId xmlns:p14="http://schemas.microsoft.com/office/powerpoint/2010/main" val="350496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00000" y="1620000"/>
            <a:ext cx="10439999" cy="4320000"/>
          </a:xfrm>
          <a:prstGeom prst="rect">
            <a:avLst/>
          </a:prstGeom>
        </p:spPr>
        <p:txBody>
          <a:bodyPr vert="horz" lIns="0" tIns="0" rIns="0" bIns="0" rtlCol="0">
            <a:noAutofit/>
          </a:bodyPr>
          <a:lstStyle/>
          <a:p>
            <a:pPr lvl="0"/>
            <a:r>
              <a:rPr lang="da-DK" noProof="0"/>
              <a:t>Klik for at redigere</a:t>
            </a:r>
          </a:p>
          <a:p>
            <a:pPr lvl="2"/>
            <a:r>
              <a:rPr lang="da-DK" noProof="0"/>
              <a:t>Andet niveau</a:t>
            </a:r>
          </a:p>
          <a:p>
            <a:pPr lvl="3"/>
            <a:r>
              <a:rPr lang="da-DK" noProof="0"/>
              <a:t>Tredje niveau</a:t>
            </a:r>
          </a:p>
        </p:txBody>
      </p:sp>
      <p:sp>
        <p:nvSpPr>
          <p:cNvPr id="2" name="Title Placeholder 1">
            <a:extLst>
              <a:ext uri="{FF2B5EF4-FFF2-40B4-BE49-F238E27FC236}">
                <a16:creationId xmlns:a16="http://schemas.microsoft.com/office/drawing/2014/main" id="{1FBB6D30-42BF-CA45-976E-18C42243CC7C}"/>
              </a:ext>
            </a:extLst>
          </p:cNvPr>
          <p:cNvSpPr>
            <a:spLocks noGrp="1"/>
          </p:cNvSpPr>
          <p:nvPr>
            <p:ph type="title"/>
          </p:nvPr>
        </p:nvSpPr>
        <p:spPr>
          <a:xfrm>
            <a:off x="899999" y="540000"/>
            <a:ext cx="10440000" cy="553998"/>
          </a:xfrm>
          <a:prstGeom prst="rect">
            <a:avLst/>
          </a:prstGeom>
        </p:spPr>
        <p:txBody>
          <a:bodyPr vert="horz" wrap="square" lIns="0" tIns="0" rIns="0" bIns="0" rtlCol="0" anchor="t" anchorCtr="0">
            <a:spAutoFit/>
          </a:bodyPr>
          <a:lstStyle/>
          <a:p>
            <a:endParaRPr lang="da-DK"/>
          </a:p>
        </p:txBody>
      </p:sp>
      <p:sp>
        <p:nvSpPr>
          <p:cNvPr id="5" name="Pladsholder til dato 33">
            <a:extLst>
              <a:ext uri="{FF2B5EF4-FFF2-40B4-BE49-F238E27FC236}">
                <a16:creationId xmlns:a16="http://schemas.microsoft.com/office/drawing/2014/main" id="{52560EC3-C564-7D2C-3E25-B5570F0A3033}"/>
              </a:ext>
            </a:extLst>
          </p:cNvPr>
          <p:cNvSpPr>
            <a:spLocks noGrp="1"/>
          </p:cNvSpPr>
          <p:nvPr>
            <p:ph type="dt" sz="half" idx="2"/>
          </p:nvPr>
        </p:nvSpPr>
        <p:spPr>
          <a:xfrm>
            <a:off x="4651466" y="6557851"/>
            <a:ext cx="2889068" cy="182562"/>
          </a:xfrm>
          <a:prstGeom prst="rect">
            <a:avLst/>
          </a:prstGeom>
        </p:spPr>
        <p:txBody>
          <a:bodyPr/>
          <a:lstStyle>
            <a:lvl1pPr algn="ctr">
              <a:defRPr sz="800">
                <a:solidFill>
                  <a:schemeClr val="bg1">
                    <a:lumMod val="65000"/>
                  </a:schemeClr>
                </a:solidFill>
              </a:defRPr>
            </a:lvl1pPr>
          </a:lstStyle>
          <a:p>
            <a:fld id="{966570FE-B5FB-B343-9266-1BC06216A43C}" type="datetime1">
              <a:rPr lang="da-DK" smtClean="0"/>
              <a:t>04-05-2026</a:t>
            </a:fld>
            <a:endParaRPr lang="da-DK"/>
          </a:p>
        </p:txBody>
      </p:sp>
      <p:sp>
        <p:nvSpPr>
          <p:cNvPr id="9" name="Pladsholder til sidefod 34">
            <a:extLst>
              <a:ext uri="{FF2B5EF4-FFF2-40B4-BE49-F238E27FC236}">
                <a16:creationId xmlns:a16="http://schemas.microsoft.com/office/drawing/2014/main" id="{93A74E4A-F71B-4F89-2B52-996CFE61BD1F}"/>
              </a:ext>
            </a:extLst>
          </p:cNvPr>
          <p:cNvSpPr>
            <a:spLocks noGrp="1"/>
          </p:cNvSpPr>
          <p:nvPr>
            <p:ph type="ftr" sz="quarter" idx="3"/>
          </p:nvPr>
        </p:nvSpPr>
        <p:spPr>
          <a:xfrm>
            <a:off x="302345" y="6557851"/>
            <a:ext cx="3138687" cy="182562"/>
          </a:xfrm>
          <a:prstGeom prst="rect">
            <a:avLst/>
          </a:prstGeom>
        </p:spPr>
        <p:txBody>
          <a:bodyPr/>
          <a:lstStyle>
            <a:lvl1pPr algn="l">
              <a:defRPr sz="800" cap="all" baseline="0">
                <a:solidFill>
                  <a:schemeClr val="bg1">
                    <a:lumMod val="65000"/>
                  </a:schemeClr>
                </a:solidFill>
              </a:defRPr>
            </a:lvl1pPr>
          </a:lstStyle>
          <a:p>
            <a:r>
              <a:rPr lang="da-DK"/>
              <a:t>cybersikker.alexandra.dk</a:t>
            </a:r>
          </a:p>
        </p:txBody>
      </p:sp>
      <p:sp>
        <p:nvSpPr>
          <p:cNvPr id="10" name="Pladsholder til slidenummer 35">
            <a:extLst>
              <a:ext uri="{FF2B5EF4-FFF2-40B4-BE49-F238E27FC236}">
                <a16:creationId xmlns:a16="http://schemas.microsoft.com/office/drawing/2014/main" id="{3813305E-16A2-1B20-40D8-1AC807D5475D}"/>
              </a:ext>
            </a:extLst>
          </p:cNvPr>
          <p:cNvSpPr>
            <a:spLocks noGrp="1"/>
          </p:cNvSpPr>
          <p:nvPr>
            <p:ph type="sldNum" sz="quarter" idx="4"/>
          </p:nvPr>
        </p:nvSpPr>
        <p:spPr>
          <a:xfrm>
            <a:off x="9945251" y="6567126"/>
            <a:ext cx="1944404" cy="215444"/>
          </a:xfrm>
          <a:prstGeom prst="rect">
            <a:avLst/>
          </a:prstGeom>
        </p:spPr>
        <p:txBody>
          <a:bodyPr/>
          <a:lstStyle>
            <a:lvl1pPr algn="r">
              <a:defRPr sz="800">
                <a:solidFill>
                  <a:schemeClr val="bg1">
                    <a:lumMod val="65000"/>
                  </a:schemeClr>
                </a:solidFill>
              </a:defRPr>
            </a:lvl1pPr>
          </a:lstStyle>
          <a:p>
            <a:fld id="{D9FF5FAE-2060-B54F-BDDB-0825BCE6ACB8}" type="slidenum">
              <a:rPr lang="da-DK" smtClean="0"/>
              <a:pPr/>
              <a:t>‹#›</a:t>
            </a:fld>
            <a:endParaRPr lang="da-DK"/>
          </a:p>
        </p:txBody>
      </p:sp>
    </p:spTree>
    <p:extLst>
      <p:ext uri="{BB962C8B-B14F-4D97-AF65-F5344CB8AC3E}">
        <p14:creationId xmlns:p14="http://schemas.microsoft.com/office/powerpoint/2010/main" val="400678320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4" r:id="rId18"/>
    <p:sldLayoutId id="2147483653" r:id="rId19"/>
    <p:sldLayoutId id="2147483660" r:id="rId20"/>
  </p:sldLayoutIdLst>
  <p:hf hdr="0"/>
  <p:txStyles>
    <p:titleStyle>
      <a:lvl1pPr marL="0" algn="l" defTabSz="457200" rtl="0" eaLnBrk="1" latinLnBrk="0" hangingPunct="1">
        <a:lnSpc>
          <a:spcPct val="100000"/>
        </a:lnSpc>
        <a:spcBef>
          <a:spcPct val="0"/>
        </a:spcBef>
        <a:buNone/>
        <a:defRPr lang="en-US" sz="3600" b="0" i="0" kern="1200" cap="none" baseline="0" dirty="0">
          <a:solidFill>
            <a:srgbClr val="343434"/>
          </a:solidFill>
          <a:latin typeface="Arial" panose="020B0604020202020204" pitchFamily="34" charset="0"/>
          <a:ea typeface="Verdana" panose="020B0604030504040204" pitchFamily="34" charset="0"/>
          <a:cs typeface="Arial" panose="020B0604020202020204" pitchFamily="34" charset="0"/>
        </a:defRPr>
      </a:lvl1pPr>
    </p:titleStyle>
    <p:bodyStyle>
      <a:lvl1pPr marL="360000" indent="-360000" algn="l" defTabSz="457200" rtl="0" eaLnBrk="1" latinLnBrk="0" hangingPunct="1">
        <a:lnSpc>
          <a:spcPct val="114000"/>
        </a:lnSpc>
        <a:spcBef>
          <a:spcPts val="600"/>
        </a:spcBef>
        <a:spcAft>
          <a:spcPts val="0"/>
        </a:spcAft>
        <a:buClr>
          <a:schemeClr val="tx1"/>
        </a:buClr>
        <a:buFont typeface="Arial" panose="020B0604020202020204" pitchFamily="34" charset="0"/>
        <a:buChar char="•"/>
        <a:defRPr sz="2400" kern="1200">
          <a:solidFill>
            <a:srgbClr val="343434"/>
          </a:solidFill>
          <a:latin typeface="Arial" panose="020B0604020202020204" pitchFamily="34" charset="0"/>
          <a:ea typeface="Tahoma" panose="020B0604030504040204" pitchFamily="34" charset="0"/>
          <a:cs typeface="Arial" panose="020B0604020202020204" pitchFamily="34" charset="0"/>
        </a:defRPr>
      </a:lvl1pPr>
      <a:lvl2pPr marL="327538" indent="-360000" algn="l" defTabSz="457200" rtl="0" eaLnBrk="1" latinLnBrk="0" hangingPunct="1">
        <a:lnSpc>
          <a:spcPct val="114000"/>
        </a:lnSpc>
        <a:spcBef>
          <a:spcPts val="1176"/>
        </a:spcBef>
        <a:buClr>
          <a:srgbClr val="D76432"/>
        </a:buClr>
        <a:buFont typeface="Arial" panose="020B0604020202020204" pitchFamily="34" charset="0"/>
        <a:buChar char="•"/>
        <a:tabLst/>
        <a:defRPr sz="2000" kern="1200">
          <a:solidFill>
            <a:schemeClr val="tx1"/>
          </a:solidFill>
          <a:latin typeface="Arial"/>
          <a:ea typeface="+mn-ea"/>
          <a:cs typeface="Arial"/>
        </a:defRPr>
      </a:lvl2pPr>
      <a:lvl3pPr marL="720000" indent="-360000" algn="l" defTabSz="457200" rtl="0" eaLnBrk="1" latinLnBrk="0" hangingPunct="1">
        <a:lnSpc>
          <a:spcPct val="114000"/>
        </a:lnSpc>
        <a:spcBef>
          <a:spcPts val="600"/>
        </a:spcBef>
        <a:spcAft>
          <a:spcPts val="0"/>
        </a:spcAft>
        <a:buClr>
          <a:schemeClr val="tx1"/>
        </a:buClr>
        <a:buFont typeface="Arial" panose="020B0604020202020204" pitchFamily="34" charset="0"/>
        <a:buChar char="•"/>
        <a:tabLst/>
        <a:defRPr sz="2000" kern="1200">
          <a:solidFill>
            <a:srgbClr val="343434"/>
          </a:solidFill>
          <a:latin typeface="Arial" panose="020B0604020202020204" pitchFamily="34" charset="0"/>
          <a:ea typeface="Tahoma" panose="020B0604030504040204" pitchFamily="34" charset="0"/>
          <a:cs typeface="Arial" panose="020B0604020202020204" pitchFamily="34" charset="0"/>
        </a:defRPr>
      </a:lvl3pPr>
      <a:lvl4pPr marL="1080000" indent="-360000" algn="l" defTabSz="457200" rtl="0" eaLnBrk="1" latinLnBrk="0" hangingPunct="1">
        <a:lnSpc>
          <a:spcPct val="114000"/>
        </a:lnSpc>
        <a:spcBef>
          <a:spcPts val="600"/>
        </a:spcBef>
        <a:buClr>
          <a:schemeClr val="tx1"/>
        </a:buClr>
        <a:buFont typeface="Arial" panose="020B0604020202020204" pitchFamily="34" charset="0"/>
        <a:buChar char="•"/>
        <a:tabLst/>
        <a:defRPr sz="1800" kern="1200">
          <a:solidFill>
            <a:srgbClr val="343434"/>
          </a:solidFill>
          <a:latin typeface="Arial" panose="020B0604020202020204" pitchFamily="34" charset="0"/>
          <a:ea typeface="Tahoma" panose="020B0604030504040204" pitchFamily="34" charset="0"/>
          <a:cs typeface="Arial" panose="020B0604020202020204" pitchFamily="34" charset="0"/>
        </a:defRPr>
      </a:lvl4pPr>
      <a:lvl5pPr marL="0" indent="0" algn="l" defTabSz="457200" rtl="0" eaLnBrk="1" latinLnBrk="0" hangingPunct="1">
        <a:lnSpc>
          <a:spcPct val="114000"/>
        </a:lnSpc>
        <a:spcBef>
          <a:spcPct val="20000"/>
        </a:spcBef>
        <a:buClr>
          <a:srgbClr val="D76432"/>
        </a:buClr>
        <a:buFont typeface="Arial" panose="020B0604020202020204" pitchFamily="34" charset="0"/>
        <a:buNone/>
        <a:tabLst/>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hyperlink" Target="https://nmap.org/book/toc.html" TargetMode="Externa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zaproxy.org/getting-started/" TargetMode="External"/><Relationship Id="rId2" Type="http://schemas.openxmlformats.org/officeDocument/2006/relationships/hyperlink" Target="https://github.com/owasp-modsecurity/ModSecurity/wiki/Reference-Manual-(v3.x)" TargetMode="Externa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ft.dk/ripdf/samling/20241/lovforslag/l141/20241_l141_som_vedtaget.pdf" TargetMode="External"/><Relationship Id="rId2" Type="http://schemas.openxmlformats.org/officeDocument/2006/relationships/hyperlink" Target="https://samsik.dk/nis2/nis-2-vejledninger/" TargetMode="Externa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1C1C-4308-8C9F-00A5-0162D15892B2}"/>
              </a:ext>
            </a:extLst>
          </p:cNvPr>
          <p:cNvSpPr>
            <a:spLocks noGrp="1"/>
          </p:cNvSpPr>
          <p:nvPr>
            <p:ph type="title"/>
          </p:nvPr>
        </p:nvSpPr>
        <p:spPr/>
        <p:txBody>
          <a:bodyPr/>
          <a:lstStyle/>
          <a:p>
            <a:r>
              <a:rPr lang="da-DK" noProof="0"/>
              <a:t>Praktiske oplysninger</a:t>
            </a:r>
          </a:p>
        </p:txBody>
      </p:sp>
      <p:sp>
        <p:nvSpPr>
          <p:cNvPr id="3" name="Content Placeholder 2">
            <a:extLst>
              <a:ext uri="{FF2B5EF4-FFF2-40B4-BE49-F238E27FC236}">
                <a16:creationId xmlns:a16="http://schemas.microsoft.com/office/drawing/2014/main" id="{41B567C0-6C1F-B864-CA27-358FA77D3C2F}"/>
              </a:ext>
            </a:extLst>
          </p:cNvPr>
          <p:cNvSpPr>
            <a:spLocks noGrp="1"/>
          </p:cNvSpPr>
          <p:nvPr>
            <p:ph idx="1"/>
          </p:nvPr>
        </p:nvSpPr>
        <p:spPr>
          <a:xfrm>
            <a:off x="900000" y="1629181"/>
            <a:ext cx="10439999" cy="4320000"/>
          </a:xfrm>
        </p:spPr>
        <p:txBody>
          <a:bodyPr vert="horz" lIns="0" tIns="0" rIns="0" bIns="0" rtlCol="0" anchor="t">
            <a:noAutofit/>
          </a:bodyPr>
          <a:lstStyle/>
          <a:p>
            <a:pPr marL="359410" indent="-359410"/>
            <a:r>
              <a:rPr lang="da-DK" sz="1600" noProof="0"/>
              <a:t>Vi fortsætter med testmiljøet, som har fået nogle tilføjelser siden sidste workshop.</a:t>
            </a:r>
          </a:p>
          <a:p>
            <a:pPr marL="359410" indent="-359410"/>
            <a:r>
              <a:rPr lang="da-DK" sz="1600"/>
              <a:t>Onsdag får besøg af Carsten og Peter fra Alexandra Instituttet, som </a:t>
            </a:r>
            <a:r>
              <a:rPr lang="da-DK" sz="1600" err="1"/>
              <a:t>bla</a:t>
            </a:r>
            <a:r>
              <a:rPr lang="da-DK" sz="1600"/>
              <a:t>. har været hovedansvarlige for ISO27001 i Alexandra Instituttet.</a:t>
            </a:r>
            <a:endParaRPr lang="da-DK" sz="1600" noProof="0"/>
          </a:p>
          <a:p>
            <a:pPr marL="359410" indent="-359410"/>
            <a:r>
              <a:rPr lang="da-DK" sz="1600">
                <a:latin typeface="Arial"/>
                <a:ea typeface="Tahoma"/>
                <a:cs typeface="Arial"/>
              </a:rPr>
              <a:t>I hver af sessionerne giver Alexandra et oplæg, hvor relevant teori og formålet med øvelserne præsenteres. Deltagerne opfordres til undervejs at overveje hvordan øvelserne vil kunne bruges i undervisningen og hvilket niveau af instruktion til eleverne vil være passende.</a:t>
            </a:r>
          </a:p>
          <a:p>
            <a:pPr marL="359410" indent="-359410"/>
            <a:endParaRPr lang="da-DK" sz="1600" noProof="0"/>
          </a:p>
        </p:txBody>
      </p:sp>
      <p:sp>
        <p:nvSpPr>
          <p:cNvPr id="4" name="Date Placeholder 3">
            <a:extLst>
              <a:ext uri="{FF2B5EF4-FFF2-40B4-BE49-F238E27FC236}">
                <a16:creationId xmlns:a16="http://schemas.microsoft.com/office/drawing/2014/main" id="{D7FCCFC4-3D63-7DC3-BCCA-09EDBA2F6BA5}"/>
              </a:ext>
            </a:extLst>
          </p:cNvPr>
          <p:cNvSpPr>
            <a:spLocks noGrp="1"/>
          </p:cNvSpPr>
          <p:nvPr>
            <p:ph type="dt" sz="half" idx="10"/>
          </p:nvPr>
        </p:nvSpPr>
        <p:spPr/>
        <p:txBody>
          <a:bodyPr/>
          <a:lstStyle/>
          <a:p>
            <a:fld id="{1E31781D-1938-4D4D-8804-84A3CA642707}" type="datetime1">
              <a:rPr lang="da-DK" noProof="0" smtClean="0"/>
              <a:t>04-05-2026</a:t>
            </a:fld>
            <a:endParaRPr lang="da-DK" noProof="0"/>
          </a:p>
        </p:txBody>
      </p:sp>
      <p:sp>
        <p:nvSpPr>
          <p:cNvPr id="5" name="Footer Placeholder 4">
            <a:extLst>
              <a:ext uri="{FF2B5EF4-FFF2-40B4-BE49-F238E27FC236}">
                <a16:creationId xmlns:a16="http://schemas.microsoft.com/office/drawing/2014/main" id="{92FAD829-3612-42DD-E6CC-6660BAFA1AF8}"/>
              </a:ext>
            </a:extLst>
          </p:cNvPr>
          <p:cNvSpPr>
            <a:spLocks noGrp="1"/>
          </p:cNvSpPr>
          <p:nvPr>
            <p:ph type="ftr" sz="quarter" idx="11"/>
          </p:nvPr>
        </p:nvSpPr>
        <p:spPr/>
        <p:txBody>
          <a:bodyPr/>
          <a:lstStyle/>
          <a:p>
            <a:r>
              <a:rPr lang="da-DK" noProof="0"/>
              <a:t>cybersikker.alexandra.dk</a:t>
            </a:r>
          </a:p>
        </p:txBody>
      </p:sp>
      <p:sp>
        <p:nvSpPr>
          <p:cNvPr id="6" name="Slide Number Placeholder 5">
            <a:extLst>
              <a:ext uri="{FF2B5EF4-FFF2-40B4-BE49-F238E27FC236}">
                <a16:creationId xmlns:a16="http://schemas.microsoft.com/office/drawing/2014/main" id="{984988A2-F4BA-4E50-4957-8D070CA680D3}"/>
              </a:ext>
            </a:extLst>
          </p:cNvPr>
          <p:cNvSpPr>
            <a:spLocks noGrp="1"/>
          </p:cNvSpPr>
          <p:nvPr>
            <p:ph type="sldNum" sz="quarter" idx="12"/>
          </p:nvPr>
        </p:nvSpPr>
        <p:spPr/>
        <p:txBody>
          <a:bodyPr/>
          <a:lstStyle/>
          <a:p>
            <a:fld id="{D9FF5FAE-2060-B54F-BDDB-0825BCE6ACB8}" type="slidenum">
              <a:rPr lang="da-DK" noProof="0" smtClean="0"/>
              <a:pPr/>
              <a:t>1</a:t>
            </a:fld>
            <a:endParaRPr lang="da-DK" noProof="0"/>
          </a:p>
        </p:txBody>
      </p:sp>
    </p:spTree>
    <p:extLst>
      <p:ext uri="{BB962C8B-B14F-4D97-AF65-F5344CB8AC3E}">
        <p14:creationId xmlns:p14="http://schemas.microsoft.com/office/powerpoint/2010/main" val="3897004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2425C-7F9E-6121-5668-B69238542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1BE5A-70D9-9FAB-0868-38C592A1CA9E}"/>
              </a:ext>
            </a:extLst>
          </p:cNvPr>
          <p:cNvSpPr>
            <a:spLocks noGrp="1"/>
          </p:cNvSpPr>
          <p:nvPr>
            <p:ph type="title"/>
          </p:nvPr>
        </p:nvSpPr>
        <p:spPr/>
        <p:txBody>
          <a:bodyPr/>
          <a:lstStyle/>
          <a:p>
            <a:r>
              <a:rPr lang="da-DK"/>
              <a:t>Dag 1 – Indhold</a:t>
            </a:r>
          </a:p>
        </p:txBody>
      </p:sp>
      <p:sp>
        <p:nvSpPr>
          <p:cNvPr id="3" name="Content Placeholder 2">
            <a:extLst>
              <a:ext uri="{FF2B5EF4-FFF2-40B4-BE49-F238E27FC236}">
                <a16:creationId xmlns:a16="http://schemas.microsoft.com/office/drawing/2014/main" id="{0F552B37-C318-762E-B954-B3976074C469}"/>
              </a:ext>
            </a:extLst>
          </p:cNvPr>
          <p:cNvSpPr>
            <a:spLocks noGrp="1"/>
          </p:cNvSpPr>
          <p:nvPr>
            <p:ph idx="1"/>
          </p:nvPr>
        </p:nvSpPr>
        <p:spPr>
          <a:xfrm>
            <a:off x="908238" y="1620000"/>
            <a:ext cx="10439999" cy="4320000"/>
          </a:xfrm>
        </p:spPr>
        <p:txBody>
          <a:bodyPr/>
          <a:lstStyle/>
          <a:p>
            <a:pPr marL="0" indent="0">
              <a:buNone/>
            </a:pPr>
            <a:r>
              <a:rPr lang="da-DK" sz="1600"/>
              <a:t>Vi fortsætter med netværks- og </a:t>
            </a:r>
            <a:r>
              <a:rPr lang="da-DK" sz="1600" err="1"/>
              <a:t>endpoint</a:t>
            </a:r>
            <a:r>
              <a:rPr lang="da-DK" sz="1600"/>
              <a:t>-sikkerhed samt </a:t>
            </a:r>
            <a:r>
              <a:rPr lang="da-DK" sz="1600" err="1"/>
              <a:t>detect</a:t>
            </a:r>
            <a:r>
              <a:rPr lang="da-DK" sz="1600"/>
              <a:t> and </a:t>
            </a:r>
            <a:r>
              <a:rPr lang="da-DK" sz="1600" err="1"/>
              <a:t>response</a:t>
            </a:r>
            <a:r>
              <a:rPr lang="da-DK" sz="1600"/>
              <a:t>.</a:t>
            </a:r>
          </a:p>
          <a:p>
            <a:pPr marL="0" indent="0">
              <a:buNone/>
            </a:pPr>
            <a:r>
              <a:rPr lang="da-DK" sz="1600"/>
              <a:t>Vi arbejder med </a:t>
            </a:r>
            <a:r>
              <a:rPr lang="da-DK" sz="1600" err="1"/>
              <a:t>Detect</a:t>
            </a:r>
            <a:r>
              <a:rPr lang="da-DK" sz="1600"/>
              <a:t> and </a:t>
            </a:r>
            <a:r>
              <a:rPr lang="da-DK" sz="1600" err="1"/>
              <a:t>Response</a:t>
            </a:r>
            <a:r>
              <a:rPr lang="da-DK" sz="1600"/>
              <a:t>, hvor vi skal undersøge mistænkelig adfærd ved at analysere PCAP-filer med </a:t>
            </a:r>
            <a:r>
              <a:rPr lang="da-DK" sz="1600" err="1"/>
              <a:t>Wireshark</a:t>
            </a:r>
            <a:r>
              <a:rPr lang="da-DK" sz="1600"/>
              <a:t>. PCAP-filer indeholder logget netværkstrafik, og vi kan analysere dem med værktøjet </a:t>
            </a:r>
            <a:r>
              <a:rPr lang="da-DK" sz="1600" err="1"/>
              <a:t>Wireshark</a:t>
            </a:r>
            <a:r>
              <a:rPr lang="da-DK" sz="1600"/>
              <a:t>, for at finde ud af om der er tegn på sikkerhedsbrud eller andre trusler.</a:t>
            </a:r>
          </a:p>
          <a:p>
            <a:pPr marL="0" indent="0">
              <a:buNone/>
            </a:pPr>
            <a:r>
              <a:rPr lang="da-DK" sz="1600"/>
              <a:t>Vi kommer til at arbejde med skanning og sårbarhedsanalyse, hvor vi kommer til at bruge værktøjerne </a:t>
            </a:r>
            <a:r>
              <a:rPr lang="da-DK" sz="1600" err="1"/>
              <a:t>Nmap</a:t>
            </a:r>
            <a:r>
              <a:rPr lang="da-DK" sz="1600"/>
              <a:t>, </a:t>
            </a:r>
            <a:r>
              <a:rPr lang="da-DK" sz="1600" err="1"/>
              <a:t>OpenVas</a:t>
            </a:r>
            <a:r>
              <a:rPr lang="da-DK" sz="1600"/>
              <a:t> og </a:t>
            </a:r>
            <a:r>
              <a:rPr lang="da-DK" sz="1600" err="1"/>
              <a:t>SpiderFoot</a:t>
            </a:r>
            <a:r>
              <a:rPr lang="da-DK" sz="1600"/>
              <a:t>. Her kommer vi til at kigge på, hvordan man kan undersøge sikkerheden af en server ved at undersøge f.eks. hvilket styresystem, der kører på enheden og sammenligne resultatet med offentligt kendte sårbarheder.</a:t>
            </a:r>
          </a:p>
          <a:p>
            <a:pPr marL="0" indent="0">
              <a:buNone/>
            </a:pPr>
            <a:r>
              <a:rPr lang="da-DK" sz="1600"/>
              <a:t>Til sidst arbejder vi med log-analyse, hvor vi skal lede efter mistænkelige hændelser i </a:t>
            </a:r>
            <a:r>
              <a:rPr lang="da-DK" sz="1600" err="1"/>
              <a:t>Wazuh</a:t>
            </a:r>
            <a:r>
              <a:rPr lang="da-DK" sz="1600"/>
              <a:t>, som vi arbejdede med og opsatte i sidste workshop.</a:t>
            </a:r>
          </a:p>
          <a:p>
            <a:pPr marL="0" indent="0">
              <a:buNone/>
            </a:pPr>
            <a:endParaRPr lang="da-DK" sz="1600" b="1"/>
          </a:p>
          <a:p>
            <a:pPr marL="0" indent="0">
              <a:buNone/>
            </a:pPr>
            <a:r>
              <a:rPr lang="da-DK" sz="1600" b="1"/>
              <a:t>Læsemateriale</a:t>
            </a:r>
            <a:r>
              <a:rPr lang="da-DK" sz="1600"/>
              <a:t>: ‘Netværksscanneren </a:t>
            </a:r>
            <a:r>
              <a:rPr lang="da-DK" sz="1600" err="1"/>
              <a:t>Nmap</a:t>
            </a:r>
            <a:r>
              <a:rPr lang="da-DK" sz="1600"/>
              <a:t>’ og ‘Automatisk sårbarhedsscanning med </a:t>
            </a:r>
            <a:r>
              <a:rPr lang="da-DK" sz="1600" err="1"/>
              <a:t>OpenVAS</a:t>
            </a:r>
            <a:r>
              <a:rPr lang="da-DK" sz="1600"/>
              <a:t>’ i it-sikkerhed i praksis.</a:t>
            </a:r>
          </a:p>
          <a:p>
            <a:pPr marL="0" indent="0">
              <a:buNone/>
            </a:pPr>
            <a:r>
              <a:rPr lang="da-DK" sz="1600"/>
              <a:t>Kapitel 3 og 4 i </a:t>
            </a:r>
            <a:r>
              <a:rPr lang="da-DK" sz="1600" err="1"/>
              <a:t>Nmap</a:t>
            </a:r>
            <a:r>
              <a:rPr lang="da-DK" sz="1600"/>
              <a:t>-bogen tilgængelig her </a:t>
            </a:r>
            <a:r>
              <a:rPr lang="da-DK" sz="1600">
                <a:hlinkClick r:id="rId2"/>
              </a:rPr>
              <a:t>https://nmap.org/book/toc.html</a:t>
            </a:r>
            <a:r>
              <a:rPr lang="da-DK" sz="1600"/>
              <a:t> </a:t>
            </a:r>
          </a:p>
        </p:txBody>
      </p:sp>
      <p:sp>
        <p:nvSpPr>
          <p:cNvPr id="4" name="Date Placeholder 3">
            <a:extLst>
              <a:ext uri="{FF2B5EF4-FFF2-40B4-BE49-F238E27FC236}">
                <a16:creationId xmlns:a16="http://schemas.microsoft.com/office/drawing/2014/main" id="{92A290F4-9F70-E47B-2B16-B512ED050CFF}"/>
              </a:ext>
            </a:extLst>
          </p:cNvPr>
          <p:cNvSpPr>
            <a:spLocks noGrp="1"/>
          </p:cNvSpPr>
          <p:nvPr>
            <p:ph type="dt" sz="half" idx="10"/>
          </p:nvPr>
        </p:nvSpPr>
        <p:spPr/>
        <p:txBody>
          <a:bodyPr/>
          <a:lstStyle/>
          <a:p>
            <a:fld id="{1E31781D-1938-4D4D-8804-84A3CA642707}" type="datetime1">
              <a:rPr lang="da-DK" smtClean="0"/>
              <a:t>04-05-2026</a:t>
            </a:fld>
            <a:endParaRPr lang="da-DK"/>
          </a:p>
        </p:txBody>
      </p:sp>
      <p:sp>
        <p:nvSpPr>
          <p:cNvPr id="5" name="Footer Placeholder 4">
            <a:extLst>
              <a:ext uri="{FF2B5EF4-FFF2-40B4-BE49-F238E27FC236}">
                <a16:creationId xmlns:a16="http://schemas.microsoft.com/office/drawing/2014/main" id="{41A73851-6FF6-9E23-681C-BCDF9D27F93E}"/>
              </a:ext>
            </a:extLst>
          </p:cNvPr>
          <p:cNvSpPr>
            <a:spLocks noGrp="1"/>
          </p:cNvSpPr>
          <p:nvPr>
            <p:ph type="ftr" sz="quarter" idx="11"/>
          </p:nvPr>
        </p:nvSpPr>
        <p:spPr/>
        <p:txBody>
          <a:bodyPr/>
          <a:lstStyle/>
          <a:p>
            <a:r>
              <a:rPr lang="da-DK"/>
              <a:t>cybersikker.alexandra.dk</a:t>
            </a:r>
          </a:p>
        </p:txBody>
      </p:sp>
      <p:sp>
        <p:nvSpPr>
          <p:cNvPr id="6" name="Slide Number Placeholder 5">
            <a:extLst>
              <a:ext uri="{FF2B5EF4-FFF2-40B4-BE49-F238E27FC236}">
                <a16:creationId xmlns:a16="http://schemas.microsoft.com/office/drawing/2014/main" id="{D0717F20-6300-D9C4-F8A0-D5A003614A15}"/>
              </a:ext>
            </a:extLst>
          </p:cNvPr>
          <p:cNvSpPr>
            <a:spLocks noGrp="1"/>
          </p:cNvSpPr>
          <p:nvPr>
            <p:ph type="sldNum" sz="quarter" idx="12"/>
          </p:nvPr>
        </p:nvSpPr>
        <p:spPr/>
        <p:txBody>
          <a:bodyPr/>
          <a:lstStyle/>
          <a:p>
            <a:fld id="{D9FF5FAE-2060-B54F-BDDB-0825BCE6ACB8}" type="slidenum">
              <a:rPr lang="da-DK" smtClean="0"/>
              <a:pPr/>
              <a:t>2</a:t>
            </a:fld>
            <a:endParaRPr lang="da-DK"/>
          </a:p>
        </p:txBody>
      </p:sp>
    </p:spTree>
    <p:extLst>
      <p:ext uri="{BB962C8B-B14F-4D97-AF65-F5344CB8AC3E}">
        <p14:creationId xmlns:p14="http://schemas.microsoft.com/office/powerpoint/2010/main" val="3652226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Pladsholder til indhold 11">
            <a:extLst>
              <a:ext uri="{FF2B5EF4-FFF2-40B4-BE49-F238E27FC236}">
                <a16:creationId xmlns:a16="http://schemas.microsoft.com/office/drawing/2014/main" id="{5BD0F255-369E-C4EE-BA89-832751DDE2CB}"/>
              </a:ext>
            </a:extLst>
          </p:cNvPr>
          <p:cNvGraphicFramePr>
            <a:graphicFrameLocks noGrp="1"/>
          </p:cNvGraphicFramePr>
          <p:nvPr>
            <p:ph idx="1"/>
            <p:extLst>
              <p:ext uri="{D42A27DB-BD31-4B8C-83A1-F6EECF244321}">
                <p14:modId xmlns:p14="http://schemas.microsoft.com/office/powerpoint/2010/main" val="2903042203"/>
              </p:ext>
            </p:extLst>
          </p:nvPr>
        </p:nvGraphicFramePr>
        <p:xfrm>
          <a:off x="900601" y="1629958"/>
          <a:ext cx="10439399" cy="4095923"/>
        </p:xfrm>
        <a:graphic>
          <a:graphicData uri="http://schemas.openxmlformats.org/drawingml/2006/table">
            <a:tbl>
              <a:tblPr firstRow="1" bandRow="1">
                <a:tableStyleId>{5C22544A-7EE6-4342-B048-85BDC9FD1C3A}</a:tableStyleId>
              </a:tblPr>
              <a:tblGrid>
                <a:gridCol w="1810074">
                  <a:extLst>
                    <a:ext uri="{9D8B030D-6E8A-4147-A177-3AD203B41FA5}">
                      <a16:colId xmlns:a16="http://schemas.microsoft.com/office/drawing/2014/main" val="3568212222"/>
                    </a:ext>
                  </a:extLst>
                </a:gridCol>
                <a:gridCol w="6322185">
                  <a:extLst>
                    <a:ext uri="{9D8B030D-6E8A-4147-A177-3AD203B41FA5}">
                      <a16:colId xmlns:a16="http://schemas.microsoft.com/office/drawing/2014/main" val="3991436401"/>
                    </a:ext>
                  </a:extLst>
                </a:gridCol>
                <a:gridCol w="2307140">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9.00-9.10</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da-DK" noProof="0"/>
                        <a:t>Plan for kursus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a:t>Oplæg</a:t>
                      </a:r>
                    </a:p>
                  </a:txBody>
                  <a:tcPr/>
                </a:tc>
                <a:extLst>
                  <a:ext uri="{0D108BD9-81ED-4DB2-BD59-A6C34878D82A}">
                    <a16:rowId xmlns:a16="http://schemas.microsoft.com/office/drawing/2014/main" val="2605721731"/>
                  </a:ext>
                </a:extLst>
              </a:tr>
              <a:tr h="366284">
                <a:tc>
                  <a:txBody>
                    <a:bodyPr/>
                    <a:lstStyle/>
                    <a:p>
                      <a:pPr marL="0" indent="0">
                        <a:buNone/>
                      </a:pPr>
                      <a:r>
                        <a:rPr lang="da-DK" noProof="0"/>
                        <a:t>9.10-9.30</a:t>
                      </a:r>
                    </a:p>
                  </a:txBody>
                  <a:tcPr/>
                </a:tc>
                <a:tc>
                  <a:txBody>
                    <a:bodyPr/>
                    <a:lstStyle/>
                    <a:p>
                      <a:pPr marL="0" marR="0" lvl="0" indent="0" algn="l">
                        <a:lnSpc>
                          <a:spcPct val="100000"/>
                        </a:lnSpc>
                        <a:spcBef>
                          <a:spcPts val="0"/>
                        </a:spcBef>
                        <a:spcAft>
                          <a:spcPts val="0"/>
                        </a:spcAft>
                        <a:buClrTx/>
                        <a:buSzTx/>
                        <a:buFontTx/>
                        <a:buNone/>
                      </a:pPr>
                      <a:r>
                        <a:rPr lang="en-US" noProof="0"/>
                        <a:t>Opdateringer til EUD Cyber Environment</a:t>
                      </a:r>
                      <a:endParaRPr lang="da-DK" noProof="0"/>
                    </a:p>
                  </a:txBody>
                  <a:tcPr/>
                </a:tc>
                <a:tc>
                  <a:txBody>
                    <a:bodyPr/>
                    <a:lstStyle/>
                    <a:p>
                      <a:r>
                        <a:rPr lang="en-US" noProof="0"/>
                        <a:t>Oplæg</a:t>
                      </a:r>
                      <a:endParaRPr lang="da-DK" noProof="0"/>
                    </a:p>
                  </a:txBody>
                  <a:tcPr/>
                </a:tc>
                <a:extLst>
                  <a:ext uri="{0D108BD9-81ED-4DB2-BD59-A6C34878D82A}">
                    <a16:rowId xmlns:a16="http://schemas.microsoft.com/office/drawing/2014/main" val="3865949661"/>
                  </a:ext>
                </a:extLst>
              </a:tr>
              <a:tr h="366284">
                <a:tc>
                  <a:txBody>
                    <a:bodyPr/>
                    <a:lstStyle/>
                    <a:p>
                      <a:pPr marL="0" indent="0">
                        <a:buNone/>
                      </a:pPr>
                      <a:r>
                        <a:rPr lang="da-DK" noProof="0"/>
                        <a:t>9:30–10:20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800" noProof="0" err="1"/>
                        <a:t>Detect</a:t>
                      </a:r>
                      <a:r>
                        <a:rPr lang="da-DK" sz="1800" noProof="0"/>
                        <a:t> and </a:t>
                      </a:r>
                      <a:r>
                        <a:rPr lang="da-DK" sz="1800" noProof="0" err="1"/>
                        <a:t>Respond</a:t>
                      </a:r>
                      <a:r>
                        <a:rPr lang="da-DK" sz="1800" noProof="0"/>
                        <a:t> (med </a:t>
                      </a:r>
                      <a:r>
                        <a:rPr lang="da-DK" sz="1800" noProof="0" err="1"/>
                        <a:t>Wireshark</a:t>
                      </a:r>
                      <a:r>
                        <a:rPr lang="da-DK" sz="1800" noProof="0"/>
                        <a:t>)</a:t>
                      </a:r>
                      <a:endParaRPr lang="en-US"/>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da-DK" noProof="0"/>
                        <a:t>Oplæg + øvelse</a:t>
                      </a:r>
                    </a:p>
                  </a:txBody>
                  <a:tcPr/>
                </a:tc>
                <a:extLst>
                  <a:ext uri="{0D108BD9-81ED-4DB2-BD59-A6C34878D82A}">
                    <a16:rowId xmlns:a16="http://schemas.microsoft.com/office/drawing/2014/main" val="3968376553"/>
                  </a:ext>
                </a:extLst>
              </a:tr>
              <a:tr h="366284">
                <a:tc>
                  <a:txBody>
                    <a:bodyPr/>
                    <a:lstStyle/>
                    <a:p>
                      <a:pPr marL="0" indent="0">
                        <a:buNone/>
                      </a:pPr>
                      <a:r>
                        <a:rPr lang="da-DK" noProof="0"/>
                        <a:t>10:20–10:30</a:t>
                      </a:r>
                    </a:p>
                  </a:txBody>
                  <a:tcPr/>
                </a:tc>
                <a:tc>
                  <a:txBody>
                    <a:bodyPr/>
                    <a:lstStyle/>
                    <a:p>
                      <a:pPr marL="0" marR="0" lvl="0" indent="0" algn="l">
                        <a:lnSpc>
                          <a:spcPct val="100000"/>
                        </a:lnSpc>
                        <a:spcBef>
                          <a:spcPts val="0"/>
                        </a:spcBef>
                        <a:spcAft>
                          <a:spcPts val="0"/>
                        </a:spcAft>
                        <a:buClrTx/>
                        <a:buSzTx/>
                        <a:buFontTx/>
                        <a:buNone/>
                      </a:pPr>
                      <a:r>
                        <a:rPr lang="da-DK" noProof="0"/>
                        <a:t>Pause</a:t>
                      </a:r>
                    </a:p>
                  </a:txBody>
                  <a:tcPr/>
                </a:tc>
                <a:tc>
                  <a:txBody>
                    <a:bodyPr/>
                    <a:lstStyle/>
                    <a:p>
                      <a:endParaRPr lang="da-DK" noProof="0"/>
                    </a:p>
                  </a:txBody>
                  <a:tcPr/>
                </a:tc>
                <a:extLst>
                  <a:ext uri="{0D108BD9-81ED-4DB2-BD59-A6C34878D82A}">
                    <a16:rowId xmlns:a16="http://schemas.microsoft.com/office/drawing/2014/main" val="3935898247"/>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10:30–12:00</a:t>
                      </a:r>
                    </a:p>
                  </a:txBody>
                  <a:tcPr/>
                </a:tc>
                <a:tc>
                  <a:txBody>
                    <a:bodyPr/>
                    <a:lstStyle/>
                    <a:p>
                      <a:pPr marL="0" marR="0" lvl="0" indent="0" algn="l">
                        <a:lnSpc>
                          <a:spcPct val="100000"/>
                        </a:lnSpc>
                        <a:spcBef>
                          <a:spcPts val="0"/>
                        </a:spcBef>
                        <a:spcAft>
                          <a:spcPts val="0"/>
                        </a:spcAft>
                        <a:buClrTx/>
                        <a:buSzTx/>
                        <a:buFontTx/>
                        <a:buNone/>
                      </a:pPr>
                      <a:r>
                        <a:rPr lang="da-DK" sz="1800" noProof="0"/>
                        <a:t>Netværkssikkerhed (med </a:t>
                      </a:r>
                      <a:r>
                        <a:rPr lang="da-DK" sz="1800" noProof="0" err="1"/>
                        <a:t>Nmap</a:t>
                      </a:r>
                      <a:r>
                        <a:rPr lang="da-DK" sz="1800" noProof="0"/>
                        <a:t>, </a:t>
                      </a:r>
                      <a:r>
                        <a:rPr lang="da-DK" sz="1800" noProof="0" err="1"/>
                        <a:t>OpenVAS</a:t>
                      </a:r>
                      <a:r>
                        <a:rPr lang="da-DK" sz="1800" noProof="0"/>
                        <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Oplæg + øvelse</a:t>
                      </a:r>
                    </a:p>
                  </a:txBody>
                  <a:tcPr/>
                </a:tc>
                <a:extLst>
                  <a:ext uri="{0D108BD9-81ED-4DB2-BD59-A6C34878D82A}">
                    <a16:rowId xmlns:a16="http://schemas.microsoft.com/office/drawing/2014/main" val="374564217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12:00–12:45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Frokost</a:t>
                      </a:r>
                    </a:p>
                  </a:txBody>
                  <a:tcPr/>
                </a:tc>
                <a:tc>
                  <a:txBody>
                    <a:bodyPr/>
                    <a:lstStyle/>
                    <a:p>
                      <a:endParaRPr lang="da-DK" noProof="0"/>
                    </a:p>
                  </a:txBody>
                  <a:tcPr/>
                </a:tc>
                <a:extLst>
                  <a:ext uri="{0D108BD9-81ED-4DB2-BD59-A6C34878D82A}">
                    <a16:rowId xmlns:a16="http://schemas.microsoft.com/office/drawing/2014/main" val="3215760828"/>
                  </a:ext>
                </a:extLst>
              </a:tr>
              <a:tr h="3865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12:45–14:00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Log analyse (med </a:t>
                      </a:r>
                      <a:r>
                        <a:rPr lang="da-DK" noProof="0" err="1"/>
                        <a:t>Wazuh</a:t>
                      </a:r>
                      <a:r>
                        <a:rPr lang="da-DK" noProof="0"/>
                        <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Oplæg + øvelse</a:t>
                      </a:r>
                    </a:p>
                  </a:txBody>
                  <a:tcPr/>
                </a:tc>
                <a:extLst>
                  <a:ext uri="{0D108BD9-81ED-4DB2-BD59-A6C34878D82A}">
                    <a16:rowId xmlns:a16="http://schemas.microsoft.com/office/drawing/2014/main" val="38350355"/>
                  </a:ext>
                </a:extLst>
              </a:tr>
              <a:tr h="386565">
                <a:tc>
                  <a:txBody>
                    <a:bodyPr/>
                    <a:lstStyle/>
                    <a:p>
                      <a:pPr marL="0" lvl="0" indent="0" algn="l" defTabSz="457200">
                        <a:lnSpc>
                          <a:spcPct val="100000"/>
                        </a:lnSpc>
                        <a:spcBef>
                          <a:spcPts val="0"/>
                        </a:spcBef>
                        <a:spcAft>
                          <a:spcPts val="0"/>
                        </a:spcAft>
                        <a:buNone/>
                        <a:tabLst/>
                        <a:defRPr/>
                      </a:pPr>
                      <a:r>
                        <a:rPr lang="da-DK" noProof="0"/>
                        <a:t>14:00-14:15</a:t>
                      </a:r>
                    </a:p>
                  </a:txBody>
                  <a:tcPr/>
                </a:tc>
                <a:tc>
                  <a:txBody>
                    <a:bodyPr/>
                    <a:lstStyle/>
                    <a:p>
                      <a:pPr marL="0" lvl="0" indent="0" algn="l" defTabSz="457200">
                        <a:lnSpc>
                          <a:spcPct val="100000"/>
                        </a:lnSpc>
                        <a:spcBef>
                          <a:spcPts val="0"/>
                        </a:spcBef>
                        <a:spcAft>
                          <a:spcPts val="0"/>
                        </a:spcAft>
                        <a:buNone/>
                        <a:tabLst/>
                        <a:defRPr/>
                      </a:pPr>
                      <a:r>
                        <a:rPr lang="da-DK" noProof="0"/>
                        <a:t>Pause</a:t>
                      </a:r>
                    </a:p>
                  </a:txBody>
                  <a:tcPr/>
                </a:tc>
                <a:tc>
                  <a:txBody>
                    <a:bodyPr/>
                    <a:lstStyle/>
                    <a:p>
                      <a:pPr marL="0" lvl="0" indent="0" algn="l" defTabSz="457200">
                        <a:lnSpc>
                          <a:spcPct val="100000"/>
                        </a:lnSpc>
                        <a:spcBef>
                          <a:spcPts val="0"/>
                        </a:spcBef>
                        <a:spcAft>
                          <a:spcPts val="0"/>
                        </a:spcAft>
                        <a:buNone/>
                        <a:tabLst/>
                        <a:defRPr/>
                      </a:pPr>
                      <a:endParaRPr lang="da-DK" noProof="0"/>
                    </a:p>
                  </a:txBody>
                  <a:tcPr/>
                </a:tc>
                <a:extLst>
                  <a:ext uri="{0D108BD9-81ED-4DB2-BD59-A6C34878D82A}">
                    <a16:rowId xmlns:a16="http://schemas.microsoft.com/office/drawing/2014/main" val="3099530973"/>
                  </a:ext>
                </a:extLst>
              </a:tr>
              <a:tr h="386565">
                <a:tc>
                  <a:txBody>
                    <a:bodyPr/>
                    <a:lstStyle/>
                    <a:p>
                      <a:pPr marL="0" lvl="0" indent="0">
                        <a:buNone/>
                      </a:pPr>
                      <a:r>
                        <a:rPr lang="da-DK" noProof="0"/>
                        <a:t>14:15–15:30</a:t>
                      </a:r>
                    </a:p>
                  </a:txBody>
                  <a:tcPr/>
                </a:tc>
                <a:tc>
                  <a:txBody>
                    <a:bodyPr/>
                    <a:lstStyle/>
                    <a:p>
                      <a:pPr marL="0" marR="0" lvl="0" indent="0" algn="l">
                        <a:lnSpc>
                          <a:spcPct val="100000"/>
                        </a:lnSpc>
                        <a:spcBef>
                          <a:spcPts val="0"/>
                        </a:spcBef>
                        <a:spcAft>
                          <a:spcPts val="0"/>
                        </a:spcAft>
                        <a:buClrTx/>
                        <a:buSzTx/>
                        <a:buFontTx/>
                        <a:buNone/>
                      </a:pPr>
                      <a:r>
                        <a:rPr lang="da-DK" noProof="0"/>
                        <a:t>Log analyse (fortsat)</a:t>
                      </a:r>
                    </a:p>
                  </a:txBody>
                  <a:tcPr/>
                </a:tc>
                <a:tc>
                  <a:txBody>
                    <a:bodyPr/>
                    <a:lstStyle/>
                    <a:p>
                      <a:pPr lvl="0" algn="l">
                        <a:lnSpc>
                          <a:spcPct val="100000"/>
                        </a:lnSpc>
                        <a:spcBef>
                          <a:spcPts val="0"/>
                        </a:spcBef>
                        <a:spcAft>
                          <a:spcPts val="0"/>
                        </a:spcAft>
                        <a:buNone/>
                      </a:pPr>
                      <a:r>
                        <a:rPr lang="da"/>
                        <a:t>Ø</a:t>
                      </a:r>
                      <a:r>
                        <a:rPr lang="da-DK" noProof="0"/>
                        <a:t>velse</a:t>
                      </a:r>
                      <a:endParaRPr lang="en-US"/>
                    </a:p>
                  </a:txBody>
                  <a:tcPr/>
                </a:tc>
                <a:extLst>
                  <a:ext uri="{0D108BD9-81ED-4DB2-BD59-A6C34878D82A}">
                    <a16:rowId xmlns:a16="http://schemas.microsoft.com/office/drawing/2014/main" val="618353634"/>
                  </a:ext>
                </a:extLst>
              </a:tr>
              <a:tr h="366284">
                <a:tc>
                  <a:txBody>
                    <a:bodyPr/>
                    <a:lstStyle/>
                    <a:p>
                      <a:pPr marL="0" indent="0">
                        <a:buNone/>
                      </a:pPr>
                      <a:r>
                        <a:rPr lang="da-DK" noProof="0"/>
                        <a:t>15:30–16:00</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da-DK" sz="1800" noProof="0"/>
                        <a:t>Opsummering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a-DK" noProof="0"/>
                    </a:p>
                  </a:txBody>
                  <a:tcPr/>
                </a:tc>
                <a:extLst>
                  <a:ext uri="{0D108BD9-81ED-4DB2-BD59-A6C34878D82A}">
                    <a16:rowId xmlns:a16="http://schemas.microsoft.com/office/drawing/2014/main" val="1836879610"/>
                  </a:ext>
                </a:extLst>
              </a:tr>
            </a:tbl>
          </a:graphicData>
        </a:graphic>
      </p:graphicFrame>
      <p:sp>
        <p:nvSpPr>
          <p:cNvPr id="8" name="Titel 7">
            <a:extLst>
              <a:ext uri="{FF2B5EF4-FFF2-40B4-BE49-F238E27FC236}">
                <a16:creationId xmlns:a16="http://schemas.microsoft.com/office/drawing/2014/main" id="{E2599EFF-37C3-7C82-B8C4-D2A4E9350BDE}"/>
              </a:ext>
            </a:extLst>
          </p:cNvPr>
          <p:cNvSpPr>
            <a:spLocks noGrp="1"/>
          </p:cNvSpPr>
          <p:nvPr>
            <p:ph type="title"/>
          </p:nvPr>
        </p:nvSpPr>
        <p:spPr/>
        <p:txBody>
          <a:bodyPr/>
          <a:lstStyle/>
          <a:p>
            <a:r>
              <a:rPr lang="da-DK" noProof="0">
                <a:latin typeface="Arial"/>
                <a:cs typeface="Arial"/>
              </a:rPr>
              <a:t>Dag 1 – Agenda</a:t>
            </a:r>
            <a:endParaRPr lang="da-DK" noProof="0"/>
          </a:p>
        </p:txBody>
      </p:sp>
      <p:sp>
        <p:nvSpPr>
          <p:cNvPr id="4" name="Pladsholder til dato 3">
            <a:extLst>
              <a:ext uri="{FF2B5EF4-FFF2-40B4-BE49-F238E27FC236}">
                <a16:creationId xmlns:a16="http://schemas.microsoft.com/office/drawing/2014/main" id="{461CE921-9197-CCFC-0DB9-5C6A4C98B84C}"/>
              </a:ext>
            </a:extLst>
          </p:cNvPr>
          <p:cNvSpPr>
            <a:spLocks noGrp="1"/>
          </p:cNvSpPr>
          <p:nvPr>
            <p:ph type="dt" sz="half" idx="10"/>
          </p:nvPr>
        </p:nvSpPr>
        <p:spPr/>
        <p:txBody>
          <a:bodyPr/>
          <a:lstStyle/>
          <a:p>
            <a:fld id="{7437D938-B50E-D842-AEDC-C3B711F6BEE0}" type="datetime1">
              <a:rPr lang="da-DK" noProof="0" smtClean="0"/>
              <a:t>04-05-2026</a:t>
            </a:fld>
            <a:endParaRPr lang="da-DK" noProof="0"/>
          </a:p>
        </p:txBody>
      </p:sp>
      <p:sp>
        <p:nvSpPr>
          <p:cNvPr id="5" name="Pladsholder til sidefod 4">
            <a:extLst>
              <a:ext uri="{FF2B5EF4-FFF2-40B4-BE49-F238E27FC236}">
                <a16:creationId xmlns:a16="http://schemas.microsoft.com/office/drawing/2014/main" id="{0C3D70BA-3FA5-6FD7-2E8F-8BE12F3C01F6}"/>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A102F5C7-E84E-991D-01D3-1EDD9727D5A7}"/>
              </a:ext>
            </a:extLst>
          </p:cNvPr>
          <p:cNvSpPr>
            <a:spLocks noGrp="1"/>
          </p:cNvSpPr>
          <p:nvPr>
            <p:ph type="sldNum" sz="quarter" idx="12"/>
          </p:nvPr>
        </p:nvSpPr>
        <p:spPr/>
        <p:txBody>
          <a:bodyPr/>
          <a:lstStyle/>
          <a:p>
            <a:fld id="{D9FF5FAE-2060-B54F-BDDB-0825BCE6ACB8}" type="slidenum">
              <a:rPr lang="da-DK" noProof="0" smtClean="0"/>
              <a:pPr/>
              <a:t>3</a:t>
            </a:fld>
            <a:endParaRPr lang="da-DK" noProof="0"/>
          </a:p>
        </p:txBody>
      </p:sp>
    </p:spTree>
    <p:extLst>
      <p:ext uri="{BB962C8B-B14F-4D97-AF65-F5344CB8AC3E}">
        <p14:creationId xmlns:p14="http://schemas.microsoft.com/office/powerpoint/2010/main" val="410176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3E017-B1E6-B51B-47DD-099D492E1E68}"/>
              </a:ext>
            </a:extLst>
          </p:cNvPr>
          <p:cNvSpPr>
            <a:spLocks noGrp="1"/>
          </p:cNvSpPr>
          <p:nvPr>
            <p:ph type="title"/>
          </p:nvPr>
        </p:nvSpPr>
        <p:spPr/>
        <p:txBody>
          <a:bodyPr/>
          <a:lstStyle/>
          <a:p>
            <a:r>
              <a:rPr lang="da-DK"/>
              <a:t>Dag 2 – Indhold</a:t>
            </a:r>
          </a:p>
        </p:txBody>
      </p:sp>
      <p:sp>
        <p:nvSpPr>
          <p:cNvPr id="3" name="Content Placeholder 2">
            <a:extLst>
              <a:ext uri="{FF2B5EF4-FFF2-40B4-BE49-F238E27FC236}">
                <a16:creationId xmlns:a16="http://schemas.microsoft.com/office/drawing/2014/main" id="{63BD2974-DB69-0BDE-9A75-BF441BA63A73}"/>
              </a:ext>
            </a:extLst>
          </p:cNvPr>
          <p:cNvSpPr>
            <a:spLocks noGrp="1"/>
          </p:cNvSpPr>
          <p:nvPr>
            <p:ph idx="1"/>
          </p:nvPr>
        </p:nvSpPr>
        <p:spPr/>
        <p:txBody>
          <a:bodyPr/>
          <a:lstStyle/>
          <a:p>
            <a:pPr marL="0" indent="0">
              <a:buNone/>
            </a:pPr>
            <a:r>
              <a:rPr lang="da-DK" sz="1600">
                <a:latin typeface="Arial"/>
                <a:ea typeface="Tahoma"/>
                <a:cs typeface="Arial"/>
              </a:rPr>
              <a:t>Vi fortsætter med applikationssikkerhed hvor vi slap sidst, med opgaver omkring </a:t>
            </a:r>
            <a:r>
              <a:rPr lang="da-DK" sz="1600" err="1">
                <a:latin typeface="Arial"/>
                <a:ea typeface="Tahoma"/>
                <a:cs typeface="Arial"/>
              </a:rPr>
              <a:t>JuiceShop</a:t>
            </a:r>
            <a:r>
              <a:rPr lang="da-DK" sz="1600">
                <a:latin typeface="Arial"/>
                <a:ea typeface="Tahoma"/>
                <a:cs typeface="Arial"/>
              </a:rPr>
              <a:t>.</a:t>
            </a:r>
          </a:p>
          <a:p>
            <a:pPr marL="0" indent="0">
              <a:buNone/>
            </a:pPr>
            <a:r>
              <a:rPr lang="da-DK" sz="1600"/>
              <a:t>Vi arbejder med Web Application Firewall (WAF), specifikt </a:t>
            </a:r>
            <a:r>
              <a:rPr lang="da-DK" sz="1600" err="1"/>
              <a:t>WAF’en</a:t>
            </a:r>
            <a:r>
              <a:rPr lang="da-DK" sz="1600"/>
              <a:t> </a:t>
            </a:r>
            <a:r>
              <a:rPr lang="da-DK" sz="1600" err="1"/>
              <a:t>ModSecurity</a:t>
            </a:r>
            <a:r>
              <a:rPr lang="da-DK" sz="1600"/>
              <a:t>. </a:t>
            </a:r>
            <a:r>
              <a:rPr lang="da-DK" sz="1600" err="1"/>
              <a:t>WAF’er</a:t>
            </a:r>
            <a:r>
              <a:rPr lang="da-DK" sz="1600"/>
              <a:t> kan bruges til at blokere webtrafik, og vi vil se hvordan en WAF kan blokere nogle af de angreb vi prøvede i sidste workshop.</a:t>
            </a:r>
          </a:p>
          <a:p>
            <a:pPr marL="0" indent="0">
              <a:buNone/>
            </a:pPr>
            <a:r>
              <a:rPr lang="da-DK" sz="1600"/>
              <a:t>Vi arbejder videre med web </a:t>
            </a:r>
            <a:r>
              <a:rPr lang="da-DK" sz="1600" err="1"/>
              <a:t>proxy’er</a:t>
            </a:r>
            <a:r>
              <a:rPr lang="da-DK" sz="1600"/>
              <a:t> og </a:t>
            </a:r>
            <a:r>
              <a:rPr lang="da-DK" sz="1600" err="1"/>
              <a:t>pentesting</a:t>
            </a:r>
            <a:r>
              <a:rPr lang="da-DK" sz="1600"/>
              <a:t>. Denne gang prøver vi automatiske angreb og automatisk kortlægning af hjemmeside med Zed Attack Proxy (ZAP). ZAP er ligesom </a:t>
            </a:r>
            <a:r>
              <a:rPr lang="da-DK" sz="1600" err="1"/>
              <a:t>Burp</a:t>
            </a:r>
            <a:r>
              <a:rPr lang="da-DK" sz="1600"/>
              <a:t> Suite, som vi arbejdede med sidst, en proxy man kan bruge til at analysere og ændre webtrafik mellem ens browser og internettet.</a:t>
            </a:r>
          </a:p>
          <a:p>
            <a:pPr marL="0" indent="0">
              <a:buNone/>
            </a:pPr>
            <a:r>
              <a:rPr lang="da-DK" sz="1600"/>
              <a:t>Til sidst kommer vi til at kigge på sårbarhedsskanning og Software-Bill-of-Materials vedrørende applikationer, som kan bruges til at undersøge eksempelvis software man kører i containere såsom Docker for sikkerhedssårbarheder. Vi kommer til at anvende værktøjerne </a:t>
            </a:r>
            <a:r>
              <a:rPr lang="da-DK" sz="1600" err="1"/>
              <a:t>Syft</a:t>
            </a:r>
            <a:r>
              <a:rPr lang="da-DK" sz="1600"/>
              <a:t> og </a:t>
            </a:r>
            <a:r>
              <a:rPr lang="da-DK" sz="1600" err="1"/>
              <a:t>Grype</a:t>
            </a:r>
            <a:r>
              <a:rPr lang="da-DK" sz="1600"/>
              <a:t>.</a:t>
            </a:r>
          </a:p>
          <a:p>
            <a:pPr marL="0" indent="0">
              <a:buNone/>
            </a:pPr>
            <a:endParaRPr lang="da-DK" sz="1600" b="1"/>
          </a:p>
          <a:p>
            <a:pPr marL="0" indent="0">
              <a:buNone/>
            </a:pPr>
            <a:r>
              <a:rPr lang="da-DK" sz="1600" b="1"/>
              <a:t>Læsemateriale</a:t>
            </a:r>
            <a:r>
              <a:rPr lang="da-DK" sz="1600"/>
              <a:t>: ‘Webscanning med OWASP Zed Attack Proxy’ i it-sikkerhed i praksis</a:t>
            </a:r>
          </a:p>
          <a:p>
            <a:pPr marL="0" indent="0">
              <a:buNone/>
            </a:pPr>
            <a:r>
              <a:rPr lang="da-DK" sz="1600"/>
              <a:t>For en kort introduktion til </a:t>
            </a:r>
            <a:r>
              <a:rPr lang="da-DK" sz="1600" err="1"/>
              <a:t>WAF’er</a:t>
            </a:r>
            <a:r>
              <a:rPr lang="da-DK" sz="1600"/>
              <a:t> generelt, se ‘</a:t>
            </a:r>
            <a:r>
              <a:rPr lang="da-DK" sz="1600" err="1"/>
              <a:t>Introduction</a:t>
            </a:r>
            <a:r>
              <a:rPr lang="da-DK" sz="1600"/>
              <a:t>’ i reference-manualen til </a:t>
            </a:r>
            <a:r>
              <a:rPr lang="da-DK" sz="1600" err="1"/>
              <a:t>ModSecurity</a:t>
            </a:r>
            <a:r>
              <a:rPr lang="da-DK" sz="1600"/>
              <a:t>. Tilgængelig her: </a:t>
            </a:r>
            <a:r>
              <a:rPr lang="da-DK" sz="1600">
                <a:hlinkClick r:id="rId2"/>
              </a:rPr>
              <a:t>https://github.com/owasp-modsecurity/ModSecurity/wiki/Reference-Manual-(v3.x)</a:t>
            </a:r>
            <a:endParaRPr lang="da-DK" sz="1600"/>
          </a:p>
          <a:p>
            <a:pPr marL="0" indent="0">
              <a:buNone/>
            </a:pPr>
            <a:r>
              <a:rPr lang="da-DK" sz="1600"/>
              <a:t>For et overordnet overblik over </a:t>
            </a:r>
            <a:r>
              <a:rPr lang="da-DK" sz="1600" err="1"/>
              <a:t>pentesting</a:t>
            </a:r>
            <a:r>
              <a:rPr lang="da-DK" sz="1600"/>
              <a:t>, proxy-værktøjer og ZAP se </a:t>
            </a:r>
            <a:r>
              <a:rPr lang="da-DK" sz="1600" err="1"/>
              <a:t>ZAPs</a:t>
            </a:r>
            <a:r>
              <a:rPr lang="da-DK" sz="1600"/>
              <a:t> dokumentation. Tilgængelig her: </a:t>
            </a:r>
            <a:r>
              <a:rPr lang="da-DK" sz="1600">
                <a:hlinkClick r:id="rId3"/>
              </a:rPr>
              <a:t>https://www.zaproxy.org/getting-started/</a:t>
            </a:r>
            <a:endParaRPr lang="da-DK" sz="1600"/>
          </a:p>
        </p:txBody>
      </p:sp>
      <p:sp>
        <p:nvSpPr>
          <p:cNvPr id="4" name="Date Placeholder 3">
            <a:extLst>
              <a:ext uri="{FF2B5EF4-FFF2-40B4-BE49-F238E27FC236}">
                <a16:creationId xmlns:a16="http://schemas.microsoft.com/office/drawing/2014/main" id="{29306C83-CB09-C6C2-9E35-CA5D13F46FB5}"/>
              </a:ext>
            </a:extLst>
          </p:cNvPr>
          <p:cNvSpPr>
            <a:spLocks noGrp="1"/>
          </p:cNvSpPr>
          <p:nvPr>
            <p:ph type="dt" sz="half" idx="10"/>
          </p:nvPr>
        </p:nvSpPr>
        <p:spPr/>
        <p:txBody>
          <a:bodyPr/>
          <a:lstStyle/>
          <a:p>
            <a:fld id="{1E31781D-1938-4D4D-8804-84A3CA642707}" type="datetime1">
              <a:rPr lang="da-DK" smtClean="0"/>
              <a:t>04-05-2026</a:t>
            </a:fld>
            <a:endParaRPr lang="da-DK"/>
          </a:p>
        </p:txBody>
      </p:sp>
      <p:sp>
        <p:nvSpPr>
          <p:cNvPr id="5" name="Footer Placeholder 4">
            <a:extLst>
              <a:ext uri="{FF2B5EF4-FFF2-40B4-BE49-F238E27FC236}">
                <a16:creationId xmlns:a16="http://schemas.microsoft.com/office/drawing/2014/main" id="{6D7660FD-8BC9-9C78-C9A4-AB2E01222113}"/>
              </a:ext>
            </a:extLst>
          </p:cNvPr>
          <p:cNvSpPr>
            <a:spLocks noGrp="1"/>
          </p:cNvSpPr>
          <p:nvPr>
            <p:ph type="ftr" sz="quarter" idx="11"/>
          </p:nvPr>
        </p:nvSpPr>
        <p:spPr/>
        <p:txBody>
          <a:bodyPr/>
          <a:lstStyle/>
          <a:p>
            <a:r>
              <a:rPr lang="da-DK"/>
              <a:t>cybersikker.alexandra.dk</a:t>
            </a:r>
          </a:p>
        </p:txBody>
      </p:sp>
      <p:sp>
        <p:nvSpPr>
          <p:cNvPr id="6" name="Slide Number Placeholder 5">
            <a:extLst>
              <a:ext uri="{FF2B5EF4-FFF2-40B4-BE49-F238E27FC236}">
                <a16:creationId xmlns:a16="http://schemas.microsoft.com/office/drawing/2014/main" id="{6798E060-397B-E23A-1683-440A1EF80528}"/>
              </a:ext>
            </a:extLst>
          </p:cNvPr>
          <p:cNvSpPr>
            <a:spLocks noGrp="1"/>
          </p:cNvSpPr>
          <p:nvPr>
            <p:ph type="sldNum" sz="quarter" idx="12"/>
          </p:nvPr>
        </p:nvSpPr>
        <p:spPr/>
        <p:txBody>
          <a:bodyPr/>
          <a:lstStyle/>
          <a:p>
            <a:fld id="{D9FF5FAE-2060-B54F-BDDB-0825BCE6ACB8}" type="slidenum">
              <a:rPr lang="da-DK" smtClean="0"/>
              <a:pPr/>
              <a:t>4</a:t>
            </a:fld>
            <a:endParaRPr lang="da-DK"/>
          </a:p>
        </p:txBody>
      </p:sp>
    </p:spTree>
    <p:extLst>
      <p:ext uri="{BB962C8B-B14F-4D97-AF65-F5344CB8AC3E}">
        <p14:creationId xmlns:p14="http://schemas.microsoft.com/office/powerpoint/2010/main" val="2640627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A6F88-AA06-B15D-E6B4-81179AB891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BB58EE-7742-0D2B-8BC7-5BAB96EFCEB5}"/>
              </a:ext>
            </a:extLst>
          </p:cNvPr>
          <p:cNvSpPr>
            <a:spLocks noGrp="1"/>
          </p:cNvSpPr>
          <p:nvPr>
            <p:ph idx="1"/>
          </p:nvPr>
        </p:nvSpPr>
        <p:spPr/>
        <p:txBody>
          <a:bodyPr/>
          <a:lstStyle/>
          <a:p>
            <a:endParaRPr lang="da-DK"/>
          </a:p>
        </p:txBody>
      </p:sp>
      <p:sp>
        <p:nvSpPr>
          <p:cNvPr id="8" name="Titel 7">
            <a:extLst>
              <a:ext uri="{FF2B5EF4-FFF2-40B4-BE49-F238E27FC236}">
                <a16:creationId xmlns:a16="http://schemas.microsoft.com/office/drawing/2014/main" id="{2B134C01-DCF9-EBB3-B599-22355F7160DD}"/>
              </a:ext>
            </a:extLst>
          </p:cNvPr>
          <p:cNvSpPr>
            <a:spLocks noGrp="1"/>
          </p:cNvSpPr>
          <p:nvPr>
            <p:ph type="title"/>
          </p:nvPr>
        </p:nvSpPr>
        <p:spPr/>
        <p:txBody>
          <a:bodyPr/>
          <a:lstStyle/>
          <a:p>
            <a:r>
              <a:rPr lang="da-DK" noProof="0">
                <a:latin typeface="Arial"/>
                <a:ea typeface="Verdana"/>
                <a:cs typeface="Arial"/>
              </a:rPr>
              <a:t>Dag 2 – Agenda</a:t>
            </a:r>
            <a:endParaRPr lang="da-DK" noProof="0"/>
          </a:p>
        </p:txBody>
      </p:sp>
      <p:sp>
        <p:nvSpPr>
          <p:cNvPr id="4" name="Pladsholder til dato 3">
            <a:extLst>
              <a:ext uri="{FF2B5EF4-FFF2-40B4-BE49-F238E27FC236}">
                <a16:creationId xmlns:a16="http://schemas.microsoft.com/office/drawing/2014/main" id="{E26B0AB6-813B-FFDB-880E-47131A784233}"/>
              </a:ext>
            </a:extLst>
          </p:cNvPr>
          <p:cNvSpPr>
            <a:spLocks noGrp="1"/>
          </p:cNvSpPr>
          <p:nvPr>
            <p:ph type="dt" sz="half" idx="10"/>
          </p:nvPr>
        </p:nvSpPr>
        <p:spPr/>
        <p:txBody>
          <a:bodyPr/>
          <a:lstStyle/>
          <a:p>
            <a:fld id="{7437D938-B50E-D842-AEDC-C3B711F6BEE0}" type="datetime1">
              <a:rPr lang="da-DK" noProof="0" smtClean="0"/>
              <a:t>04-05-2026</a:t>
            </a:fld>
            <a:endParaRPr lang="da-DK" noProof="0"/>
          </a:p>
        </p:txBody>
      </p:sp>
      <p:sp>
        <p:nvSpPr>
          <p:cNvPr id="5" name="Pladsholder til sidefod 4">
            <a:extLst>
              <a:ext uri="{FF2B5EF4-FFF2-40B4-BE49-F238E27FC236}">
                <a16:creationId xmlns:a16="http://schemas.microsoft.com/office/drawing/2014/main" id="{02656715-780E-05FF-7B08-297D7C77E664}"/>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B222B0D2-542E-6A26-0021-F941D109C883}"/>
              </a:ext>
            </a:extLst>
          </p:cNvPr>
          <p:cNvSpPr>
            <a:spLocks noGrp="1"/>
          </p:cNvSpPr>
          <p:nvPr>
            <p:ph type="sldNum" sz="quarter" idx="12"/>
          </p:nvPr>
        </p:nvSpPr>
        <p:spPr/>
        <p:txBody>
          <a:bodyPr/>
          <a:lstStyle/>
          <a:p>
            <a:fld id="{D9FF5FAE-2060-B54F-BDDB-0825BCE6ACB8}" type="slidenum">
              <a:rPr lang="da-DK" noProof="0" smtClean="0"/>
              <a:pPr/>
              <a:t>5</a:t>
            </a:fld>
            <a:endParaRPr lang="da-DK" noProof="0"/>
          </a:p>
        </p:txBody>
      </p:sp>
      <p:graphicFrame>
        <p:nvGraphicFramePr>
          <p:cNvPr id="7" name="Pladsholder til indhold 11">
            <a:extLst>
              <a:ext uri="{FF2B5EF4-FFF2-40B4-BE49-F238E27FC236}">
                <a16:creationId xmlns:a16="http://schemas.microsoft.com/office/drawing/2014/main" id="{89E2781F-F66C-C129-32CA-66648286C374}"/>
              </a:ext>
            </a:extLst>
          </p:cNvPr>
          <p:cNvGraphicFramePr>
            <a:graphicFrameLocks/>
          </p:cNvGraphicFramePr>
          <p:nvPr>
            <p:extLst>
              <p:ext uri="{D42A27DB-BD31-4B8C-83A1-F6EECF244321}">
                <p14:modId xmlns:p14="http://schemas.microsoft.com/office/powerpoint/2010/main" val="1178805706"/>
              </p:ext>
            </p:extLst>
          </p:nvPr>
        </p:nvGraphicFramePr>
        <p:xfrm>
          <a:off x="900000" y="1614649"/>
          <a:ext cx="10238550" cy="4413276"/>
        </p:xfrm>
        <a:graphic>
          <a:graphicData uri="http://schemas.openxmlformats.org/drawingml/2006/table">
            <a:tbl>
              <a:tblPr firstRow="1" bandRow="1">
                <a:tableStyleId>{5C22544A-7EE6-4342-B048-85BDC9FD1C3A}</a:tableStyleId>
              </a:tblPr>
              <a:tblGrid>
                <a:gridCol w="1775249">
                  <a:extLst>
                    <a:ext uri="{9D8B030D-6E8A-4147-A177-3AD203B41FA5}">
                      <a16:colId xmlns:a16="http://schemas.microsoft.com/office/drawing/2014/main" val="3568212222"/>
                    </a:ext>
                  </a:extLst>
                </a:gridCol>
                <a:gridCol w="6200549">
                  <a:extLst>
                    <a:ext uri="{9D8B030D-6E8A-4147-A177-3AD203B41FA5}">
                      <a16:colId xmlns:a16="http://schemas.microsoft.com/office/drawing/2014/main" val="3991436401"/>
                    </a:ext>
                  </a:extLst>
                </a:gridCol>
                <a:gridCol w="2262752">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8.30-9.00</a:t>
                      </a:r>
                    </a:p>
                  </a:txBody>
                  <a:tcPr/>
                </a:tc>
                <a:tc>
                  <a:txBody>
                    <a:bodyPr/>
                    <a:lstStyle/>
                    <a:p>
                      <a:pPr marL="0" marR="0" lvl="0" indent="0" algn="l">
                        <a:lnSpc>
                          <a:spcPct val="100000"/>
                        </a:lnSpc>
                        <a:spcBef>
                          <a:spcPts val="0"/>
                        </a:spcBef>
                        <a:spcAft>
                          <a:spcPts val="0"/>
                        </a:spcAft>
                        <a:buClrTx/>
                        <a:buSzTx/>
                        <a:buNone/>
                      </a:pPr>
                      <a:r>
                        <a:rPr lang="da-DK" noProof="0" err="1"/>
                        <a:t>Webapplikationstesting</a:t>
                      </a:r>
                      <a:r>
                        <a:rPr lang="da-DK" noProof="0"/>
                        <a:t> og beskyttelse</a:t>
                      </a:r>
                      <a:endParaRPr lang="da-DK" sz="1400" noProof="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noProof="0"/>
                        <a:t>Oplæg</a:t>
                      </a:r>
                    </a:p>
                  </a:txBody>
                  <a:tcPr/>
                </a:tc>
                <a:extLst>
                  <a:ext uri="{0D108BD9-81ED-4DB2-BD59-A6C34878D82A}">
                    <a16:rowId xmlns:a16="http://schemas.microsoft.com/office/drawing/2014/main" val="2605721731"/>
                  </a:ext>
                </a:extLst>
              </a:tr>
              <a:tr h="372240">
                <a:tc>
                  <a:txBody>
                    <a:bodyPr/>
                    <a:lstStyle/>
                    <a:p>
                      <a:pPr marL="0" lvl="0" indent="0">
                        <a:buNone/>
                      </a:pPr>
                      <a:r>
                        <a:rPr lang="da-DK" noProof="0"/>
                        <a:t>9.00-10.00</a:t>
                      </a:r>
                    </a:p>
                  </a:txBody>
                  <a:tcPr/>
                </a:tc>
                <a:tc>
                  <a:txBody>
                    <a:bodyPr/>
                    <a:lstStyle/>
                    <a:p>
                      <a:pPr marL="0" lvl="0" indent="0" algn="l">
                        <a:lnSpc>
                          <a:spcPct val="100000"/>
                        </a:lnSpc>
                        <a:spcBef>
                          <a:spcPts val="0"/>
                        </a:spcBef>
                        <a:spcAft>
                          <a:spcPts val="0"/>
                        </a:spcAft>
                        <a:buNone/>
                      </a:pPr>
                      <a:r>
                        <a:rPr lang="da-DK" noProof="0"/>
                        <a:t>ZAP</a:t>
                      </a:r>
                    </a:p>
                  </a:txBody>
                  <a:tcPr/>
                </a:tc>
                <a:tc>
                  <a:txBody>
                    <a:bodyPr/>
                    <a:lstStyle/>
                    <a:p>
                      <a:pPr marL="0" lvl="0" indent="0" algn="l" defTabSz="914400">
                        <a:lnSpc>
                          <a:spcPct val="100000"/>
                        </a:lnSpc>
                        <a:spcBef>
                          <a:spcPts val="0"/>
                        </a:spcBef>
                        <a:spcAft>
                          <a:spcPts val="0"/>
                        </a:spcAft>
                        <a:buNone/>
                        <a:tabLst/>
                        <a:defRPr/>
                      </a:pPr>
                      <a:r>
                        <a:rPr lang="da-DK" noProof="0"/>
                        <a:t>Opgaver</a:t>
                      </a:r>
                    </a:p>
                  </a:txBody>
                  <a:tcPr/>
                </a:tc>
                <a:extLst>
                  <a:ext uri="{0D108BD9-81ED-4DB2-BD59-A6C34878D82A}">
                    <a16:rowId xmlns:a16="http://schemas.microsoft.com/office/drawing/2014/main" val="302410405"/>
                  </a:ext>
                </a:extLst>
              </a:tr>
              <a:tr h="372240">
                <a:tc>
                  <a:txBody>
                    <a:bodyPr/>
                    <a:lstStyle/>
                    <a:p>
                      <a:pPr marL="0" lvl="0" indent="0">
                        <a:buNone/>
                      </a:pPr>
                      <a:r>
                        <a:rPr lang="da-DK" noProof="0"/>
                        <a:t>10.00-10.15</a:t>
                      </a:r>
                    </a:p>
                  </a:txBody>
                  <a:tcPr/>
                </a:tc>
                <a:tc>
                  <a:txBody>
                    <a:bodyPr/>
                    <a:lstStyle/>
                    <a:p>
                      <a:pPr marL="0" lvl="0" indent="0" algn="l">
                        <a:lnSpc>
                          <a:spcPct val="100000"/>
                        </a:lnSpc>
                        <a:spcBef>
                          <a:spcPts val="0"/>
                        </a:spcBef>
                        <a:spcAft>
                          <a:spcPts val="0"/>
                        </a:spcAft>
                        <a:buNone/>
                      </a:pPr>
                      <a:r>
                        <a:rPr lang="da-DK" noProof="0"/>
                        <a:t>Pause</a:t>
                      </a:r>
                    </a:p>
                  </a:txBody>
                  <a:tcPr/>
                </a:tc>
                <a:tc>
                  <a:txBody>
                    <a:bodyPr/>
                    <a:lstStyle/>
                    <a:p>
                      <a:pPr marL="0" lvl="0" indent="0" algn="l" defTabSz="914400">
                        <a:lnSpc>
                          <a:spcPct val="100000"/>
                        </a:lnSpc>
                        <a:spcBef>
                          <a:spcPts val="0"/>
                        </a:spcBef>
                        <a:spcAft>
                          <a:spcPts val="0"/>
                        </a:spcAft>
                        <a:buNone/>
                        <a:tabLst/>
                        <a:defRPr/>
                      </a:pPr>
                      <a:endParaRPr lang="da-DK" noProof="0"/>
                    </a:p>
                  </a:txBody>
                  <a:tcPr/>
                </a:tc>
                <a:extLst>
                  <a:ext uri="{0D108BD9-81ED-4DB2-BD59-A6C34878D82A}">
                    <a16:rowId xmlns:a16="http://schemas.microsoft.com/office/drawing/2014/main" val="398965120"/>
                  </a:ext>
                </a:extLst>
              </a:tr>
              <a:tr h="366284">
                <a:tc>
                  <a:txBody>
                    <a:bodyPr/>
                    <a:lstStyle/>
                    <a:p>
                      <a:pPr marL="0" indent="0">
                        <a:buNone/>
                      </a:pPr>
                      <a:r>
                        <a:rPr lang="da-DK" noProof="0"/>
                        <a:t>10.15-10.30</a:t>
                      </a:r>
                    </a:p>
                  </a:txBody>
                  <a:tcPr/>
                </a:tc>
                <a:tc>
                  <a:txBody>
                    <a:bodyPr/>
                    <a:lstStyle/>
                    <a:p>
                      <a:pPr marL="0" marR="0" lvl="0" indent="0" algn="l">
                        <a:lnSpc>
                          <a:spcPct val="100000"/>
                        </a:lnSpc>
                        <a:spcBef>
                          <a:spcPts val="0"/>
                        </a:spcBef>
                        <a:spcAft>
                          <a:spcPts val="0"/>
                        </a:spcAft>
                        <a:buClrTx/>
                        <a:buSzTx/>
                        <a:buNone/>
                      </a:pPr>
                      <a:r>
                        <a:rPr lang="da-DK" noProof="0"/>
                        <a:t>Proxy'er, WAF og regler</a:t>
                      </a:r>
                    </a:p>
                  </a:txBody>
                  <a:tcPr/>
                </a:tc>
                <a:tc>
                  <a:txBody>
                    <a:bodyPr/>
                    <a:lstStyle/>
                    <a:p>
                      <a:r>
                        <a:rPr lang="da-DK" noProof="0"/>
                        <a:t>Oplæg</a:t>
                      </a:r>
                    </a:p>
                  </a:txBody>
                  <a:tcPr/>
                </a:tc>
                <a:extLst>
                  <a:ext uri="{0D108BD9-81ED-4DB2-BD59-A6C34878D82A}">
                    <a16:rowId xmlns:a16="http://schemas.microsoft.com/office/drawing/2014/main" val="3825004512"/>
                  </a:ext>
                </a:extLst>
              </a:tr>
              <a:tr h="366284">
                <a:tc>
                  <a:txBody>
                    <a:bodyPr/>
                    <a:lstStyle/>
                    <a:p>
                      <a:pPr marL="0" indent="0">
                        <a:buNone/>
                      </a:pPr>
                      <a:r>
                        <a:rPr lang="da-DK" noProof="0"/>
                        <a:t>10.30-12.00</a:t>
                      </a:r>
                    </a:p>
                  </a:txBody>
                  <a:tcPr/>
                </a:tc>
                <a:tc>
                  <a:txBody>
                    <a:bodyPr/>
                    <a:lstStyle/>
                    <a:p>
                      <a:pPr marL="0" marR="0" lvl="0" indent="0" algn="l">
                        <a:lnSpc>
                          <a:spcPct val="100000"/>
                        </a:lnSpc>
                        <a:spcBef>
                          <a:spcPts val="0"/>
                        </a:spcBef>
                        <a:spcAft>
                          <a:spcPts val="0"/>
                        </a:spcAft>
                        <a:buClrTx/>
                        <a:buSzTx/>
                        <a:buNone/>
                      </a:pPr>
                      <a:r>
                        <a:rPr lang="da-DK" noProof="0"/>
                        <a:t>NGINX, </a:t>
                      </a:r>
                      <a:r>
                        <a:rPr lang="da-DK" noProof="0" err="1"/>
                        <a:t>ModSecurity</a:t>
                      </a:r>
                      <a:r>
                        <a:rPr lang="da-DK" noProof="0"/>
                        <a:t> og CRS</a:t>
                      </a:r>
                    </a:p>
                  </a:txBody>
                  <a:tcPr/>
                </a:tc>
                <a:tc>
                  <a:txBody>
                    <a:bodyPr/>
                    <a:lstStyle/>
                    <a:p>
                      <a:r>
                        <a:rPr lang="da-DK" noProof="0"/>
                        <a:t>Opgaver</a:t>
                      </a:r>
                    </a:p>
                  </a:txBody>
                  <a:tcPr/>
                </a:tc>
                <a:extLst>
                  <a:ext uri="{0D108BD9-81ED-4DB2-BD59-A6C34878D82A}">
                    <a16:rowId xmlns:a16="http://schemas.microsoft.com/office/drawing/2014/main" val="2840031534"/>
                  </a:ext>
                </a:extLst>
              </a:tr>
              <a:tr h="366284">
                <a:tc>
                  <a:txBody>
                    <a:bodyPr/>
                    <a:lstStyle/>
                    <a:p>
                      <a:pPr marL="0" indent="0">
                        <a:buNone/>
                      </a:pPr>
                      <a:r>
                        <a:rPr lang="da-DK" noProof="0"/>
                        <a:t>12.00-12.45</a:t>
                      </a:r>
                    </a:p>
                  </a:txBody>
                  <a:tcPr/>
                </a:tc>
                <a:tc>
                  <a:txBody>
                    <a:bodyPr/>
                    <a:lstStyle/>
                    <a:p>
                      <a:pPr marL="0" marR="0" lvl="0" indent="0" algn="l">
                        <a:lnSpc>
                          <a:spcPct val="100000"/>
                        </a:lnSpc>
                        <a:spcBef>
                          <a:spcPts val="0"/>
                        </a:spcBef>
                        <a:spcAft>
                          <a:spcPts val="0"/>
                        </a:spcAft>
                        <a:buNone/>
                      </a:pPr>
                      <a:r>
                        <a:rPr lang="da-DK" sz="1800" b="0" i="0" u="none" strike="noStrike" noProof="0">
                          <a:solidFill>
                            <a:srgbClr val="343434"/>
                          </a:solidFill>
                          <a:latin typeface="Arial"/>
                          <a:cs typeface="Arial"/>
                        </a:rPr>
                        <a:t>Frokost</a:t>
                      </a:r>
                      <a:endParaRPr lang="en-US"/>
                    </a:p>
                  </a:txBody>
                  <a:tcPr/>
                </a:tc>
                <a:tc>
                  <a:txBody>
                    <a:bodyPr/>
                    <a:lstStyle/>
                    <a:p>
                      <a:endParaRPr lang="da-DK" noProof="0"/>
                    </a:p>
                  </a:txBody>
                  <a:tcPr/>
                </a:tc>
                <a:extLst>
                  <a:ext uri="{0D108BD9-81ED-4DB2-BD59-A6C34878D82A}">
                    <a16:rowId xmlns:a16="http://schemas.microsoft.com/office/drawing/2014/main" val="2901154362"/>
                  </a:ext>
                </a:extLst>
              </a:tr>
              <a:tr h="366284">
                <a:tc>
                  <a:txBody>
                    <a:bodyPr/>
                    <a:lstStyle/>
                    <a:p>
                      <a:pPr marL="0" lvl="0" indent="0">
                        <a:buNone/>
                      </a:pPr>
                      <a:r>
                        <a:rPr lang="da-DK" noProof="0"/>
                        <a:t>12.45-13.00</a:t>
                      </a:r>
                    </a:p>
                  </a:txBody>
                  <a:tcPr/>
                </a:tc>
                <a:tc>
                  <a:txBody>
                    <a:bodyPr/>
                    <a:lstStyle/>
                    <a:p>
                      <a:pPr marL="0" marR="0" lvl="0" indent="0" algn="l">
                        <a:lnSpc>
                          <a:spcPct val="100000"/>
                        </a:lnSpc>
                        <a:spcBef>
                          <a:spcPts val="0"/>
                        </a:spcBef>
                        <a:spcAft>
                          <a:spcPts val="0"/>
                        </a:spcAft>
                        <a:buNone/>
                      </a:pPr>
                      <a:r>
                        <a:rPr lang="da-DK" sz="1800" b="0" i="0" u="none" strike="noStrike" noProof="0" err="1">
                          <a:solidFill>
                            <a:srgbClr val="343434"/>
                          </a:solidFill>
                          <a:latin typeface="Arial"/>
                          <a:cs typeface="Arial"/>
                        </a:rPr>
                        <a:t>Vulnerability</a:t>
                      </a:r>
                      <a:r>
                        <a:rPr lang="da-DK" sz="1800" b="0" i="0" u="none" strike="noStrike" noProof="0">
                          <a:solidFill>
                            <a:srgbClr val="343434"/>
                          </a:solidFill>
                          <a:latin typeface="Arial"/>
                          <a:cs typeface="Arial"/>
                        </a:rPr>
                        <a:t> scanning og SBOM</a:t>
                      </a:r>
                      <a:endParaRPr lang="en-US" sz="1800" b="0" i="0" u="none" strike="noStrike" noProof="0">
                        <a:solidFill>
                          <a:srgbClr val="343434"/>
                        </a:solidFill>
                        <a:latin typeface="Arial"/>
                        <a:cs typeface="Arial"/>
                      </a:endParaRPr>
                    </a:p>
                  </a:txBody>
                  <a:tcPr/>
                </a:tc>
                <a:tc>
                  <a:txBody>
                    <a:bodyPr/>
                    <a:lstStyle/>
                    <a:p>
                      <a:pPr lvl="0">
                        <a:buNone/>
                      </a:pPr>
                      <a:r>
                        <a:rPr lang="da-DK" sz="1800" b="0" i="0" u="none" strike="noStrike" noProof="0">
                          <a:solidFill>
                            <a:srgbClr val="343434"/>
                          </a:solidFill>
                          <a:latin typeface="Arial"/>
                          <a:cs typeface="Arial"/>
                        </a:rPr>
                        <a:t>Oplæg</a:t>
                      </a:r>
                      <a:endParaRPr lang="en-US"/>
                    </a:p>
                  </a:txBody>
                  <a:tcPr/>
                </a:tc>
                <a:extLst>
                  <a:ext uri="{0D108BD9-81ED-4DB2-BD59-A6C34878D82A}">
                    <a16:rowId xmlns:a16="http://schemas.microsoft.com/office/drawing/2014/main" val="3229338181"/>
                  </a:ext>
                </a:extLst>
              </a:tr>
              <a:tr h="366284">
                <a:tc>
                  <a:txBody>
                    <a:bodyPr/>
                    <a:lstStyle/>
                    <a:p>
                      <a:pPr marL="0" indent="0">
                        <a:buNone/>
                      </a:pPr>
                      <a:r>
                        <a:rPr lang="da-DK" noProof="0"/>
                        <a:t>13.00-14.00</a:t>
                      </a:r>
                    </a:p>
                  </a:txBody>
                  <a:tcPr/>
                </a:tc>
                <a:tc>
                  <a:txBody>
                    <a:bodyPr/>
                    <a:lstStyle/>
                    <a:p>
                      <a:pPr marL="0" marR="0" lvl="0" indent="0" algn="l">
                        <a:lnSpc>
                          <a:spcPct val="100000"/>
                        </a:lnSpc>
                        <a:spcBef>
                          <a:spcPts val="0"/>
                        </a:spcBef>
                        <a:spcAft>
                          <a:spcPts val="0"/>
                        </a:spcAft>
                        <a:buClrTx/>
                        <a:buSzTx/>
                        <a:buNone/>
                      </a:pPr>
                      <a:r>
                        <a:rPr lang="da-DK" noProof="0" err="1"/>
                        <a:t>Syft</a:t>
                      </a:r>
                      <a:r>
                        <a:rPr lang="da-DK" noProof="0"/>
                        <a:t> og </a:t>
                      </a:r>
                      <a:r>
                        <a:rPr lang="da-DK" noProof="0" err="1"/>
                        <a:t>grype</a:t>
                      </a:r>
                      <a:endParaRPr lang="da-DK" noProof="0"/>
                    </a:p>
                  </a:txBody>
                  <a:tcPr/>
                </a:tc>
                <a:tc>
                  <a:txBody>
                    <a:bodyPr/>
                    <a:lstStyle/>
                    <a:p>
                      <a:r>
                        <a:rPr lang="da-DK" noProof="0"/>
                        <a:t>Opgaver</a:t>
                      </a:r>
                    </a:p>
                  </a:txBody>
                  <a:tcPr/>
                </a:tc>
                <a:extLst>
                  <a:ext uri="{0D108BD9-81ED-4DB2-BD59-A6C34878D82A}">
                    <a16:rowId xmlns:a16="http://schemas.microsoft.com/office/drawing/2014/main" val="19609222"/>
                  </a:ext>
                </a:extLst>
              </a:tr>
              <a:tr h="366284">
                <a:tc>
                  <a:txBody>
                    <a:bodyPr/>
                    <a:lstStyle/>
                    <a:p>
                      <a:pPr marL="0" lvl="0" indent="0">
                        <a:buNone/>
                      </a:pPr>
                      <a:r>
                        <a:rPr lang="da-DK" noProof="0"/>
                        <a:t>14.00-14.15</a:t>
                      </a:r>
                    </a:p>
                  </a:txBody>
                  <a:tcPr/>
                </a:tc>
                <a:tc>
                  <a:txBody>
                    <a:bodyPr/>
                    <a:lstStyle/>
                    <a:p>
                      <a:pPr marL="0" lvl="0" indent="0" algn="l">
                        <a:lnSpc>
                          <a:spcPct val="100000"/>
                        </a:lnSpc>
                        <a:spcBef>
                          <a:spcPts val="0"/>
                        </a:spcBef>
                        <a:spcAft>
                          <a:spcPts val="0"/>
                        </a:spcAft>
                        <a:buNone/>
                      </a:pPr>
                      <a:r>
                        <a:rPr lang="da-DK" noProof="0"/>
                        <a:t>Pause</a:t>
                      </a:r>
                    </a:p>
                  </a:txBody>
                  <a:tcPr/>
                </a:tc>
                <a:tc>
                  <a:txBody>
                    <a:bodyPr/>
                    <a:lstStyle/>
                    <a:p>
                      <a:pPr lvl="0">
                        <a:buNone/>
                      </a:pPr>
                      <a:endParaRPr lang="da-DK" noProof="0"/>
                    </a:p>
                  </a:txBody>
                  <a:tcPr/>
                </a:tc>
                <a:extLst>
                  <a:ext uri="{0D108BD9-81ED-4DB2-BD59-A6C34878D82A}">
                    <a16:rowId xmlns:a16="http://schemas.microsoft.com/office/drawing/2014/main" val="4140168712"/>
                  </a:ext>
                </a:extLst>
              </a:tr>
              <a:tr h="366284">
                <a:tc>
                  <a:txBody>
                    <a:bodyPr/>
                    <a:lstStyle/>
                    <a:p>
                      <a:pPr marL="0" indent="0">
                        <a:buNone/>
                      </a:pPr>
                      <a:r>
                        <a:rPr lang="da-DK" noProof="0"/>
                        <a:t>14.15-15.30</a:t>
                      </a:r>
                    </a:p>
                  </a:txBody>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da-DK" noProof="0"/>
                        <a:t>Ekstra juice-shop opgaver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Opgaver</a:t>
                      </a:r>
                    </a:p>
                  </a:txBody>
                  <a:tcPr/>
                </a:tc>
                <a:extLst>
                  <a:ext uri="{0D108BD9-81ED-4DB2-BD59-A6C34878D82A}">
                    <a16:rowId xmlns:a16="http://schemas.microsoft.com/office/drawing/2014/main" val="3968376553"/>
                  </a:ext>
                </a:extLst>
              </a:tr>
              <a:tr h="366284">
                <a:tc>
                  <a:txBody>
                    <a:bodyPr/>
                    <a:lstStyle/>
                    <a:p>
                      <a:pPr marL="0" lvl="0" indent="0">
                        <a:buNone/>
                      </a:pPr>
                      <a:r>
                        <a:rPr lang="da-DK" noProof="0"/>
                        <a:t>15.30-16.00</a:t>
                      </a:r>
                    </a:p>
                  </a:txBody>
                  <a:tcPr/>
                </a:tc>
                <a:tc>
                  <a:txBody>
                    <a:bodyPr/>
                    <a:lstStyle/>
                    <a:p>
                      <a:pPr marL="0" lvl="0" indent="0" algn="l">
                        <a:lnSpc>
                          <a:spcPct val="100000"/>
                        </a:lnSpc>
                        <a:spcBef>
                          <a:spcPts val="0"/>
                        </a:spcBef>
                        <a:spcAft>
                          <a:spcPts val="0"/>
                        </a:spcAft>
                        <a:buNone/>
                      </a:pPr>
                      <a:r>
                        <a:rPr lang="da-DK" noProof="0"/>
                        <a:t>Opsummering</a:t>
                      </a:r>
                    </a:p>
                  </a:txBody>
                  <a:tcPr/>
                </a:tc>
                <a:tc>
                  <a:txBody>
                    <a:bodyPr/>
                    <a:lstStyle/>
                    <a:p>
                      <a:pPr marL="0" lvl="0" indent="0" algn="l" defTabSz="457200">
                        <a:lnSpc>
                          <a:spcPct val="100000"/>
                        </a:lnSpc>
                        <a:spcBef>
                          <a:spcPts val="0"/>
                        </a:spcBef>
                        <a:spcAft>
                          <a:spcPts val="0"/>
                        </a:spcAft>
                        <a:buNone/>
                        <a:tabLst/>
                        <a:defRPr/>
                      </a:pPr>
                      <a:endParaRPr lang="da-DK" noProof="0"/>
                    </a:p>
                  </a:txBody>
                  <a:tcPr/>
                </a:tc>
                <a:extLst>
                  <a:ext uri="{0D108BD9-81ED-4DB2-BD59-A6C34878D82A}">
                    <a16:rowId xmlns:a16="http://schemas.microsoft.com/office/drawing/2014/main" val="2891607918"/>
                  </a:ext>
                </a:extLst>
              </a:tr>
            </a:tbl>
          </a:graphicData>
        </a:graphic>
      </p:graphicFrame>
    </p:spTree>
    <p:extLst>
      <p:ext uri="{BB962C8B-B14F-4D97-AF65-F5344CB8AC3E}">
        <p14:creationId xmlns:p14="http://schemas.microsoft.com/office/powerpoint/2010/main" val="2268625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7A032-DEFD-2B8F-D5D0-9FE755C647BA}"/>
              </a:ext>
            </a:extLst>
          </p:cNvPr>
          <p:cNvSpPr>
            <a:spLocks noGrp="1"/>
          </p:cNvSpPr>
          <p:nvPr>
            <p:ph type="title"/>
          </p:nvPr>
        </p:nvSpPr>
        <p:spPr/>
        <p:txBody>
          <a:bodyPr/>
          <a:lstStyle/>
          <a:p>
            <a:r>
              <a:rPr lang="da-DK"/>
              <a:t>Dag 3 – Indhold </a:t>
            </a:r>
          </a:p>
        </p:txBody>
      </p:sp>
      <p:sp>
        <p:nvSpPr>
          <p:cNvPr id="3" name="Content Placeholder 2">
            <a:extLst>
              <a:ext uri="{FF2B5EF4-FFF2-40B4-BE49-F238E27FC236}">
                <a16:creationId xmlns:a16="http://schemas.microsoft.com/office/drawing/2014/main" id="{F175D522-7E75-E82A-20FC-DC4010334EA4}"/>
              </a:ext>
            </a:extLst>
          </p:cNvPr>
          <p:cNvSpPr>
            <a:spLocks noGrp="1"/>
          </p:cNvSpPr>
          <p:nvPr>
            <p:ph idx="1"/>
          </p:nvPr>
        </p:nvSpPr>
        <p:spPr/>
        <p:txBody>
          <a:bodyPr/>
          <a:lstStyle/>
          <a:p>
            <a:pPr marL="0" indent="0">
              <a:buNone/>
            </a:pPr>
            <a:r>
              <a:rPr lang="da-DK" sz="1600"/>
              <a:t>Vi snakker om compliance – specifikt GDPR, ISO27001 og NIS2. Vi får besøg af Carsten og Peter fra Alexandra Instituttet, som </a:t>
            </a:r>
            <a:r>
              <a:rPr lang="da-DK" sz="1600" err="1"/>
              <a:t>bla</a:t>
            </a:r>
            <a:r>
              <a:rPr lang="da-DK" sz="1600"/>
              <a:t>. har været hovedansvarlige for ISO27001 i Alexandra Instituttet. </a:t>
            </a:r>
          </a:p>
          <a:p>
            <a:pPr marL="0" indent="0">
              <a:buNone/>
            </a:pPr>
            <a:r>
              <a:rPr lang="da-DK" sz="1600"/>
              <a:t>Vi vil </a:t>
            </a:r>
            <a:r>
              <a:rPr lang="da-DK" sz="1600" err="1"/>
              <a:t>bla</a:t>
            </a:r>
            <a:r>
              <a:rPr lang="da-DK" sz="1600"/>
              <a:t>. komme ind på følgende emner:</a:t>
            </a:r>
          </a:p>
          <a:p>
            <a:pPr>
              <a:buFontTx/>
              <a:buChar char="-"/>
            </a:pPr>
            <a:r>
              <a:rPr lang="da-DK" sz="1600"/>
              <a:t>Hvad er personoplysninger? Hvad er behandling af persondata?</a:t>
            </a:r>
          </a:p>
          <a:p>
            <a:pPr>
              <a:buFontTx/>
              <a:buChar char="-"/>
            </a:pPr>
            <a:r>
              <a:rPr lang="da-DK" sz="1600"/>
              <a:t>Vi kommer til at arbejde med en specifik case fra en fiktiv virksomhed.</a:t>
            </a:r>
          </a:p>
          <a:p>
            <a:pPr>
              <a:buFontTx/>
              <a:buChar char="-"/>
            </a:pPr>
            <a:r>
              <a:rPr lang="da-DK" sz="1600"/>
              <a:t>Hvad er NIS2 og hvem er omfattede? Hvordan relaterer ISO27001 sig til NIS2?</a:t>
            </a:r>
          </a:p>
          <a:p>
            <a:pPr>
              <a:buFontTx/>
              <a:buChar char="-"/>
            </a:pPr>
            <a:r>
              <a:rPr lang="da-DK" sz="1600"/>
              <a:t>Vi kommer til at arbejde med nogle af de tekniske kontroller i ISO27001, </a:t>
            </a:r>
            <a:r>
              <a:rPr lang="da-DK" sz="1600" err="1"/>
              <a:t>bla</a:t>
            </a:r>
            <a:r>
              <a:rPr lang="da-DK" sz="1600"/>
              <a:t>. med udgangspunkt i, hvordan vi har implementeret dem i Alexandra Instituttet</a:t>
            </a:r>
          </a:p>
          <a:p>
            <a:pPr>
              <a:buFontTx/>
              <a:buChar char="-"/>
            </a:pPr>
            <a:endParaRPr lang="da-DK" sz="1600"/>
          </a:p>
          <a:p>
            <a:pPr marL="0" indent="0">
              <a:buNone/>
            </a:pPr>
            <a:r>
              <a:rPr lang="da-DK" sz="1600" b="1"/>
              <a:t>Læsemateriale</a:t>
            </a:r>
            <a:r>
              <a:rPr lang="da-DK" sz="1600"/>
              <a:t>: kapitel 9 og 10 i It-sikkerhed i praksis.</a:t>
            </a:r>
          </a:p>
          <a:p>
            <a:pPr marL="0" indent="0">
              <a:buNone/>
            </a:pPr>
            <a:r>
              <a:rPr lang="da-DK" sz="1600"/>
              <a:t>Angående NIS2, findes der materiale fra SAMSIK tilgængelig her: </a:t>
            </a:r>
            <a:r>
              <a:rPr lang="da-DK" sz="1600">
                <a:hlinkClick r:id="rId2"/>
              </a:rPr>
              <a:t>https://samsik.dk/nis2/nis-2-vejledninger/</a:t>
            </a:r>
            <a:r>
              <a:rPr lang="da-DK" sz="1600"/>
              <a:t>.</a:t>
            </a:r>
          </a:p>
          <a:p>
            <a:pPr marL="0" indent="0">
              <a:buNone/>
            </a:pPr>
            <a:r>
              <a:rPr lang="da-DK" sz="1600"/>
              <a:t>Desuden er selve loven tilgængelig her: </a:t>
            </a:r>
            <a:r>
              <a:rPr lang="da-DK" sz="1600">
                <a:hlinkClick r:id="rId3"/>
              </a:rPr>
              <a:t>https://www.ft.dk/ripdf/samling/20241/lovforslag/l141/20241_l141_som_vedtaget.pdf</a:t>
            </a:r>
            <a:endParaRPr lang="da-DK" sz="1600"/>
          </a:p>
        </p:txBody>
      </p:sp>
      <p:sp>
        <p:nvSpPr>
          <p:cNvPr id="4" name="Date Placeholder 3">
            <a:extLst>
              <a:ext uri="{FF2B5EF4-FFF2-40B4-BE49-F238E27FC236}">
                <a16:creationId xmlns:a16="http://schemas.microsoft.com/office/drawing/2014/main" id="{4913415C-F03A-962D-6E9F-CDC0C7E20153}"/>
              </a:ext>
            </a:extLst>
          </p:cNvPr>
          <p:cNvSpPr>
            <a:spLocks noGrp="1"/>
          </p:cNvSpPr>
          <p:nvPr>
            <p:ph type="dt" sz="half" idx="10"/>
          </p:nvPr>
        </p:nvSpPr>
        <p:spPr/>
        <p:txBody>
          <a:bodyPr/>
          <a:lstStyle/>
          <a:p>
            <a:fld id="{1E31781D-1938-4D4D-8804-84A3CA642707}" type="datetime1">
              <a:rPr lang="da-DK" smtClean="0"/>
              <a:t>04-05-2026</a:t>
            </a:fld>
            <a:endParaRPr lang="da-DK"/>
          </a:p>
        </p:txBody>
      </p:sp>
      <p:sp>
        <p:nvSpPr>
          <p:cNvPr id="5" name="Footer Placeholder 4">
            <a:extLst>
              <a:ext uri="{FF2B5EF4-FFF2-40B4-BE49-F238E27FC236}">
                <a16:creationId xmlns:a16="http://schemas.microsoft.com/office/drawing/2014/main" id="{E594DC5B-9315-C6E7-5F2C-475367E1EB28}"/>
              </a:ext>
            </a:extLst>
          </p:cNvPr>
          <p:cNvSpPr>
            <a:spLocks noGrp="1"/>
          </p:cNvSpPr>
          <p:nvPr>
            <p:ph type="ftr" sz="quarter" idx="11"/>
          </p:nvPr>
        </p:nvSpPr>
        <p:spPr/>
        <p:txBody>
          <a:bodyPr/>
          <a:lstStyle/>
          <a:p>
            <a:r>
              <a:rPr lang="da-DK"/>
              <a:t>cybersikker.alexandra.dk</a:t>
            </a:r>
          </a:p>
        </p:txBody>
      </p:sp>
      <p:sp>
        <p:nvSpPr>
          <p:cNvPr id="6" name="Slide Number Placeholder 5">
            <a:extLst>
              <a:ext uri="{FF2B5EF4-FFF2-40B4-BE49-F238E27FC236}">
                <a16:creationId xmlns:a16="http://schemas.microsoft.com/office/drawing/2014/main" id="{34F467DB-8DE9-3590-77B5-3AF69586F145}"/>
              </a:ext>
            </a:extLst>
          </p:cNvPr>
          <p:cNvSpPr>
            <a:spLocks noGrp="1"/>
          </p:cNvSpPr>
          <p:nvPr>
            <p:ph type="sldNum" sz="quarter" idx="12"/>
          </p:nvPr>
        </p:nvSpPr>
        <p:spPr/>
        <p:txBody>
          <a:bodyPr/>
          <a:lstStyle/>
          <a:p>
            <a:fld id="{D9FF5FAE-2060-B54F-BDDB-0825BCE6ACB8}" type="slidenum">
              <a:rPr lang="da-DK" smtClean="0"/>
              <a:pPr/>
              <a:t>6</a:t>
            </a:fld>
            <a:endParaRPr lang="da-DK"/>
          </a:p>
        </p:txBody>
      </p:sp>
    </p:spTree>
    <p:extLst>
      <p:ext uri="{BB962C8B-B14F-4D97-AF65-F5344CB8AC3E}">
        <p14:creationId xmlns:p14="http://schemas.microsoft.com/office/powerpoint/2010/main" val="490080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D437-7DFC-5AA4-A797-2AB92C72E05F}"/>
            </a:ext>
          </a:extLst>
        </p:cNvPr>
        <p:cNvGrpSpPr/>
        <p:nvPr/>
      </p:nvGrpSpPr>
      <p:grpSpPr>
        <a:xfrm>
          <a:off x="0" y="0"/>
          <a:ext cx="0" cy="0"/>
          <a:chOff x="0" y="0"/>
          <a:chExt cx="0" cy="0"/>
        </a:xfrm>
      </p:grpSpPr>
      <p:graphicFrame>
        <p:nvGraphicFramePr>
          <p:cNvPr id="12" name="Pladsholder til indhold 11">
            <a:extLst>
              <a:ext uri="{FF2B5EF4-FFF2-40B4-BE49-F238E27FC236}">
                <a16:creationId xmlns:a16="http://schemas.microsoft.com/office/drawing/2014/main" id="{B39E156A-AAAE-4190-5959-A731C0C57E2E}"/>
              </a:ext>
            </a:extLst>
          </p:cNvPr>
          <p:cNvGraphicFramePr>
            <a:graphicFrameLocks noGrp="1"/>
          </p:cNvGraphicFramePr>
          <p:nvPr>
            <p:ph idx="1"/>
            <p:extLst>
              <p:ext uri="{D42A27DB-BD31-4B8C-83A1-F6EECF244321}">
                <p14:modId xmlns:p14="http://schemas.microsoft.com/office/powerpoint/2010/main" val="2217203318"/>
              </p:ext>
            </p:extLst>
          </p:nvPr>
        </p:nvGraphicFramePr>
        <p:xfrm>
          <a:off x="900113" y="1619250"/>
          <a:ext cx="10439399" cy="4221820"/>
        </p:xfrm>
        <a:graphic>
          <a:graphicData uri="http://schemas.openxmlformats.org/drawingml/2006/table">
            <a:tbl>
              <a:tblPr firstRow="1" bandRow="1">
                <a:tableStyleId>{5C22544A-7EE6-4342-B048-85BDC9FD1C3A}</a:tableStyleId>
              </a:tblPr>
              <a:tblGrid>
                <a:gridCol w="1810074">
                  <a:extLst>
                    <a:ext uri="{9D8B030D-6E8A-4147-A177-3AD203B41FA5}">
                      <a16:colId xmlns:a16="http://schemas.microsoft.com/office/drawing/2014/main" val="3568212222"/>
                    </a:ext>
                  </a:extLst>
                </a:gridCol>
                <a:gridCol w="6322185">
                  <a:extLst>
                    <a:ext uri="{9D8B030D-6E8A-4147-A177-3AD203B41FA5}">
                      <a16:colId xmlns:a16="http://schemas.microsoft.com/office/drawing/2014/main" val="3991436401"/>
                    </a:ext>
                  </a:extLst>
                </a:gridCol>
                <a:gridCol w="2307140">
                  <a:extLst>
                    <a:ext uri="{9D8B030D-6E8A-4147-A177-3AD203B41FA5}">
                      <a16:colId xmlns:a16="http://schemas.microsoft.com/office/drawing/2014/main" val="3648554971"/>
                    </a:ext>
                  </a:extLst>
                </a:gridCol>
              </a:tblGrid>
              <a:tr h="366284">
                <a:tc>
                  <a:txBody>
                    <a:bodyPr/>
                    <a:lstStyle/>
                    <a:p>
                      <a:r>
                        <a:rPr lang="da-DK" noProof="0"/>
                        <a:t>Tidspunkt</a:t>
                      </a:r>
                    </a:p>
                  </a:txBody>
                  <a:tcPr/>
                </a:tc>
                <a:tc>
                  <a:txBody>
                    <a:bodyPr/>
                    <a:lstStyle/>
                    <a:p>
                      <a:r>
                        <a:rPr lang="da-DK" noProof="0"/>
                        <a:t>Emne</a:t>
                      </a:r>
                    </a:p>
                  </a:txBody>
                  <a:tcPr/>
                </a:tc>
                <a:tc>
                  <a:txBody>
                    <a:bodyPr/>
                    <a:lstStyle/>
                    <a:p>
                      <a:r>
                        <a:rPr lang="da-DK" noProof="0"/>
                        <a:t>Format</a:t>
                      </a:r>
                    </a:p>
                  </a:txBody>
                  <a:tcPr/>
                </a:tc>
                <a:extLst>
                  <a:ext uri="{0D108BD9-81ED-4DB2-BD59-A6C34878D82A}">
                    <a16:rowId xmlns:a16="http://schemas.microsoft.com/office/drawing/2014/main" val="1939083505"/>
                  </a:ext>
                </a:extLst>
              </a:tr>
              <a:tr h="372240">
                <a:tc>
                  <a:txBody>
                    <a:bodyPr/>
                    <a:lstStyle/>
                    <a:p>
                      <a:pPr marL="0" indent="0">
                        <a:buNone/>
                      </a:pPr>
                      <a:r>
                        <a:rPr lang="da-DK" noProof="0"/>
                        <a:t>8.30-9.30</a:t>
                      </a:r>
                    </a:p>
                  </a:txBody>
                  <a:tcPr/>
                </a:tc>
                <a:tc>
                  <a:txBody>
                    <a:bodyPr/>
                    <a:lstStyle/>
                    <a:p>
                      <a:pPr marL="0" marR="0" lvl="0" indent="0" algn="l">
                        <a:lnSpc>
                          <a:spcPct val="100000"/>
                        </a:lnSpc>
                        <a:spcBef>
                          <a:spcPts val="0"/>
                        </a:spcBef>
                        <a:spcAft>
                          <a:spcPts val="0"/>
                        </a:spcAft>
                        <a:buClrTx/>
                        <a:buSzTx/>
                        <a:buFontTx/>
                        <a:buNone/>
                      </a:pPr>
                      <a:r>
                        <a:rPr lang="da-DK" sz="1800" noProof="0"/>
                        <a:t>GDPR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800" noProof="0"/>
                        <a:t>Oplæg</a:t>
                      </a:r>
                    </a:p>
                  </a:txBody>
                  <a:tcPr/>
                </a:tc>
                <a:extLst>
                  <a:ext uri="{0D108BD9-81ED-4DB2-BD59-A6C34878D82A}">
                    <a16:rowId xmlns:a16="http://schemas.microsoft.com/office/drawing/2014/main" val="2605721731"/>
                  </a:ext>
                </a:extLst>
              </a:tr>
              <a:tr h="372240">
                <a:tc>
                  <a:txBody>
                    <a:bodyPr/>
                    <a:lstStyle/>
                    <a:p>
                      <a:pPr marL="0" lvl="0" indent="0">
                        <a:buNone/>
                      </a:pPr>
                      <a:r>
                        <a:rPr lang="da-DK" noProof="0"/>
                        <a:t>9.30-9.45</a:t>
                      </a:r>
                    </a:p>
                  </a:txBody>
                  <a:tcPr/>
                </a:tc>
                <a:tc>
                  <a:txBody>
                    <a:bodyPr/>
                    <a:lstStyle/>
                    <a:p>
                      <a:pPr marL="0" lvl="0" indent="0" algn="l">
                        <a:lnSpc>
                          <a:spcPct val="100000"/>
                        </a:lnSpc>
                        <a:spcBef>
                          <a:spcPts val="0"/>
                        </a:spcBef>
                        <a:spcAft>
                          <a:spcPts val="0"/>
                        </a:spcAft>
                        <a:buNone/>
                      </a:pPr>
                      <a:r>
                        <a:rPr lang="da-DK" sz="1800" noProof="0"/>
                        <a:t>Pause</a:t>
                      </a:r>
                    </a:p>
                  </a:txBody>
                  <a:tcPr/>
                </a:tc>
                <a:tc>
                  <a:txBody>
                    <a:bodyPr/>
                    <a:lstStyle/>
                    <a:p>
                      <a:pPr marL="0" lvl="0" indent="0" algn="l" defTabSz="914400">
                        <a:lnSpc>
                          <a:spcPct val="100000"/>
                        </a:lnSpc>
                        <a:spcBef>
                          <a:spcPts val="0"/>
                        </a:spcBef>
                        <a:spcAft>
                          <a:spcPts val="0"/>
                        </a:spcAft>
                        <a:buNone/>
                        <a:tabLst/>
                        <a:defRPr/>
                      </a:pPr>
                      <a:endParaRPr lang="da-DK" sz="1800" noProof="0"/>
                    </a:p>
                  </a:txBody>
                  <a:tcPr/>
                </a:tc>
                <a:extLst>
                  <a:ext uri="{0D108BD9-81ED-4DB2-BD59-A6C34878D82A}">
                    <a16:rowId xmlns:a16="http://schemas.microsoft.com/office/drawing/2014/main" val="3684666293"/>
                  </a:ext>
                </a:extLst>
              </a:tr>
              <a:tr h="366284">
                <a:tc>
                  <a:txBody>
                    <a:bodyPr/>
                    <a:lstStyle/>
                    <a:p>
                      <a:pPr marL="0" indent="0">
                        <a:buNone/>
                      </a:pPr>
                      <a:r>
                        <a:rPr lang="da-DK" noProof="0"/>
                        <a:t>9.45-11.30</a:t>
                      </a:r>
                    </a:p>
                  </a:txBody>
                  <a:tcPr/>
                </a:tc>
                <a:tc>
                  <a:txBody>
                    <a:bodyPr/>
                    <a:lstStyle/>
                    <a:p>
                      <a:pPr marL="0" marR="0" lvl="0" indent="0" algn="l">
                        <a:lnSpc>
                          <a:spcPct val="100000"/>
                        </a:lnSpc>
                        <a:spcBef>
                          <a:spcPts val="0"/>
                        </a:spcBef>
                        <a:spcAft>
                          <a:spcPts val="0"/>
                        </a:spcAft>
                        <a:buClrTx/>
                        <a:buSzTx/>
                        <a:buFontTx/>
                        <a:buNone/>
                      </a:pPr>
                      <a:r>
                        <a:rPr lang="da-DK" sz="1800" noProof="0"/>
                        <a:t>Case-opgave angående GDPR</a:t>
                      </a:r>
                    </a:p>
                  </a:txBody>
                  <a:tcPr/>
                </a:tc>
                <a:tc>
                  <a:txBody>
                    <a:bodyPr/>
                    <a:lstStyle/>
                    <a:p>
                      <a:pPr lvl="0">
                        <a:buNone/>
                      </a:pPr>
                      <a:r>
                        <a:rPr lang="da-DK" sz="1800" noProof="0"/>
                        <a:t>Opgaver</a:t>
                      </a:r>
                    </a:p>
                  </a:txBody>
                  <a:tcPr/>
                </a:tc>
                <a:extLst>
                  <a:ext uri="{0D108BD9-81ED-4DB2-BD59-A6C34878D82A}">
                    <a16:rowId xmlns:a16="http://schemas.microsoft.com/office/drawing/2014/main" val="3865949661"/>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11.30-12.15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800" noProof="0"/>
                        <a:t>Frokost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a-DK" sz="1800" noProof="0"/>
                    </a:p>
                  </a:txBody>
                  <a:tcPr/>
                </a:tc>
                <a:extLst>
                  <a:ext uri="{0D108BD9-81ED-4DB2-BD59-A6C34878D82A}">
                    <a16:rowId xmlns:a16="http://schemas.microsoft.com/office/drawing/2014/main" val="3968376553"/>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12.15-13.15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sz="1800" noProof="0"/>
                        <a:t>ISO 27000 og NIS2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sz="1800" noProof="0"/>
                        <a:t>Oplæg</a:t>
                      </a:r>
                    </a:p>
                  </a:txBody>
                  <a:tcPr/>
                </a:tc>
                <a:extLst>
                  <a:ext uri="{0D108BD9-81ED-4DB2-BD59-A6C34878D82A}">
                    <a16:rowId xmlns:a16="http://schemas.microsoft.com/office/drawing/2014/main" val="3935898247"/>
                  </a:ext>
                </a:extLst>
              </a:tr>
              <a:tr h="366284">
                <a:tc>
                  <a:txBody>
                    <a:bodyPr/>
                    <a:lstStyle/>
                    <a:p>
                      <a:pPr marL="0" lvl="0" indent="0" algn="l" defTabSz="457200">
                        <a:lnSpc>
                          <a:spcPct val="100000"/>
                        </a:lnSpc>
                        <a:spcBef>
                          <a:spcPts val="0"/>
                        </a:spcBef>
                        <a:spcAft>
                          <a:spcPts val="0"/>
                        </a:spcAft>
                        <a:buNone/>
                        <a:tabLst/>
                        <a:defRPr/>
                      </a:pPr>
                      <a:r>
                        <a:rPr lang="da-DK" noProof="0"/>
                        <a:t>13.15-13.30</a:t>
                      </a:r>
                    </a:p>
                  </a:txBody>
                  <a:tcPr/>
                </a:tc>
                <a:tc>
                  <a:txBody>
                    <a:bodyPr/>
                    <a:lstStyle/>
                    <a:p>
                      <a:pPr marL="0" lvl="0" indent="0" algn="l" defTabSz="457200">
                        <a:lnSpc>
                          <a:spcPct val="100000"/>
                        </a:lnSpc>
                        <a:spcBef>
                          <a:spcPts val="0"/>
                        </a:spcBef>
                        <a:spcAft>
                          <a:spcPts val="0"/>
                        </a:spcAft>
                        <a:buNone/>
                        <a:tabLst/>
                        <a:defRPr/>
                      </a:pPr>
                      <a:r>
                        <a:rPr lang="da-DK" sz="1800" noProof="0"/>
                        <a:t>Pause</a:t>
                      </a:r>
                    </a:p>
                  </a:txBody>
                  <a:tcPr/>
                </a:tc>
                <a:tc>
                  <a:txBody>
                    <a:bodyPr/>
                    <a:lstStyle/>
                    <a:p>
                      <a:pPr marL="0" lvl="0" indent="0" algn="l" defTabSz="457200">
                        <a:lnSpc>
                          <a:spcPct val="100000"/>
                        </a:lnSpc>
                        <a:spcBef>
                          <a:spcPts val="0"/>
                        </a:spcBef>
                        <a:spcAft>
                          <a:spcPts val="0"/>
                        </a:spcAft>
                        <a:buNone/>
                        <a:tabLst/>
                        <a:defRPr/>
                      </a:pPr>
                      <a:endParaRPr lang="da-DK" sz="1800" noProof="0"/>
                    </a:p>
                  </a:txBody>
                  <a:tcPr/>
                </a:tc>
                <a:extLst>
                  <a:ext uri="{0D108BD9-81ED-4DB2-BD59-A6C34878D82A}">
                    <a16:rowId xmlns:a16="http://schemas.microsoft.com/office/drawing/2014/main" val="3299245143"/>
                  </a:ext>
                </a:extLst>
              </a:tr>
              <a:tr h="3662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noProof="0"/>
                        <a:t>13.30-14.30</a:t>
                      </a:r>
                    </a:p>
                  </a:txBody>
                  <a:tcPr/>
                </a:tc>
                <a:tc>
                  <a:txBody>
                    <a:bodyPr/>
                    <a:lstStyle/>
                    <a:p>
                      <a:pPr marL="0" marR="0" lvl="0" indent="0" algn="l">
                        <a:lnSpc>
                          <a:spcPct val="100000"/>
                        </a:lnSpc>
                        <a:spcBef>
                          <a:spcPts val="0"/>
                        </a:spcBef>
                        <a:spcAft>
                          <a:spcPts val="0"/>
                        </a:spcAft>
                        <a:buClrTx/>
                        <a:buSzTx/>
                        <a:buFontTx/>
                        <a:buNone/>
                      </a:pPr>
                      <a:r>
                        <a:rPr lang="da-DK" sz="1800" noProof="0"/>
                        <a:t>Tekniske sikkerhedskrav og -kontroller i ISO 27000</a:t>
                      </a:r>
                    </a:p>
                    <a:p>
                      <a:pPr marL="285750" marR="0" lvl="0" indent="-285750" algn="l">
                        <a:lnSpc>
                          <a:spcPct val="100000"/>
                        </a:lnSpc>
                        <a:spcBef>
                          <a:spcPts val="0"/>
                        </a:spcBef>
                        <a:spcAft>
                          <a:spcPts val="0"/>
                        </a:spcAft>
                        <a:buClrTx/>
                        <a:buSzTx/>
                        <a:buFont typeface="Calibri"/>
                        <a:buChar char="-"/>
                      </a:pPr>
                      <a:r>
                        <a:rPr lang="da-DK" sz="1400" noProof="0"/>
                        <a:t>Perspektivering til tidligere: </a:t>
                      </a:r>
                    </a:p>
                    <a:p>
                      <a:pPr marL="0" marR="0" lvl="0" indent="0" algn="l">
                        <a:lnSpc>
                          <a:spcPct val="100000"/>
                        </a:lnSpc>
                        <a:spcBef>
                          <a:spcPts val="0"/>
                        </a:spcBef>
                        <a:spcAft>
                          <a:spcPts val="0"/>
                        </a:spcAft>
                        <a:buClrTx/>
                        <a:buSzTx/>
                        <a:buNone/>
                      </a:pPr>
                      <a:r>
                        <a:rPr lang="da-DK" sz="1400" noProof="0"/>
                        <a:t>logning, </a:t>
                      </a:r>
                      <a:r>
                        <a:rPr lang="da-DK" sz="1400" b="0" i="0" u="none" strike="noStrike" noProof="0">
                          <a:solidFill>
                            <a:srgbClr val="343434"/>
                          </a:solidFill>
                          <a:latin typeface="Arial"/>
                          <a:cs typeface="Arial"/>
                        </a:rPr>
                        <a:t>sikker autentifikation, styring af teknisk sårbarhed, overvågning af aktiviteter, krav til applikationssikkerhed</a:t>
                      </a:r>
                      <a:endParaRPr lang="da-DK" sz="1400" noProof="0"/>
                    </a:p>
                    <a:p>
                      <a:pPr marL="285750" marR="0" lvl="0" indent="-285750" algn="l">
                        <a:lnSpc>
                          <a:spcPct val="100000"/>
                        </a:lnSpc>
                        <a:spcBef>
                          <a:spcPts val="0"/>
                        </a:spcBef>
                        <a:spcAft>
                          <a:spcPts val="0"/>
                        </a:spcAft>
                        <a:buClrTx/>
                        <a:buSzTx/>
                        <a:buFont typeface="Calibri"/>
                        <a:buChar char="-"/>
                      </a:pPr>
                      <a:r>
                        <a:rPr lang="da-DK" sz="1400" noProof="0"/>
                        <a:t>Andre kontroller: </a:t>
                      </a:r>
                    </a:p>
                    <a:p>
                      <a:pPr marL="0" marR="0" lvl="0" indent="0" algn="l">
                        <a:lnSpc>
                          <a:spcPct val="100000"/>
                        </a:lnSpc>
                        <a:spcBef>
                          <a:spcPts val="0"/>
                        </a:spcBef>
                        <a:spcAft>
                          <a:spcPts val="0"/>
                        </a:spcAft>
                        <a:buClrTx/>
                        <a:buSzTx/>
                        <a:buNone/>
                      </a:pPr>
                      <a:r>
                        <a:rPr lang="da-DK" sz="1400" noProof="0"/>
                        <a:t>webfiltrering, brug af </a:t>
                      </a:r>
                      <a:r>
                        <a:rPr lang="da-DK" sz="1400" noProof="0" err="1"/>
                        <a:t>priviligerende</a:t>
                      </a:r>
                      <a:r>
                        <a:rPr lang="da-DK" sz="1400" noProof="0"/>
                        <a:t> understøttende programmer, backup af information, </a:t>
                      </a:r>
                      <a:endParaRPr lang="da-DK" sz="1400"/>
                    </a:p>
                  </a:txBody>
                  <a:tcPr/>
                </a:tc>
                <a:tc>
                  <a:txBody>
                    <a:bodyPr/>
                    <a:lstStyle/>
                    <a:p>
                      <a:pPr marL="0" marR="0" lvl="0" indent="0" algn="l" defTabSz="457200">
                        <a:lnSpc>
                          <a:spcPct val="100000"/>
                        </a:lnSpc>
                        <a:spcBef>
                          <a:spcPts val="0"/>
                        </a:spcBef>
                        <a:spcAft>
                          <a:spcPts val="0"/>
                        </a:spcAft>
                        <a:buNone/>
                        <a:tabLst/>
                        <a:defRPr/>
                      </a:pPr>
                      <a:r>
                        <a:rPr lang="da-DK" sz="1800" noProof="0"/>
                        <a:t>Opgaver</a:t>
                      </a:r>
                    </a:p>
                  </a:txBody>
                  <a:tcPr/>
                </a:tc>
                <a:extLst>
                  <a:ext uri="{0D108BD9-81ED-4DB2-BD59-A6C34878D82A}">
                    <a16:rowId xmlns:a16="http://schemas.microsoft.com/office/drawing/2014/main" val="3745642171"/>
                  </a:ext>
                </a:extLst>
              </a:tr>
            </a:tbl>
          </a:graphicData>
        </a:graphic>
      </p:graphicFrame>
      <p:sp>
        <p:nvSpPr>
          <p:cNvPr id="8" name="Titel 7">
            <a:extLst>
              <a:ext uri="{FF2B5EF4-FFF2-40B4-BE49-F238E27FC236}">
                <a16:creationId xmlns:a16="http://schemas.microsoft.com/office/drawing/2014/main" id="{53220ED4-D37E-638F-8289-DC22A5943C58}"/>
              </a:ext>
            </a:extLst>
          </p:cNvPr>
          <p:cNvSpPr>
            <a:spLocks noGrp="1"/>
          </p:cNvSpPr>
          <p:nvPr>
            <p:ph type="title"/>
          </p:nvPr>
        </p:nvSpPr>
        <p:spPr/>
        <p:txBody>
          <a:bodyPr/>
          <a:lstStyle/>
          <a:p>
            <a:r>
              <a:rPr lang="da-DK" noProof="0">
                <a:latin typeface="Arial"/>
                <a:ea typeface="Verdana"/>
                <a:cs typeface="Arial"/>
              </a:rPr>
              <a:t>Dag 3 – Agenda</a:t>
            </a:r>
            <a:endParaRPr lang="da-DK" noProof="0"/>
          </a:p>
        </p:txBody>
      </p:sp>
      <p:sp>
        <p:nvSpPr>
          <p:cNvPr id="4" name="Pladsholder til dato 3">
            <a:extLst>
              <a:ext uri="{FF2B5EF4-FFF2-40B4-BE49-F238E27FC236}">
                <a16:creationId xmlns:a16="http://schemas.microsoft.com/office/drawing/2014/main" id="{E56F9D8C-CB27-2B2D-C3B1-675E5A2CB104}"/>
              </a:ext>
            </a:extLst>
          </p:cNvPr>
          <p:cNvSpPr>
            <a:spLocks noGrp="1"/>
          </p:cNvSpPr>
          <p:nvPr>
            <p:ph type="dt" sz="half" idx="10"/>
          </p:nvPr>
        </p:nvSpPr>
        <p:spPr/>
        <p:txBody>
          <a:bodyPr/>
          <a:lstStyle/>
          <a:p>
            <a:fld id="{7437D938-B50E-D842-AEDC-C3B711F6BEE0}" type="datetime1">
              <a:rPr lang="da-DK" noProof="0" smtClean="0"/>
              <a:t>04-05-2026</a:t>
            </a:fld>
            <a:endParaRPr lang="da-DK" noProof="0"/>
          </a:p>
        </p:txBody>
      </p:sp>
      <p:sp>
        <p:nvSpPr>
          <p:cNvPr id="5" name="Pladsholder til sidefod 4">
            <a:extLst>
              <a:ext uri="{FF2B5EF4-FFF2-40B4-BE49-F238E27FC236}">
                <a16:creationId xmlns:a16="http://schemas.microsoft.com/office/drawing/2014/main" id="{C46A61D0-A2DA-2956-504B-A952F8DC8158}"/>
              </a:ext>
            </a:extLst>
          </p:cNvPr>
          <p:cNvSpPr>
            <a:spLocks noGrp="1"/>
          </p:cNvSpPr>
          <p:nvPr>
            <p:ph type="ftr" sz="quarter" idx="11"/>
          </p:nvPr>
        </p:nvSpPr>
        <p:spPr/>
        <p:txBody>
          <a:bodyPr/>
          <a:lstStyle/>
          <a:p>
            <a:r>
              <a:rPr lang="da-DK" noProof="0"/>
              <a:t>cybersikker.alexandra.dk</a:t>
            </a:r>
          </a:p>
        </p:txBody>
      </p:sp>
      <p:sp>
        <p:nvSpPr>
          <p:cNvPr id="6" name="Pladsholder til slidenummer 5">
            <a:extLst>
              <a:ext uri="{FF2B5EF4-FFF2-40B4-BE49-F238E27FC236}">
                <a16:creationId xmlns:a16="http://schemas.microsoft.com/office/drawing/2014/main" id="{72EC01F4-4B2A-2049-E429-A388BB3DB855}"/>
              </a:ext>
            </a:extLst>
          </p:cNvPr>
          <p:cNvSpPr>
            <a:spLocks noGrp="1"/>
          </p:cNvSpPr>
          <p:nvPr>
            <p:ph type="sldNum" sz="quarter" idx="12"/>
          </p:nvPr>
        </p:nvSpPr>
        <p:spPr/>
        <p:txBody>
          <a:bodyPr/>
          <a:lstStyle/>
          <a:p>
            <a:fld id="{D9FF5FAE-2060-B54F-BDDB-0825BCE6ACB8}" type="slidenum">
              <a:rPr lang="da-DK" noProof="0" smtClean="0"/>
              <a:pPr/>
              <a:t>7</a:t>
            </a:fld>
            <a:endParaRPr lang="da-DK" noProof="0"/>
          </a:p>
        </p:txBody>
      </p:sp>
    </p:spTree>
    <p:extLst>
      <p:ext uri="{BB962C8B-B14F-4D97-AF65-F5344CB8AC3E}">
        <p14:creationId xmlns:p14="http://schemas.microsoft.com/office/powerpoint/2010/main" val="1520841915"/>
      </p:ext>
    </p:extLst>
  </p:cSld>
  <p:clrMapOvr>
    <a:masterClrMapping/>
  </p:clrMapOvr>
</p:sld>
</file>

<file path=ppt/theme/theme1.xml><?xml version="1.0" encoding="utf-8"?>
<a:theme xmlns:a="http://schemas.openxmlformats.org/drawingml/2006/main" name="Masterside">
  <a:themeElements>
    <a:clrScheme name="Alexandra Instituttet farver 2024">
      <a:dk1>
        <a:srgbClr val="343434"/>
      </a:dk1>
      <a:lt1>
        <a:srgbClr val="FFFFFF"/>
      </a:lt1>
      <a:dk2>
        <a:srgbClr val="343434"/>
      </a:dk2>
      <a:lt2>
        <a:srgbClr val="EDEDED"/>
      </a:lt2>
      <a:accent1>
        <a:srgbClr val="002A3F"/>
      </a:accent1>
      <a:accent2>
        <a:srgbClr val="0E495F"/>
      </a:accent2>
      <a:accent3>
        <a:srgbClr val="7797A5"/>
      </a:accent3>
      <a:accent4>
        <a:srgbClr val="9DB2BB"/>
      </a:accent4>
      <a:accent5>
        <a:srgbClr val="2B6B8B"/>
      </a:accent5>
      <a:accent6>
        <a:srgbClr val="BE5D2B"/>
      </a:accent6>
      <a:hlink>
        <a:srgbClr val="BE5D2B"/>
      </a:hlink>
      <a:folHlink>
        <a:srgbClr val="95989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lexandra_Instituttet_2022_DK" id="{4A3BB4F3-E6E2-C94B-9938-7B191890F638}" vid="{0E9BCA01-149E-234A-89EB-7639E86386CB}"/>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B27C4D7E2A2944090E7FCAA05E5A1BB" ma:contentTypeVersion="10" ma:contentTypeDescription="Create a new document." ma:contentTypeScope="" ma:versionID="5654dc2dce5cea82e1ab13b5f3604516">
  <xsd:schema xmlns:xsd="http://www.w3.org/2001/XMLSchema" xmlns:xs="http://www.w3.org/2001/XMLSchema" xmlns:p="http://schemas.microsoft.com/office/2006/metadata/properties" xmlns:ns2="992297d5-60a3-4378-8fa0-0f27dec9bc09" xmlns:ns3="b7a1e643-70f8-4e3c-953a-3408b8617d0b" targetNamespace="http://schemas.microsoft.com/office/2006/metadata/properties" ma:root="true" ma:fieldsID="feedf58334a1fa6c1b64214aa0d99011" ns2:_="" ns3:_="">
    <xsd:import namespace="992297d5-60a3-4378-8fa0-0f27dec9bc09"/>
    <xsd:import namespace="b7a1e643-70f8-4e3c-953a-3408b8617d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2297d5-60a3-4378-8fa0-0f27dec9bc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3ed45bc6-4cda-4749-a7f6-2a7b80b4ce1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a1e643-70f8-4e3c-953a-3408b8617d0b"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fc1ff10-0bec-441f-aebe-baec60099296}" ma:internalName="TaxCatchAll" ma:showField="CatchAllData" ma:web="b7a1e643-70f8-4e3c-953a-3408b8617d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2297d5-60a3-4378-8fa0-0f27dec9bc09">
      <Terms xmlns="http://schemas.microsoft.com/office/infopath/2007/PartnerControls"/>
    </lcf76f155ced4ddcb4097134ff3c332f>
    <TaxCatchAll xmlns="b7a1e643-70f8-4e3c-953a-3408b8617d0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DDB0D7-670D-4386-98F8-723229A40232}">
  <ds:schemaRefs>
    <ds:schemaRef ds:uri="992297d5-60a3-4378-8fa0-0f27dec9bc09"/>
    <ds:schemaRef ds:uri="b7a1e643-70f8-4e3c-953a-3408b8617d0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89B6C1-278B-4679-8048-46DF9121B232}">
  <ds:schemaRefs>
    <ds:schemaRef ds:uri="992297d5-60a3-4378-8fa0-0f27dec9bc09"/>
    <ds:schemaRef ds:uri="b7a1e643-70f8-4e3c-953a-3408b8617d0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335A7CD-B6F1-4816-BEEE-20D12C3BB6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DK-skabelon-Alexandra-Instituttet</Template>
  <Application>Microsoft Office PowerPoint</Application>
  <PresentationFormat>Widescreen</PresentationFormat>
  <Slides>7</Slides>
  <Notes>4</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Masterside</vt:lpstr>
      <vt:lpstr>Praktiske oplysninger</vt:lpstr>
      <vt:lpstr>Dag 1 – Indhold</vt:lpstr>
      <vt:lpstr>Dag 1 – Agenda</vt:lpstr>
      <vt:lpstr>Dag 2 – Indhold</vt:lpstr>
      <vt:lpstr>Dag 2 – Agenda</vt:lpstr>
      <vt:lpstr>Dag 3 – Indhold </vt:lpstr>
      <vt:lpstr>Dag 3 – Agenda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CyPro kursus</dc:title>
  <dc:creator>Frederik Mølgaard Thayssen</dc:creator>
  <cp:revision>1</cp:revision>
  <cp:lastPrinted>2025-02-12T10:34:21Z</cp:lastPrinted>
  <dcterms:created xsi:type="dcterms:W3CDTF">2023-11-20T12:59:19Z</dcterms:created>
  <dcterms:modified xsi:type="dcterms:W3CDTF">2026-05-05T06:17:52Z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0x0101003B27C4D7E2A2944090E7FCAA05E5A1BB</vt:lpwstr>
  </property>
  <property fmtid="{D5CDD505-2E9C-101B-9397-08002B2CF9AE}" pid="3" name="MediaServiceImageTags">
    <vt:lpwstr/>
  </property>
  <property fmtid="{D5CDD505-2E9C-101B-9397-08002B2CF9AE}" pid="4" name="MSIP_Label_015abd0b-e5c5-4790-8ca5-8bb2d8ba98d8_Enabled">
    <vt:lpwstr>true</vt:lpwstr>
  </property>
  <property fmtid="{D5CDD505-2E9C-101B-9397-08002B2CF9AE}" pid="5" name="MSIP_Label_015abd0b-e5c5-4790-8ca5-8bb2d8ba98d8_SetDate">
    <vt:lpwstr>2025-08-18T08:27:08Z</vt:lpwstr>
  </property>
  <property fmtid="{D5CDD505-2E9C-101B-9397-08002B2CF9AE}" pid="6" name="MSIP_Label_015abd0b-e5c5-4790-8ca5-8bb2d8ba98d8_Method">
    <vt:lpwstr>Privileged</vt:lpwstr>
  </property>
  <property fmtid="{D5CDD505-2E9C-101B-9397-08002B2CF9AE}" pid="7" name="MSIP_Label_015abd0b-e5c5-4790-8ca5-8bb2d8ba98d8_Name">
    <vt:lpwstr>Public</vt:lpwstr>
  </property>
  <property fmtid="{D5CDD505-2E9C-101B-9397-08002B2CF9AE}" pid="8" name="MSIP_Label_015abd0b-e5c5-4790-8ca5-8bb2d8ba98d8_SiteId">
    <vt:lpwstr>4bda23cd-4a87-419b-a47d-7673130b2884</vt:lpwstr>
  </property>
  <property fmtid="{D5CDD505-2E9C-101B-9397-08002B2CF9AE}" pid="9" name="MSIP_Label_015abd0b-e5c5-4790-8ca5-8bb2d8ba98d8_ActionId">
    <vt:lpwstr>bb77ce29-668d-4eb4-a284-0fbf7dcdc053</vt:lpwstr>
  </property>
  <property fmtid="{D5CDD505-2E9C-101B-9397-08002B2CF9AE}" pid="10" name="MSIP_Label_015abd0b-e5c5-4790-8ca5-8bb2d8ba98d8_ContentBits">
    <vt:lpwstr>1</vt:lpwstr>
  </property>
  <property fmtid="{D5CDD505-2E9C-101B-9397-08002B2CF9AE}" pid="11" name="MSIP_Label_015abd0b-e5c5-4790-8ca5-8bb2d8ba98d8_Tag">
    <vt:lpwstr>10, 0, 1, 1</vt:lpwstr>
  </property>
  <property fmtid="{D5CDD505-2E9C-101B-9397-08002B2CF9AE}" pid="12" name="ClassificationContentMarkingHeaderLocations">
    <vt:lpwstr>masterside:8</vt:lpwstr>
  </property>
  <property fmtid="{D5CDD505-2E9C-101B-9397-08002B2CF9AE}" pid="13" name="ClassificationContentMarkingHeaderText">
    <vt:lpwstr>PUBLIC</vt:lpwstr>
  </property>
</Properties>
</file>